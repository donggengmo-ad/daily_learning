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160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4"/>
  </p:notesMasterIdLst>
  <p:handoutMasterIdLst>
    <p:handoutMasterId r:id="rId15"/>
  </p:handoutMasterIdLst>
  <p:sldIdLst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3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8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customXmlProps" Target="../customXml/itemProps160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1.xml"/><Relationship Id="rId3" Type="http://schemas.openxmlformats.org/officeDocument/2006/relationships/image" Target="../media/image1.png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tags" Target="../tags/tag135.xml"/><Relationship Id="rId5" Type="http://schemas.openxmlformats.org/officeDocument/2006/relationships/image" Target="../media/image3.jpeg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image" Target="../media/image2.png"/><Relationship Id="rId1" Type="http://schemas.openxmlformats.org/officeDocument/2006/relationships/tags" Target="../tags/tag132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7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136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9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13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45.xml"/><Relationship Id="rId10" Type="http://schemas.openxmlformats.org/officeDocument/2006/relationships/image" Target="../media/image12.png"/><Relationship Id="rId1" Type="http://schemas.openxmlformats.org/officeDocument/2006/relationships/tags" Target="../tags/tag140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7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tags" Target="../tags/tag146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0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6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tags" Target="../tags/tag154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1240790"/>
            <a:ext cx="9799200" cy="2570400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有限状态机实现敌人行为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788490"/>
            <a:ext cx="9799200" cy="1472400"/>
          </a:xfrm>
        </p:spPr>
        <p:txBody>
          <a:bodyPr/>
          <a:p>
            <a:r>
              <a:rPr lang="en-US" altLang="zh-CN">
                <a:solidFill>
                  <a:schemeClr val="dk1">
                    <a:lumMod val="65000"/>
                    <a:lumOff val="35000"/>
                  </a:schemeClr>
                </a:solidFill>
              </a:rPr>
              <a:t>25072207 </a:t>
            </a:r>
            <a:r>
              <a:rPr lang="zh-CN" altLang="en-US">
                <a:solidFill>
                  <a:schemeClr val="dk1">
                    <a:lumMod val="65000"/>
                    <a:lumOff val="35000"/>
                  </a:schemeClr>
                </a:solidFill>
              </a:rPr>
              <a:t>董耕陌</a:t>
            </a:r>
            <a:endParaRPr lang="zh-CN" altLang="en-US">
              <a:solidFill>
                <a:schemeClr val="dk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911985" y="1161415"/>
            <a:ext cx="83731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>
                <a:solidFill>
                  <a:schemeClr val="dk1"/>
                </a:solidFill>
                <a:sym typeface="+mn-ea"/>
              </a:rPr>
              <a:t>C</a:t>
            </a:r>
            <a:r>
              <a:rPr lang="zh-CN" altLang="en-US" sz="3200">
                <a:solidFill>
                  <a:schemeClr val="dk1"/>
                </a:solidFill>
                <a:sym typeface="+mn-ea"/>
              </a:rPr>
              <a:t>语言课设技术分享</a:t>
            </a:r>
            <a:endParaRPr lang="zh-CN" altLang="en-US" sz="3200">
              <a:solidFill>
                <a:schemeClr val="dk1"/>
              </a:solidFill>
            </a:endParaRPr>
          </a:p>
          <a:p>
            <a:pPr algn="ctr"/>
            <a:endParaRPr lang="zh-CN" altLang="en-US" sz="3200">
              <a:solidFill>
                <a:schemeClr val="dk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简单敌人行为</a:t>
            </a:r>
            <a:r>
              <a:rPr lang="en-US" altLang="zh-CN">
                <a:solidFill>
                  <a:schemeClr val="accent1"/>
                </a:solidFill>
              </a:rPr>
              <a:t>：</a:t>
            </a:r>
            <a:r>
              <a:rPr lang="zh-CN" altLang="en-US" sz="2800">
                <a:solidFill>
                  <a:schemeClr val="accent1"/>
                </a:solidFill>
              </a:rPr>
              <a:t>条件判断实现</a:t>
            </a:r>
            <a:endParaRPr lang="zh-CN" altLang="en-US" sz="2800">
              <a:solidFill>
                <a:schemeClr val="accent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2578735"/>
            <a:ext cx="3484245" cy="2499995"/>
          </a:xfrm>
        </p:spPr>
        <p:txBody>
          <a:bodyPr/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r>
              <a:rPr lang="zh-CN" altLang="en-US" sz="2400">
                <a:solidFill>
                  <a:schemeClr val="dk1">
                    <a:lumMod val="65000"/>
                    <a:lumOff val="35000"/>
                  </a:schemeClr>
                </a:solidFill>
              </a:rPr>
              <a:t>没看见敌人：闲逛</a:t>
            </a: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0" indent="0" algn="l">
              <a:buClrTx/>
              <a:buSzTx/>
              <a:buFont typeface="Wingdings" panose="05000000000000000000" charset="0"/>
              <a:buNone/>
            </a:pP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285750" indent="-285750" algn="l">
              <a:buClrTx/>
              <a:buSzTx/>
              <a:buFont typeface="Wingdings" panose="05000000000000000000" charset="0"/>
              <a:buChar char=""/>
            </a:pPr>
            <a:r>
              <a:rPr lang="zh-CN" altLang="en-US" sz="2400">
                <a:solidFill>
                  <a:schemeClr val="dk1">
                    <a:lumMod val="65000"/>
                    <a:lumOff val="35000"/>
                  </a:schemeClr>
                </a:solidFill>
              </a:rPr>
              <a:t>看见敌人：攻击</a:t>
            </a: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图片 3" descr="/Users/alexdong/Desktop/code.pngcode"/>
          <p:cNvPicPr>
            <a:picLocks noChangeAspect="1"/>
          </p:cNvPicPr>
          <p:nvPr/>
        </p:nvPicPr>
        <p:blipFill>
          <a:blip r:embed="rId3"/>
          <a:srcRect l="6" r="6"/>
          <a:stretch>
            <a:fillRect/>
          </a:stretch>
        </p:blipFill>
        <p:spPr>
          <a:xfrm>
            <a:off x="4092575" y="1263650"/>
            <a:ext cx="7147560" cy="505904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占位符 4" descr="/Users/alexdong/Desktop/code.pngcode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rcRect l="8080" t="9196" r="8718" b="7976"/>
          <a:stretch>
            <a:fillRect/>
          </a:stretch>
        </p:blipFill>
        <p:spPr>
          <a:xfrm>
            <a:off x="5349240" y="299720"/>
            <a:ext cx="6228080" cy="612394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1007510" y="1346285"/>
            <a:ext cx="5227200" cy="4608000"/>
          </a:xfrm>
        </p:spPr>
        <p:txBody>
          <a:bodyPr/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400">
                <a:solidFill>
                  <a:schemeClr val="dk1">
                    <a:lumMod val="65000"/>
                    <a:lumOff val="35000"/>
                  </a:schemeClr>
                </a:solidFill>
              </a:rPr>
              <a:t>自己会闲逛</a:t>
            </a: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400">
                <a:solidFill>
                  <a:schemeClr val="dk1">
                    <a:lumMod val="65000"/>
                    <a:lumOff val="35000"/>
                  </a:schemeClr>
                </a:solidFill>
              </a:rPr>
              <a:t>看到敌人会追击</a:t>
            </a: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"/>
            </a:pP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400">
                <a:solidFill>
                  <a:schemeClr val="dk1">
                    <a:lumMod val="65000"/>
                    <a:lumOff val="35000"/>
                  </a:schemeClr>
                </a:solidFill>
              </a:rPr>
              <a:t>追到敌人会攻击</a:t>
            </a: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0" indent="0">
              <a:buFont typeface="Wingdings" panose="05000000000000000000" charset="0"/>
            </a:pP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 sz="2400">
                <a:solidFill>
                  <a:schemeClr val="dk1">
                    <a:lumMod val="65000"/>
                    <a:lumOff val="35000"/>
                  </a:schemeClr>
                </a:solidFill>
              </a:rPr>
              <a:t>血量低会逃跑</a:t>
            </a:r>
            <a:endParaRPr lang="zh-CN" altLang="en-US" sz="2400">
              <a:solidFill>
                <a:schemeClr val="dk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451555"/>
            <a:ext cx="10969200" cy="705600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稍微复杂的行为</a:t>
            </a:r>
            <a:r>
              <a:rPr lang="en-US" altLang="zh-CN">
                <a:solidFill>
                  <a:schemeClr val="accent1"/>
                </a:solidFill>
              </a:rPr>
              <a:t>: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8" name="图片 7" descr="Red WTF text on white cracked surfa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803910"/>
            <a:ext cx="8338820" cy="463042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有限状态机</a:t>
            </a:r>
            <a:r>
              <a:rPr lang="en-US" altLang="zh-CN">
                <a:solidFill>
                  <a:schemeClr val="accent1"/>
                </a:solidFill>
              </a:rPr>
              <a:t>（FSM）</a:t>
            </a:r>
            <a:endParaRPr lang="en-US" altLang="zh-CN">
              <a:solidFill>
                <a:schemeClr val="accent1"/>
              </a:solidFill>
            </a:endParaRPr>
          </a:p>
        </p:txBody>
      </p:sp>
      <p:pic>
        <p:nvPicPr>
          <p:cNvPr id="7" name="C9F754DE-2CAD-44b6-B708-469DEB6407EB-1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965" y="1905000"/>
            <a:ext cx="3600450" cy="3048000"/>
          </a:xfrm>
          <a:prstGeom prst="rect">
            <a:avLst/>
          </a:prstGeom>
        </p:spPr>
      </p:pic>
      <p:pic>
        <p:nvPicPr>
          <p:cNvPr id="9" name="ECB019B1-382A-4266-B25C-5B523AA43C14-2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7640" y="1065530"/>
            <a:ext cx="7471410" cy="5486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olidFill>
                  <a:schemeClr val="accent1"/>
                </a:solidFill>
              </a:rPr>
              <a:t>FSM</a:t>
            </a:r>
            <a:r>
              <a:rPr lang="zh-CN" altLang="en-US">
                <a:solidFill>
                  <a:schemeClr val="accent1"/>
                </a:solidFill>
              </a:rPr>
              <a:t>实现敌人行为思路</a:t>
            </a:r>
            <a:endParaRPr lang="zh-CN" altLang="en-US">
              <a:solidFill>
                <a:schemeClr val="accent1"/>
              </a:solidFill>
            </a:endParaRPr>
          </a:p>
        </p:txBody>
      </p:sp>
      <p:pic>
        <p:nvPicPr>
          <p:cNvPr id="4" name="ECB019B1-382A-4266-B25C-5B523AA43C14-3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" y="1635125"/>
            <a:ext cx="7440930" cy="4632325"/>
          </a:xfrm>
          <a:prstGeom prst="rect">
            <a:avLst/>
          </a:prstGeom>
        </p:spPr>
      </p:pic>
      <p:pic>
        <p:nvPicPr>
          <p:cNvPr id="5" name="图片 4" descr="/Users/alexdong/Library/Containers/com.kingsoft.wpsoffice.mac/Data/tmp/photoeditapp/20260318182426/temp.pngtemp"/>
          <p:cNvPicPr>
            <a:picLocks noChangeAspect="1"/>
          </p:cNvPicPr>
          <p:nvPr/>
        </p:nvPicPr>
        <p:blipFill>
          <a:blip r:embed="rId3"/>
          <a:srcRect l="2126" r="2126"/>
          <a:stretch>
            <a:fillRect/>
          </a:stretch>
        </p:blipFill>
        <p:spPr>
          <a:xfrm>
            <a:off x="7544435" y="1022985"/>
            <a:ext cx="4777740" cy="52482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/Users/alexdong/Desktop/code.pngcode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l="10151" t="14452" r="10871" b="14080"/>
          <a:stretch>
            <a:fillRect/>
          </a:stretch>
        </p:blipFill>
        <p:spPr>
          <a:xfrm>
            <a:off x="250190" y="3735705"/>
            <a:ext cx="4117340" cy="2701925"/>
          </a:xfrm>
          <a:prstGeom prst="rect">
            <a:avLst/>
          </a:prstGeom>
        </p:spPr>
      </p:pic>
      <p:pic>
        <p:nvPicPr>
          <p:cNvPr id="5" name="图片 4" descr="/Users/alexdong/Desktop/code.pngcode"/>
          <p:cNvPicPr>
            <a:picLocks noChangeAspect="1"/>
          </p:cNvPicPr>
          <p:nvPr/>
        </p:nvPicPr>
        <p:blipFill>
          <a:blip r:embed="rId3"/>
          <a:srcRect l="9601" t="15065" r="11064" b="13743"/>
          <a:stretch>
            <a:fillRect/>
          </a:stretch>
        </p:blipFill>
        <p:spPr>
          <a:xfrm>
            <a:off x="250190" y="280670"/>
            <a:ext cx="4403090" cy="2702560"/>
          </a:xfrm>
          <a:prstGeom prst="rect">
            <a:avLst/>
          </a:prstGeom>
        </p:spPr>
      </p:pic>
      <p:pic>
        <p:nvPicPr>
          <p:cNvPr id="6" name="图片 5" descr="/Users/alexdong/Desktop/code.pngcode"/>
          <p:cNvPicPr>
            <a:picLocks noChangeAspect="1"/>
          </p:cNvPicPr>
          <p:nvPr/>
        </p:nvPicPr>
        <p:blipFill>
          <a:blip r:embed="rId4"/>
          <a:srcRect l="11021" t="15474" r="9833" b="14713"/>
          <a:stretch>
            <a:fillRect/>
          </a:stretch>
        </p:blipFill>
        <p:spPr>
          <a:xfrm>
            <a:off x="6696710" y="280670"/>
            <a:ext cx="4698365" cy="2834640"/>
          </a:xfrm>
          <a:prstGeom prst="rect">
            <a:avLst/>
          </a:prstGeom>
        </p:spPr>
      </p:pic>
      <p:pic>
        <p:nvPicPr>
          <p:cNvPr id="7" name="图片 6" descr="/Users/alexdong/Desktop/code.pngcode"/>
          <p:cNvPicPr>
            <a:picLocks noChangeAspect="1"/>
          </p:cNvPicPr>
          <p:nvPr/>
        </p:nvPicPr>
        <p:blipFill>
          <a:blip r:embed="rId5"/>
          <a:srcRect l="11335" t="14934" r="9749" b="14258"/>
          <a:stretch>
            <a:fillRect/>
          </a:stretch>
        </p:blipFill>
        <p:spPr>
          <a:xfrm>
            <a:off x="6840220" y="3735705"/>
            <a:ext cx="4391660" cy="2773680"/>
          </a:xfrm>
          <a:prstGeom prst="rect">
            <a:avLst/>
          </a:prstGeom>
        </p:spPr>
      </p:pic>
      <p:cxnSp>
        <p:nvCxnSpPr>
          <p:cNvPr id="11" name="直接箭头连接符 10"/>
          <p:cNvCxnSpPr>
            <a:endCxn id="6" idx="1"/>
          </p:cNvCxnSpPr>
          <p:nvPr>
            <p:custDataLst>
              <p:tags r:id="rId6"/>
            </p:custDataLst>
          </p:nvPr>
        </p:nvCxnSpPr>
        <p:spPr>
          <a:xfrm>
            <a:off x="4653280" y="1649095"/>
            <a:ext cx="2043430" cy="48895"/>
          </a:xfrm>
          <a:prstGeom prst="straightConnector1">
            <a:avLst/>
          </a:prstGeom>
          <a:ln w="31750">
            <a:gradFill>
              <a:gsLst>
                <a:gs pos="0">
                  <a:srgbClr val="2B4663"/>
                </a:gs>
                <a:gs pos="100000">
                  <a:srgbClr val="2B4663"/>
                </a:gs>
              </a:gsLst>
              <a:lin ang="0" scaled="0"/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6" idx="2"/>
            <a:endCxn id="7" idx="0"/>
          </p:cNvCxnSpPr>
          <p:nvPr>
            <p:custDataLst>
              <p:tags r:id="rId7"/>
            </p:custDataLst>
          </p:nvPr>
        </p:nvCxnSpPr>
        <p:spPr>
          <a:xfrm flipH="1">
            <a:off x="9036050" y="3115310"/>
            <a:ext cx="10160" cy="620395"/>
          </a:xfrm>
          <a:prstGeom prst="straightConnector1">
            <a:avLst/>
          </a:prstGeom>
          <a:ln w="31750">
            <a:gradFill>
              <a:gsLst>
                <a:gs pos="0">
                  <a:srgbClr val="2B4663"/>
                </a:gs>
                <a:gs pos="100000">
                  <a:srgbClr val="2B4663"/>
                </a:gs>
              </a:gsLst>
              <a:lin ang="0" scaled="0"/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>
            <p:custDataLst>
              <p:tags r:id="rId8"/>
            </p:custDataLst>
          </p:nvPr>
        </p:nvCxnSpPr>
        <p:spPr>
          <a:xfrm flipH="1">
            <a:off x="4453890" y="5739765"/>
            <a:ext cx="2386330" cy="0"/>
          </a:xfrm>
          <a:prstGeom prst="straightConnector1">
            <a:avLst/>
          </a:prstGeom>
          <a:ln w="31750">
            <a:gradFill>
              <a:gsLst>
                <a:gs pos="0">
                  <a:srgbClr val="2B4663"/>
                </a:gs>
                <a:gs pos="100000">
                  <a:srgbClr val="2B4663"/>
                </a:gs>
              </a:gsLst>
              <a:lin ang="0" scaled="0"/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4" idx="0"/>
            <a:endCxn id="5" idx="2"/>
          </p:cNvCxnSpPr>
          <p:nvPr>
            <p:custDataLst>
              <p:tags r:id="rId9"/>
            </p:custDataLst>
          </p:nvPr>
        </p:nvCxnSpPr>
        <p:spPr>
          <a:xfrm flipV="1">
            <a:off x="2308860" y="2983230"/>
            <a:ext cx="142875" cy="752475"/>
          </a:xfrm>
          <a:prstGeom prst="straightConnector1">
            <a:avLst/>
          </a:prstGeom>
          <a:ln w="31750">
            <a:gradFill>
              <a:gsLst>
                <a:gs pos="0">
                  <a:srgbClr val="2B4663"/>
                </a:gs>
                <a:gs pos="100000">
                  <a:srgbClr val="2B4663"/>
                </a:gs>
              </a:gsLst>
              <a:lin ang="0" scaled="0"/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 descr="/Users/alexdong/Library/Containers/com.kingsoft.wpsoffice.mac/Data/tmp/photoeditapp/20260318182539/temp.pngtemp"/>
          <p:cNvPicPr>
            <a:picLocks noChangeAspect="1"/>
          </p:cNvPicPr>
          <p:nvPr/>
        </p:nvPicPr>
        <p:blipFill>
          <a:blip r:embed="rId10"/>
          <a:srcRect t="3495" b="3495"/>
          <a:stretch>
            <a:fillRect/>
          </a:stretch>
        </p:blipFill>
        <p:spPr>
          <a:xfrm>
            <a:off x="3137535" y="2174875"/>
            <a:ext cx="4522470" cy="34321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不同类型敌人</a:t>
            </a:r>
            <a:r>
              <a:rPr lang="en-US" altLang="zh-CN">
                <a:solidFill>
                  <a:schemeClr val="accent1"/>
                </a:solidFill>
              </a:rPr>
              <a:t>：</a:t>
            </a:r>
            <a:r>
              <a:rPr lang="zh-CN" altLang="en-US">
                <a:solidFill>
                  <a:schemeClr val="accent1"/>
                </a:solidFill>
              </a:rPr>
              <a:t>子状态机</a:t>
            </a:r>
            <a:endParaRPr lang="zh-CN" altLang="en-US">
              <a:solidFill>
                <a:schemeClr val="accent1"/>
              </a:solidFill>
            </a:endParaRPr>
          </a:p>
        </p:txBody>
      </p:sp>
      <p:pic>
        <p:nvPicPr>
          <p:cNvPr id="4" name="ECB019B1-382A-4266-B25C-5B523AA43C14-4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198245"/>
            <a:ext cx="8891905" cy="5492750"/>
          </a:xfrm>
          <a:prstGeom prst="rect">
            <a:avLst/>
          </a:prstGeom>
        </p:spPr>
      </p:pic>
      <p:pic>
        <p:nvPicPr>
          <p:cNvPr id="6" name="图片 5" descr="/Users/alexdong/Desktop/code.pngcode"/>
          <p:cNvPicPr>
            <a:picLocks noChangeAspect="1"/>
          </p:cNvPicPr>
          <p:nvPr/>
        </p:nvPicPr>
        <p:blipFill>
          <a:blip r:embed="rId3"/>
          <a:srcRect l="9911" t="10084" r="9911" b="10084"/>
          <a:stretch>
            <a:fillRect/>
          </a:stretch>
        </p:blipFill>
        <p:spPr>
          <a:xfrm>
            <a:off x="7202805" y="1198245"/>
            <a:ext cx="4725670" cy="4545965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4582160" y="3155315"/>
            <a:ext cx="1962785" cy="1136015"/>
          </a:xfrm>
          <a:prstGeom prst="roundRect">
            <a:avLst/>
          </a:prstGeom>
          <a:solidFill>
            <a:schemeClr val="accent1">
              <a:alpha val="46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461080"/>
            <a:ext cx="10969200" cy="705600"/>
          </a:xfrm>
        </p:spPr>
        <p:txBody>
          <a:bodyPr/>
          <a:p>
            <a:r>
              <a:rPr lang="en-US" altLang="zh-CN">
                <a:solidFill>
                  <a:schemeClr val="accent1"/>
                </a:solidFill>
              </a:rPr>
              <a:t>焚诀：用函数指针一次性更新所有角色</a:t>
            </a:r>
            <a:endParaRPr lang="zh-CN" altLang="en-US"/>
          </a:p>
        </p:txBody>
      </p:sp>
      <p:pic>
        <p:nvPicPr>
          <p:cNvPr id="4" name="内容占位符 3" descr="/Users/alexdong/Desktop/code.pngcode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t="8783" b="8783"/>
          <a:stretch>
            <a:fillRect/>
          </a:stretch>
        </p:blipFill>
        <p:spPr>
          <a:xfrm>
            <a:off x="45720" y="885190"/>
            <a:ext cx="5749925" cy="32092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91785" y="1777365"/>
            <a:ext cx="540639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tx1"/>
                </a:solidFill>
              </a:rPr>
              <a:t>声明</a:t>
            </a:r>
            <a:r>
              <a:rPr lang="en-US" altLang="zh-CN" sz="2400">
                <a:solidFill>
                  <a:schemeClr val="tx1"/>
                </a:solidFill>
              </a:rPr>
              <a:t>：</a:t>
            </a:r>
            <a:r>
              <a:rPr lang="zh-CN" altLang="en-US" sz="2400">
                <a:solidFill>
                  <a:srgbClr val="0070C0"/>
                </a:solidFill>
              </a:rPr>
              <a:t>返回类型</a:t>
            </a:r>
            <a:r>
              <a:rPr lang="en-US" altLang="zh-CN" sz="2400"/>
              <a:t>  (*</a:t>
            </a:r>
            <a:r>
              <a:rPr lang="zh-CN" altLang="en-US" sz="2400">
                <a:solidFill>
                  <a:srgbClr val="FFC000"/>
                </a:solidFill>
              </a:rPr>
              <a:t>函数</a:t>
            </a:r>
            <a:r>
              <a:rPr lang="zh-CN" altLang="en-US" sz="2400">
                <a:solidFill>
                  <a:srgbClr val="FFC000"/>
                </a:solidFill>
              </a:rPr>
              <a:t>指针名</a:t>
            </a:r>
            <a:r>
              <a:rPr lang="en-US" altLang="zh-CN" sz="2400"/>
              <a:t>) (</a:t>
            </a:r>
            <a:r>
              <a:rPr lang="zh-CN" altLang="en-US" sz="2400">
                <a:solidFill>
                  <a:srgbClr val="00B0F0"/>
                </a:solidFill>
              </a:rPr>
              <a:t>参数</a:t>
            </a:r>
            <a:r>
              <a:rPr lang="en-US" altLang="zh-CN" sz="2400"/>
              <a:t>);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>
                <a:solidFill>
                  <a:schemeClr val="tx1"/>
                </a:solidFill>
                <a:sym typeface="+mn-ea"/>
              </a:rPr>
              <a:t>赋值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：</a:t>
            </a:r>
            <a:r>
              <a:rPr lang="zh-CN" altLang="en-US" sz="2400">
                <a:solidFill>
                  <a:srgbClr val="FFC000"/>
                </a:solidFill>
                <a:sym typeface="+mn-ea"/>
              </a:rPr>
              <a:t>函数指针名</a:t>
            </a:r>
            <a:r>
              <a:rPr lang="en-US" altLang="zh-CN" sz="2400">
                <a:solidFill>
                  <a:srgbClr val="FFC000"/>
                </a:solidFill>
                <a:sym typeface="+mn-ea"/>
              </a:rPr>
              <a:t> 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=</a:t>
            </a:r>
            <a:r>
              <a:rPr lang="en-US" altLang="zh-CN" sz="2400">
                <a:solidFill>
                  <a:srgbClr val="FFC000"/>
                </a:solidFill>
                <a:sym typeface="+mn-ea"/>
              </a:rPr>
              <a:t> </a:t>
            </a:r>
            <a:r>
              <a:rPr lang="zh-CN" altLang="en-US" sz="2400">
                <a:solidFill>
                  <a:srgbClr val="FFC000"/>
                </a:solidFill>
                <a:sym typeface="+mn-ea"/>
              </a:rPr>
              <a:t>某函数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;</a:t>
            </a:r>
            <a:endParaRPr lang="en-US" altLang="zh-CN" sz="2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6" descr="/Users/alexdong/Library/Containers/com.kingsoft.wpsoffice.mac/Data/tmp/photoeditapp/20260318182853/temp.pngtemp"/>
          <p:cNvPicPr>
            <a:picLocks noChangeAspect="1"/>
          </p:cNvPicPr>
          <p:nvPr/>
        </p:nvPicPr>
        <p:blipFill>
          <a:blip r:embed="rId4"/>
          <a:srcRect t="12944" b="12944"/>
          <a:stretch>
            <a:fillRect/>
          </a:stretch>
        </p:blipFill>
        <p:spPr>
          <a:xfrm>
            <a:off x="45720" y="3886835"/>
            <a:ext cx="7487920" cy="26695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322185" y="4318000"/>
            <a:ext cx="406336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即使不同角色当前状态不同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，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也可以统一执行行动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endParaRPr lang="en-US" altLang="zh-CN" sz="240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状态转换时改变</a:t>
            </a:r>
            <a:r>
              <a:rPr lang="en-US" altLang="zh-CN" sz="2400">
                <a:solidFill>
                  <a:schemeClr val="accent1">
                    <a:lumMod val="75000"/>
                  </a:schemeClr>
                </a:solidFill>
              </a:rPr>
              <a:t>stateFunc</a:t>
            </a:r>
            <a:r>
              <a:rPr lang="zh-CN" altLang="en-US" sz="2400">
                <a:solidFill>
                  <a:schemeClr val="accent1">
                    <a:lumMod val="75000"/>
                  </a:schemeClr>
                </a:solidFill>
              </a:rPr>
              <a:t>指向的函数即可</a:t>
            </a:r>
            <a:endParaRPr lang="zh-CN" altLang="en-US" sz="240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总结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：FSM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的优劣</a:t>
            </a:r>
            <a:endParaRPr lang="zh-CN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优势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330" y="1854200"/>
            <a:ext cx="5342255" cy="4641215"/>
          </a:xfrm>
        </p:spPr>
        <p:txBody>
          <a:bodyPr/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低耦合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：状态逻辑各自独立，不像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 if-else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各种嵌套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逻辑可视化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：通过状态转移图，一眼看清敌人行为逻辑，调试更改需求时不用翻几百行代码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易扩展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：新增状态只需加一个状态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 +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转移规则，不用动原有逻辑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可复用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：不同敌人可复用同一套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 FSM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框架，只需要中转状态并区分转移条件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劣势</a:t>
            </a:r>
            <a:r>
              <a:rPr lang="en-US" altLang="zh-CN"/>
              <a:t>：</a:t>
            </a:r>
            <a:endParaRPr lang="en-US" altLang="zh-CN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00" y="1854200"/>
            <a:ext cx="5342255" cy="3749675"/>
          </a:xfrm>
        </p:spPr>
        <p:txBody>
          <a:bodyPr>
            <a:normAutofit/>
          </a:bodyPr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状态爆炸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：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状态多了之后，转移规则会变复杂（比如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 10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个状态，转移规则可能有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 50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条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）。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并行逻辑处理难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：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同一时刻只能在一个状态，不容易做并行行为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（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如追击时同时躲避子弹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）。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无记忆</a:t>
            </a:r>
            <a:r>
              <a:rPr lang="en-US" altLang="zh-CN" b="1">
                <a:solidFill>
                  <a:schemeClr val="accent1">
                    <a:lumMod val="75000"/>
                  </a:schemeClr>
                </a:solidFill>
              </a:rPr>
              <a:t>：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只关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心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当前状态，不记录之前做过什么，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不够智能</a:t>
            </a:r>
            <a:r>
              <a:rPr lang="en-US" altLang="zh-CN">
                <a:solidFill>
                  <a:schemeClr val="accent1">
                    <a:lumMod val="75000"/>
                  </a:schemeClr>
                </a:solidFill>
              </a:rPr>
              <a:t>。</a:t>
            </a:r>
            <a:endParaRPr lang="en-US" altLang="zh-CN">
              <a:solidFill>
                <a:schemeClr val="accent1">
                  <a:lumMod val="75000"/>
                </a:schemeClr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accent1"/>
                </a:solidFill>
              </a:rPr>
              <a:t>谢谢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Thanks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  <p:tag name="KSO_WM_UNIT_TEXT_FILL_FORE_SCHEMECOLOR_INDEX_BRIGHTNESS" val="0.35"/>
  <p:tag name="KSO_WM_UNIT_TEXT_FILL_FORE_SCHEMECOLOR_INDEX" val="13"/>
  <p:tag name="KSO_WM_UNIT_TEXT_FILL_TYPE" val="1"/>
</p:tagLst>
</file>

<file path=ppt/tags/tag1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KSO_WM_UNIT_TEXT_FILL_FORE_SCHEMECOLOR_INDEX_BRIGHTNESS" val="0.35"/>
  <p:tag name="KSO_WM_UNIT_TEXT_FILL_FORE_SCHEMECOLOR_INDEX" val="13"/>
  <p:tag name="KSO_WM_UNIT_TEXT_FILL_TYPE" val="1"/>
</p:tagLst>
</file>

<file path=ppt/tags/tag1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  <p:tag name="KSO_WM_UNIT_TEXT_FILL_FORE_SCHEMECOLOR_INDEX_BRIGHTNESS" val="0.35"/>
  <p:tag name="KSO_WM_UNIT_TEXT_FILL_FORE_SCHEMECOLOR_INDEX" val="13"/>
  <p:tag name="KSO_WM_UNIT_TEXT_FILL_TYPE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2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3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4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Phoenix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E8EEF2"/>
      </a:dk2>
      <a:lt2>
        <a:srgbClr val="F9FAFB"/>
      </a:lt2>
      <a:accent1>
        <a:srgbClr val="2B4663"/>
      </a:accent1>
      <a:accent2>
        <a:srgbClr val="5C7885"/>
      </a:accent2>
      <a:accent3>
        <a:srgbClr val="94ACBC"/>
      </a:accent3>
      <a:accent4>
        <a:srgbClr val="B9CAE1"/>
      </a:accent4>
      <a:accent5>
        <a:srgbClr val="97ABBD"/>
      </a:accent5>
      <a:accent6>
        <a:srgbClr val="3B606F"/>
      </a:accent6>
      <a:hlink>
        <a:srgbClr val="5FCBFB"/>
      </a:hlink>
      <a:folHlink>
        <a:srgbClr val="B759BC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C9F754DE-2CAD-44b6-B708-469DEB6407EB-1">
      <extobjdata type="C9F754DE-2CAD-44b6-B708-469DEB6407EB" data="ewoJIkZpbGVJZCIgOiAiNTAyNjQ4MDcwMTUwIiwKCSJHcm91cElkIiA6ICIyNjIzMDEyMzYzIiwKCSJJbWFnZSIgOiAiaVZCT1J3MEtHZ29BQUFBTlNVaEVVZ0FBQVhvQUFBRkFDQUlBQUFBOUl5QU1BQUFBQVhOU1IwSUFyczRjNlFBQUlBQkpSRUZVZUp6dDNYbDhFMlgrQi9BbmQ5TDdvaFI2Z2JRVktDMFVLZ2psRXBaaktVaEJsbU5SV1ZDc3JpZ3FpdXZGb1JTd3JJanNpdXVDMjkrS1NydFFvWUlGQlNwSHVRdVVvMURvWGU2ZXRFM2FuSlBmSDRNaGxGNUFPL04wNXZQK2c5ZGtNa20rQ2Mwbk04L3p6RE1TcTlWS0FBRGFucFR2QWdCQUxCQTNBTUFSeEEwQWNBUnhBd0FjUWR3QUFFY1FOd0RBRWNRTkFIQUVjUU1BSEVIY0FBQkhFRGNBd0JIRURRQndCSEVEQUJ4QjNBQUFSeEEzQU1BUnhBMEFjQVJ4QXdBY1Fkd0FBRWNRTndEQUVjUU5BSEFFY1FNQUhFSGNBQUJIRURjQXdCSEVEUUJ3QkhFREFCeEIzQUFBUnhBM0FNQVJ4QTBBY0FSeEF3QWNRZHdBQUVjUU53REFFY1FOQUhBRWNRTUFIRUhjQUFCSEVEY0F3QkhFRFFCd0JIRURBQnhCM0FBQVJ4QTNBTUFSeEEwQWNBUnhBd0FjUWR3QUFFY1FOd0RBRWNRTkFIQUVjUU1BSEpIelhRQUFQeXdXaThsa01wdk5ETU13REdPMVd2bXU2SUhKZjZkUUtQaXVwVVVrN2ZGVEJuaG9WcXZWWURBWURBYUdZZml1cFRXcFZDcU5SaU9SU1BndXBDbUlHeEFSdlY1ZlYxZkhkeFZ0U0sxV2F6UWF2cXRvRk9JR3hLSzJ0dFpnTVBCZFJadVR5V1NPam80eW1ZenZRaHFBdUFGUjBPbDBScU9SN3lxNDQram9xRlFxK2E2aVB2Uk1nZkFaREFaUlpRMGJyMmF6bWU4cTZrUGNnTUJaTEpiYTJscStxK0NCVHFlanJUa2NjUU1DcDlmcitTNkJId3pEbUV3bXZxdTRCK0lHaEl4aEdMRWRSdG5UNi9WVU5jNGlia0RJYVB0NTV4akRNQmFMaGU4cTdrTGNnSkNKb2VlN2FWVHQzQ0Z1UU1pbyttM25CVldmQU9JR0JJdkNubUR1VWZVaElHNUFzS2o2WVFmRURRZ1pWWjB5UEtMbmMwRGNnR0RSOHpVREZ1SUc0QUhvZERxazJFTkQzQUMwVkg1Ky9vd1pNOTU1NXgzMHJ6OGNuQkVPZ2xWWFY5ZTZaekF3RExOMjdkcE5temFOSFR0MjZkS2xMWGxJV1ZuWjFxMWJIK2hWSmsyYTVPWGw5YkExTnNETnpZMlNhYmN3ZVNoQVMwbWwwamZlZUtPMnRqWWxKZVdKSjU0WVAzNThzdytwcUtqWXNHSERBNzNLc0dIRFdqZHU2SUc0QVhnd0N4WXNPSHYyN0pvMWE2S2lvdHpkM1Z2eWtKaVltTmRmZjczWnpkYXVYYnR0MjdiV3FKRlNhTHNCZURBcWxXcldyRmsxTlRWZmYvMTFDeC9DenJEWExEcW40R3RGaUJ1QUI1YVZsVVVJU1VsSktTNHU1cnVXOWdSeEEvREEwdFBUWFZ4Y0dJWkpTRWpndTViMkJHMDNJQkRzYk1RMkpwUEp5OHVyTFE1UFRwMDZkZVBHalQvOTZVL2w1ZVc3ZHUxNjRZVVgvUHo4V3YxVkJBbHhBN1NycUtnb0t5c3JMeTh2THkrdnFLaW9xYW1wcWFuUmFyWHN2MXF0dHJxNnVzRUhMbDI2TkRnNHVOWHIyYjU5T3lIa0QzLzRnMUtwVEV0TCsvYmJiOTkvLy8xV2Z4VkJRdHdBUldwcmEzTnljZ29LQ3ZMejg2OWN1VkpXVmxaV1ZzWjNVZmU0ZWZQbXI3LysycTFidHo1OStoQkNJaU1qZCt6WThleXp6d1lFQlBCZFdqdUF1QUdlblRsejV1elpzN201dWZuNStZOGVMdXpGSkRVYWpZT0RnNk9qWXl2VmVOZC8vL3RmczlrOGZmcDA5dWJjdVhOalkyUFhyVnUzY3VYS1ZuOHQ0VUhjQUE4S0Nnb3lNek5Qbmp4NS92ejVGcDRRRUJBUTRPdnI2K3ZyNit6czdPRGdZTXNVKzRWNitkTHFvNG92WDc2OGRldFdmMy8vY2VQR3NXdjY5T2tURlJYMTIyKy9IVGx5Wk9EQWdhMzRXb0tFdUFHT2FMWGFreWRQWm1Sa25EaHhvcXFxcW9rdC9mejhPbmZ1N08vdjcrUGp3eTU3ZTN0eldHbkRqRVpqWEZ5YzFXcWROMitlWEg3M2l6Ti8vdnhqeDQ2dFhMbHk0OGFOTGk0dXZOWklPOFFOdENHcjFacVRrOE5Hek9YTGx4dTc3SkZLcFFvTkRRMFBEdzhQRHc4SkNhRnp0TnZhdFd1enM3TkhqQmd4ZlBodysvV0JnWUhQUGZkY1FrTENpaFVyVnF4WXdWK0I3UURpQnRwRVZWVlZhbXJxcmwyN1NrcEtHdHlnWFVTTVRXSmk0dWJObXp0MTZ2UzN2LzN0L252bnpKbVRucDZlbHBiMnIzLzk2K1dYWCthandQWUJjUU90TERNek16VTE5ZkRody9mUDNkbStJc1ptOCtiTm4zLyt1WU9EdzZlZmZ1cnE2bnIvQmtxbE1pNHVidmJzMmV5b3Yvc1RKek16TXo0K3Z0a1h5c3pNYkwycWFZUzRnZGJCTU15K2ZmczJiOTVjV0Zob3Y3NmRSZ3pMWkRMOTg1Ly9URXhNVkNxVnExYXRldnp4eHh2Yk1qQXdNQzR1YnNHQ0JRa0pDVGs1T1FzWEx1ellzYVB0M3NMQ3dtdlhyclhrNVZxdmRob2hidUJSR1F5R1gzNzVKVGs1dWQ1eGs3Ky9mMHhNektoUm94UUtCWC9WUFR5ajBUaDM3dHpzN0d4blorZjQrUGkrZmZzMnZmM0FnUU9YTDEvKzBVY2ZwYWVuWDd4NGNmUG16YmFlc3BpWW1JVUxGemI3aXZIeDhjbkp5YTFVUG8wUU4vRHdkRHBkU2twS1NrcEt2WEc5RVJFUmt5Wk5ldUtKSi9ncnJSVW9sY28rZmZxWVRLYmx5NWQzNmRLbEpROFpQbno0dW5YcmxpeFo4dFpiYjdGWm8xYXJ3OFBEL2YzOVcvSndmMy8vOFBCd3RWcjl5TFZUQ3JQNXdjTXdtODNidG0zYnRHbFRiVzJ0YmFWQ29SZ3hZc1RreVpNcEdXTDc2T051TEJhTHlXUjYwTysveFdLaDZwZ1JzL2xCTzNia3lKSDE2OWZmdUhIRHRzYk56VzM4K1BFVEprd1EyTUFUbVV6MkVNRkJWZFpRQlhFREQ2Q29xT2pMTDc4OGQrNmNiVTNYcmwxalltS2VldW9wQ2h0b0tQbEo1eDA5bndQaUJsckVZckY4Ly8zM1NVbEp0cUY2VGs1T0w3NzQ0cGd4WS9ndXJWSDBmTTE0Uk5XSGdMaUI1bDI5ZW5YNTh1VUZCUVcyTlZGUlVmUG16WE56YytPMXJtWklwWmc5anRpZmI4RTdpa29CQ2pFTWs1eWN2SEhqUnR1UUVIZDM5emZlZUtOLy8vNThsOVk4cXI1cGZLR3FJUW4vSDlBb3JWYTdiTm15TTJmTzJOYU1IVHQyN3R5NURnNE92TmJWVWhLSlJDcVZObmFpbGtnb2xVcStTN2dMY1FNTkt5b3FXclJva1cza25vK1B6NElGQzNyMTZzVjNYUTlHcVZTMjdod1U3Y3ZEOWF5MUhjUU5OT0RRb1VQeDhmRkdvNUZ0QVprOGVmTHp6ejlQWWQ5VHMxUXFsWmpqUnFWUzhWM0NQUkEzY0ErR1lUWnMyR0M3enF4R28xbXlaRWw0ZURqZmRUMGtxVlNxVXFuRWVVbHZpVVJDMVpFVTRnYnVZVGFibHk1ZG1wR1J3ZDUwZDNkZnNXSkZZR0FnMzNVOUVvMUdZelFhUlRoNlhxUFJVTlVManV0TXdWMEdnK0hERHorMFpZMnZyKzhYWDN6UjNyT0cvWkYzY25MaXV3cXVLWlZLMm82a2NNNFUzS0hUNlQ3ODhNUHM3R3oyWnZmdTNaY3RXOVlXVTR2enhXS3hhTFZha2ZSU0tSUUtPaE1XY1FORXE5Vys4ODQ3dG5scW5uenl5ZmZlZTQrMncvNUhaN1ZhZFRxZDRPZVVVYWxVMUk1VVFOeUluVjZ2Zi92dHQvUHk4dGliMGRIUnI3NzZLbTNIL0szSVlERFUxZFVKOHM5ZUpwT3AxV3FhZnljUU42Sm1zVmcrK09BRDIwQysyYk5uVDUwNmxlK2l1R0F5bWRnTCt3cmc3MThxbFNvVUNwVktSZFVRbXdhaFowclVWcTVjYWN1YXYvemxMeUxKR3JaMWd4MUd4RENNMld5K2YxcGx5ckVEcHFWU3FVd21hMGU3b29nYjhmcm1tMi9TMDlQWjVhaW9xR25UcHZGZEVRK2tVaW5OUng4Q2c0NXdrZHErZmZ1V0xWdlk1ZURnNEpiTXBBdndpQkEzWW5UbXpKbDE2OWF4eTE1ZVhwOTg4Z2wrNFlFRGFDb1duY3JLeXRqWTJKcWFHbll3MkQvKzhROUtwaFlHd2NQZWpiaFlyZFpseTVheFdVTUllZi85OTVFMXdCbkVqYmo4OE1NUEZ5NWNZSmRuelpvMVlNQUF2aXNDRVVIY2lFaGVYdDRQUC96QUxrZEZSVTJmUHAzdmlrQmNFRGRpWWJGWTR1UGoyWk9HMEJVRnZFRGNpRVZpWW1KeGNURTd3dTJqano1Q1Z4UndEM0VqQ2tWRlJiYkRxQ2xUcG5UbzBJSHZpa0NNRURmQ1o3VmFiWWRSWGw1ZWFMSUJ2aUJ1aEcvbnpwMzUrZm5zY214c0xBNmpnQytJRzRIVDYvWGZmdnN0dTl5elo4L0Jnd2Z6WFJHSUYrSkc0SktTa3FxcXF0aHpFZDk0NHcyK3l3RlJROXdJV1hsNWVYSnlNcnM4Y2VKRWYzOS92aXNDVVVQY0NObC8vdk1mZHE1TUZ4ZVhaNTk5bHU5eVFPd1FONEtWbTV1YmxwYkdMci8wMGt2VXpsOEw0b0c0RWF5a3BDUjJJVGc0ZU9USWtYeVhBNEM0RWFoYnQyN1padXFMalkzbHV4d0FncmdSTE50VmQ3dDA2UklhR3NwM09RQUVjU05NdGJXMU8zZnVaSmRuekpqQmR6a0FkeUJ1QkNnMU5kVm9OQkpDUEQwOU1hNFA2TkV1cjhSUWJUS1ZHZlJsQm4ydDJjeDNMUlR4VUtuQzNUd3NGc3UyYmR2WU5jODg4NHhVaWw4VW9FVzdpWnRmYmx4TnZWNThxcUlzczdKY2k1UnBoRm9xZTB3bU4zWHk4akVadlV6bWNlUEc4VjBSd0YyMFQ0MnV0MWorbFhQaHE1eUxsMnVxK0s2bG5lbklrSVdSVDc3WXJidUxRc0YzTFFDRTlyajVPdmZpb2pNWkpRWTkzNFcwWXg1SzFhY1IvVi9zMXAzdlFnQm9qUnNMdzh3L2VlVExuQXQ4RnlJUVE3MTlrcUpHK21nd3NCajRSR1BjTUZicmk4Y09KT1JmNXJzUVFlbW8xdncwYkhSL1QyKytDd0h4b2k1dWtEVnRSeU9UclI4d2RHYVhJTDRMQVpHaXJwZjAzN25aeUpvMlVtZXh2SHJpME1XcVNyNExBWkdpSzI2S2REWHpUeDdtdXdvaHF6SVpKeC9jZy9GS3dBdTY0dWJkMDhlTkRNTjNGUUtYWFgzNzE1dFgrYTRDeElpaXVMbGFxOTF5cFlEdktrUmg2YmxUdExYWmdSaFFGRGNiOGk1WjhCM2dSR1psK2JIeVVyNnJBTkdoS0c1K0tNemx1d1FSK1NZdm0rOFNRSFJvT1djcXM3SThwNmFhN3lwRVpQZk5hM3lYUUFXTHhjSXdETU13VnF1MWZSMWdTaVFTdVZ3dWw5UHlGVzRKV21yZGQrczYzeVdJUzVGT1cyYlFlNm5VZkJmQ0Q2UFJhRFFhMlhuajJ6dVpUS1pRS0ZRcUZmMW4vOU5TWDBaRkdkOGxpRTVHaGVpYWI2eFdhMTFkM2UzYnQzVTZuVEN5aHQxQjArdjFWVlZWZFhWMWxPK2cwYkozYy81MkJkOGxpTTV0bzVIdkVqakZNRXhOVFEwajNKRVdlcjNlWURBNE9EaFFlMTFtV3ZadUNuVTFmSmNnT3FLS0c0dkZVbDFkTGVDc1lWbXRWcDFPcDlQcCtDNmtZYlRFVFpWUTltemJFYTFaTEorNXhXS3BxYW1oL0VDakZSbU54dXJxYW92RnduY2g5VkVSTjJMNUs2Q01UaHluTXJBLytPTEpHcGJGWWpFWURIeFhVUjhWY1FQUWRrd21FNFcvOHh3d0dBeTB2WEhFRFFnWjJ4WEZkeFc4cWEydDVidUVleUJ1UU1qWVVYeDhWOEViczlsTTFWRWs0Z2FFak1MMkM0NFphZXAvUk55QVlGbXRWcXErYkx3dzA5UWhnTGdCd2FMcU9JSXZpQnNBTGxEMVRlTUxWVTFYdEp6RXdDVjNwZkpjOUJSMk9iZW1ldmllSGZVMmVNS2p3OVpobzlqbGpQS3ltQU8vRWtLYzVQSlJQbjVicnhZKzBHc3Q2dFYzVHJmSDJlWGo1U1ZUMC9lMnhqdUFGcUhxbXdZaWpSdVpST0tyY1dTWHRhWUdmZ0NWVXFsdGd6eGxOUnRBUDBTTkNISjJlZW5Zd2ZVUE1sT01wMG9WNk9qRUxsK3N4cHprbk1MQkZNdHF0VW9rRXI2cklEaVlhcGo5ZjQzWmF1M2k2SlErK3VrZ1p4ZEN5RmY5QnovdEc5anlwL0pXYTJ6TFZhSnZ0aFFlczlsOC9QangvUHo4WnJmTXlNaXdId1d6YjkrK1U2ZE90WEYxMUJIUjNvMjNTbjNiWkd6SjFPc1NjamR2VEF4VHFOT3V6TXBjRk5hWDNUUDZQdXFwd2IvK2RPWjJCU0hrblI3aHZnNk9UVHhWVkFjZjIzSXZONDgxL1FZMi9kSS9GT1lleDdTZTdZZE9wM3Z0dGRkaVltTGVlKys5SmphN2Z2MzZxNisrR2hVVnRYcjFhdmJVN2NXTEZ3Y0ZCWDN6elRjY0Zzcy80Y2VOVENKNXJtdndqTUJ1STMxOG56djgyNmFpdkdZZklwZmVqUnN6d3hCQ2xwdzdHZW5aWVZ4bmYwS0lrMXp4MDdBeDRhbGJxa3ltbVYyQ2VydDd0ckNTVUZmM1VGZjNwcmZKckN4SDNORGozTGx6dTNmdnZuKzltNXZibkRsemJNMUR6YzVydFcvZlBrTEl5SkVqMlp1SER4L1c2L1ZqeG94cG02cnBKZnk0c1ZpdEg0UkdzSWRDTHdYMWFGSGNTTzcrOVppc0RIc1M2YXdqdjUwWk42V3p4c0hBV0pablplSVVkakVvS2lwS1NVbTVmNzJmbng4Yk4yenpVTE54czNmdlhwVktOV3pZTVBibTFxMWJDU0VSRVJGbFpZM09LdWZsNWZYSTVWTkgrSEZEQ0Vrc3l2dXdWd1FoWkhqSFRzSE9McFhHWmthYUt1Mytlc3pNbmViR01vUGh1Y08vZmQxL3lOVDBQYWNyeTltVnRSWnpZK2RWU3lURVFkYkF4MnRrR0ZQakIzUk4zQVhjR3o5Ky9Qang0eHU4cTdhMjFtcTFzczB4RE1QVW0ySkdyVmJMWkRKMk9TY241L3o1ODlIUjBVNU9Ub1NRZ29LQzQ4ZVBFMEtlZmZiWkpsNTYvLzc5YXJYUXBuWVZSZHo4VUpqTHhnMGhaTTVqajMrV2ZiYnA3UlhTK25zM3JMUmIxM3Z1K0ovSnJyOWowSzgvTmZZa2k4UDZMZ25yZCtkSkdNYjJuTGYwZGFQMi9ueXBwdXBoM3cxUVljS0VDVnF0bGwzKzhjY2ZmL3p4Ui90N1AvLzg4MEdEQnRudUpZUkVSMGV6TjluMm1yZmVlc3ZKeWVuamp6OGVPSERndUhIajduOSthbWZrZXhTaWlKdUwxYmZQVkphempTeFRBN3ZWaTV0T2FzMzI0V1B0MTdqWi9VK1A2ZVNYTVhiUy9jODVMWDFQbnJiUkdRaW4rSGY5cUZkZjI4MDNUeDBaN2VQM3RGOGdJY1Rmd2ZIZzZLZkhwcVdlK24wWENkcWptVE5uR28xR3JWYTdlZlBtOFBEd2Z2M3UvTFJjdm56NTBLRkR0ckNvckt6Y3VYTW5JY1RWMVpVUWN1blNwZDI3ZHc4Wk1tVGF0R2w2dmY3amp6OE9DQWdZUFhvMHIyK0ZPNktJRzBMSVQ5ZUsyTGg1ek1rNTBxT0QvVjBxbWF5ZlI2UEh5UjVLbFllSDZ2NzFtb1lPbEFnaEVrTGU2QjYyS21LQTdQZnU5Tk9WNVYvblhFd3N6RHY1eDhuc0dKd09LdlhoTVJPWG5ULzlhVmFtQ1dORDJpZTI3ZWJLbFN1Yk4yL3UzNy8vM0xsejJmVS8vdmpqb1VPSGJLMDUzMzMzblcwR0RJdkY4dW1ubnhKQ1hucnBKZjRLNTVOWTRtYkh0V0xiN3NhMHdHNXQ5Q3E5M1R6VzlCczB2R01uMnhxZDJUdzlmYS9aYWkwM0dxTDM3VG8wK21sWGhaSVFvcExLUGdtUG5CN1k3ZjNNRXp1dUZhSEJoa0xYcjErZk1XTkdZL2VPR0RGaThlTEZiSlFvRkFyYmV2Yk1DWGJ2cHJTMGRNdVdMYmE3a3BLU3NyS3lwazJiRmhJU1lsdHBOQm9ySyt1UC8zUjJkbTVmRjVCcUlRRytwUWFkS0MrOXBhL3JxTmFjdTEyUlhYMjdkWjljUXNpSWpwM25QUjQ2MGErTC9lQk5FOE84ZE96QXV6MTdyODQrbDFWVm1WVlZPVFp0NTY0UmYyUVRoKzBhVHhrMnVrQmJzeTduUW1KaDN0VTZUbWUwL3ZYWFgzVWJFN2w4Ulk3Tm1qV3JjK2ZPRC8xd0J3Y0hXNFBMcmwyN0NDRmp4OTQ5Nk83Um93Y2JLSVFRUjhlN1k2L3M0K2J6enovWDYvVkRodzQ5Y09BQUlXVG8wS0VIRHg2TWpZMjFmNVd0VzdleUhWWDJFaElTZXZicytkQ1ZVMHNzY1dNbFpONkpRemsxVldkdVYzaXBWQ3Y3OUxmZFZhVFRPdjh2d1g3ai94czQvQm4vcnJhYjc1ODU4WTlMNStzOVlhM1pySkhKQm5md0dkZlpmMHJBWTM3M0RmWXpNSmI1R1VmZTd0azd3dDN6dWE3Qks3SXlsNTAvZGJTOFpNU2VIVDhOSDJNN1NZSVEwdFhKZVZYRWdGVVJBN0tyYisrNWVXM1ZoVFBGdFZ6a1RrbEp5Ymx6RnpsNEliNDg0Z1VKM056Y0ZpNWNTQWk1ZHUxYWNuTHl0R25UM25ycnJYcmJWRlJVc0Z2YTFyQlRYaWdVaXN6TXpMMTc5dzRiTml3eU1wS05HejgvdjYrKytxcmVNd3dZTU1BK3hWaSt2cjZQVWptMXhCSTNoSkF0VndvYVhHOGxSSHR2WjNhSXM2djl6UWgzVDIxRHZkM0xlei94UnZld0JwL3pwcjV1eW9IZHI0VDBqSEQzWkx1NkZvWDFmZG92OFBuRHY1MnFMSS9jdVhWVDFFajdZeTVXZHhjM0w1WDZiNmVQUC9pYmd6YTBmZnQyUXNpVUtWTUlJVnF0bHUzUFpwV1VsQkJDT25XNisxL0pYaTFQcFZMNSsvdDdlSGdzV0xCZy8vNzlUVHg1bHk1ZEd1eVpFaVFSeFExTElaRzhGeHJSeEFZT01sbDNGemY3TlVPOE8wa2F1bHpFSitkUFAvOVlpSWV5ZmtQeXRxdUZjNDhkS0RNWU1pcEtLNDJHZVNHaDdQbys3cDc3UjAwSS9pbnBwcjV1eE40ZHJ6L2U2NVBla2M1eWhmMWpQODgrcDdOd05HM0NxRkdqWHA3NUYyNWVpeGVQY2lSbFl6S1p0bS9mUG5qdzRJQ0FnTXpNekFVTEZzVEZ4VDM1NUpQc3ZhZFBuNVpJSkYyNzN0MFgxdXYxYk54NGVucHUyTENoWThlT2oxNkRZSWdyYmdJZG5SS2pSajdwNWQzRU5vTTYrQ2p1SFNUcW85WkVlblE0Y2Q4bGJpdU1oaFZabWFzaUJ0aldaRlZWdm4zcTZLNGJWOW1iQm9aNUxlUHd3WktiQ1FPSE9jamtlb3ZsVHdmM2xCc043QzdWRjVmT2J5ck0vU2lzN3d2ZHVtdGtNdmJDVCtzdVgyalZkOXlVamgwN2hvZUZjL1p5M0t1cnEyTy8vSTlpejU0OVpXVmxNMmZPSklRRUJ3ZGJyZGFrcENRMmJ2UjYvWmt6WjRLQ2d1emJidGpHWTNhRW5sQ1BpUjZhaU9KbXNuK1hEUU9HdXQrM00xTFBlTjhBMjdMT2JIYVV5d2toay95NzNCODNoSkN2TGw5NHQyZHZMNVU2dmZUbTZvdm50bDB0dkg4bjZKYStidWFodE0vNkRudzk0OURlVzlmdDd5b3g2Ri9MT0x6MDNNbTVRVDJlNnhxODU4YTEyeWFjTlU0Umk4WHk3YmZmOXVyVnEyL2Z2bXlUOElRSkV4SVRFNHVLaWdJREEwK2VQR2swR2djUEhtei9FRFp1TkJwTjQ4OTZqeTFidHR4L25rUnNiT3lmLy96bjFuc2Z0QkJGM0hnb1ZmK0lIUFRuTGtITmJpa2xaRXJBblIxakU4TjhsWFBoN1I3aGhKQy9QQmF5Nkd5RytiNHhNanFMZWNhaHRHS2Q5bklqbzRURDNUeDJEQjhqSVpKbDUwLzk4dnRlVHoxNmkrVllXY21LckV4bGM2ZmVBTWZXcjErZm41Ky9aczBhOW1aVlZWVy9mdjBTRXhPVGtwSVdMbHo0M1hmZnNjZWs5Zy9SNlhRcWxhclpzNmhzZXZUb1lSdC9iQk1hR3RwSzc0QXV3bytiZ1Y3ZVc0ZU83cWh1MGEvTjAzNkJ0ajZqSTJXM2Rsd3JadU9tazhaaHNuL1gveFUzTUszSjhiS1NEbmJudHNRRzlYQldLTmhUeWI4dnpQMXAyQmdudVlJUXNxSlAvK21CM1dZZDJjZk9YTUZ5a3N2bmhZUyszYU8zaTBJUnNmUEhyQ3JNdjBXUnlzcktoSVFFUXNpWFgzNFpGeGRYV1ZscG00MzA1NTkvN3RldjM2bFRweUlqSTd0MXUyY1lWMjF0cmYyeFZiTkNRME5mZU9HRjFxNmRVc0tQR3hlRnNsN1dKQmJsVFc5a3BOL2JQWHJibG4rNWNmVlE2YzNiUmlON1RzUGlzTDViaXZQdkg0ODNvMHZRdi9vUHpxZ29UU3JLLzc0ZzU2T3dDRGF3REl6bHh5c0YrZHBxMjJ4K3ZkMDlqNCtkdFBUY3lVOHZuTEZZcllTUXovbysrVkpRRC9iZXIvc1BHYkw3Snd3eHBvZTd1L3VJRVNOdTM3N3Q3ZTN0N2UzdDZlbnA1ZVhsNGVGUlVGQ1FrWkd4WXNVS1FzZ3JyN3hpL3hDOVhwK1hsK2Z0M1ZUam9KZ0pQMjRPbE56UVd5eHFtWXdRVW1leHZITDg0TS9YaXh1TW04bitYYUk2M08xSCtPbHFrZGxxM1g2dDZMbXV3WVNRbnE3dUx3ZjNYSmRUdnltWGZhcElqdzZSSGgwdVY5OXpTRlZjcXh1NTkrZllvQjd4ZlFld1BWQktxZlQ1cmlGZjVWeW9OQm9KSVIrZk96V3pTekRiUEJUVm9lUGNvTzcvem4yQW1VbWhyYkdaVWs5WVdOamV2WHRyYW1vbVQ1N2NxMWN2dlY3LzZxdXZ1cnE2T2pnNFhMcDBxYUtpWXVMRWlYd1UydzRJdjdHZ3ptSTVXSHFURUZLczB3NzZOZVcvQlRrTmJ1YXFVSHplOSs1VWU3L2R1bjYrcXBJUTh0Lzh5N2FWS3lQNmQzVjB0bjlVWjQzRFVPODc4L1ZWbVl5LzNMaFM3Mm10aFB3cjkyTGYxQjh6SzhzSklhVUcvYmg5T3l1TnhpbitYZFZTMmJXNjJ1VlpwMjBieC9WK3d1WGVmbkdnVUVGQndkbXpaNE9EZytmUG44OTJRbFZWVlIwNmRHajM3dDIzYnQwYU5XclU4ODgvejNlTmxCTCszZzBoNUpmclY1ems4a2tIZHQvU04zcTU2Sy83RHdsd3ZEdDhhMDMybldIRWFiZXVYNnF1ZXR6RmxSRGlMRmY4Tkh6TW9GOVNhc3gzNXRiNmM1Y2c2ZStuWWlZWEZ4Z2FtYTBtVjFzOThKZVV6L28rdWJFZ0oxOWJJNWRJdm84YWNkdG9XSmR6NGR2OG5CZTZkWC9NeVprUTRxVlNMK3paKzhPekdhMzY3cUdWaFlTRXhNWEZoWWFHMnVhallVK01NcGxNY3JtY2trbkk2U1Q4dlJ0Q3lMY0ZPVS90MmRGRTFpd0o2MmQvM21aT1RkV09hMFhzc3BXUUZYWTdJTDFjM1hjKzlVZFhoWUw5N0Y0SnZudGl5L2VGdWZiUGFUL2hNU0ZFejFoZXpUaDB0THlFYmNSUlNxWGVhczJTc0g2WG41NzJkYzdkTXduZTdCSFdXZVB3cUc4WTJ0aXdZY1B1bjIxUG9WQTBtRFZUcDA0OWR1eFlVRkQ5amxHMVduM3MyTEg3VDR3UU1GSEVUYWxCMzloK0J5SGsvZEEraThQNjJxLzU2NGxEOWx0L1Y1aDcxcTQ3S2FwRHgwT2pKL1p5ZFkvMkRXRDNTdGdqdFgyM3JoTkNiSDNsU3FrMDJObWx3VmQ4NGZjclR4RkM4bXFxUDhzK2UrbjNScCtqWlNVTnpnRUlEd0U3R3JRUisxOTJSN1ZtMGIxWms1Qi9hYy9OYS9ackxGYnJ5OGNQSGh6MXRHMEttMUJYOXplN2h6bllUUkh3Zi9tWDJZU3FNaG45eUoxKzBEMGpvcE92Rk5UYW5XL2xJSmRIZW5RWTRuMzM4Z3cvRk9aYXJOYVB6NTM4VzJpZnYyVWVUNzFldi9VSEhocmloa1hQNXlEMnVMbWxyMXVSZGZyL0JnNW5iMTZwMVMwNGRmVCt6WTZVbFN3Nm14SFgrd24yNXI1Yk4xNDVrVzZ4V3I4dnpKM3oyT04vN096L3plL1h1anRhVm1LNzNFS0FvOU9ialp6RHlkS2FUZi9PdmNqMnpTY1c1V0hXbTlaRno5ZU1SN1lwazJrZ2lvT3BwdjIzSU9mTHkxbUVrREtEZm5UYXo1V05YSHh1ZVZZbUd3MDM5WFZUMC9jWUdjWml0ZTY0Vmp6NTRHN3Y1STIyS1NOV1hUaWpOYmYwSWczek00N2MxTmNSUWhoQ2tEV3RqcXB2R2wrbytoREV2bmZEZXZ2VXNValBEcStkT0p4ZDNkU001UzhmVHkvVjYvZVgzQ2cxM0hQaVg0MWR2bHlxcVJyMFM4cVM4SDVEdlR0NXF0VDMvN3lhR0tiVW9EOWFkbXZ0cGF6OUpUZGE5NDJBUGFxK2FYeXhuMm1RZHhJYXJxTnNKVVQ2dzNwK2E1QkpKQllLUGdvdUxRbnJWNitOWEhpMFdxMUozRmNFYzNOem8rZWdFZ2RUZDRndGEwUkNwV3BtQWdCaFV5cVY5R1FONGdZRVRxRlF0UHprYk9HaDdjSjQ0djJmQUpGd2NCRHBzRW1GUWtGYjZ4VVZjVVBSM2g0SWprS2hFT1FWS1pzbWtVZ296RmtxNG9ZUTRvaWh0Snh6Rk9LVmpCcms2T2dvdHNSeGNuS2k4Q2lTbG9MY1JQYlhRQU12RlYwSDltM0swZEd4NVJONnRuZlVYaFdQbHByVWxCMWtpa0V2TjNlK1MrQ1VXcTFXS0JSYXJaWnAvQVM2OWs0cWxUbzdPMU80WDhPaXBheWdleS90QkcxTlFraFBGM0hGRFR2d2o1MEhpN1kyMUVlblVDaWNuSnhjWFYycHpScUs5bTZlOVBKdWJPWndhQXZoYmg0T1ZPNXZjMENsVXFsVUtvWmhUQ2FUMld3Mm04M3RjWDlIS3BWS3BWS1pUQ2FYeXh1Yis0STJ0UHpCOWZmRTlLNmNHdDNKais4U2VDYVZTdG5jNGJzUUVhRmx2MnVVajYrb1dpNTUxNUxMNEFDMExscmlSaUdWenNRWGdDc0RQRHYwY2Zma3V3b1FIVnJpaGhEeWJzL2VHc0UxNE5GcGZwT3o4QUMwRVlyaXBwUEd3WGJSSldnN1BWemNwdnAzNWJzS0VDT0s0b2FkTnJpRmw3dUVoL1pGNUNBWnhYMmxJR0IwL2RsNXF6V0pVU1BrN2FGTHI1MWEwZnVKVVQ2K2ZGY0JJa1ZYM0JCQ2huZnN2UE9wUHpyajZtNXRZUFpqSVF0NzltN0JoZ0J0Z29yWi9PNlhYWDE3eXNFOVdWV1ZmQmNpSEhPN2RmLzNnQ0Y4VndHaVJtbmNzQmZiblo5eGVIMGVycG5kQ2hhSDlWMFMxby92S2tEczZJMGIxdEd5a2lYblR1TDhob2MyMmIvTGtyQitZVzRlZkJjQ1FIM2NzQzVXMzA0c3pQdnBXbEZtWlRuZnRiUVBjcU14dkxvdWNmYmNZSno3Q3RSb0gzRmprMXRUblY1NjgxUkYyZm1xQ3FZOUZkNjJwQkxpb1ZSN3FkUWQxWm9BcFdyajhwV2EwbkpDeUQ5MEJwc2VBQUFLMGtsRVFWVC8rYzl1M2JxMTRBa0F1TkRPNGdaYVl2WHExYnQzN3lhRURCOCsvTjEzMytXN0hJQTdxT3NJaDBmM3pEUFBzQXNIRGh3b0xTM2x1eHlBT3hBM0FoUVlHQmdXRmtZSVlSZ21KU1dGNzNJQTdrRGNDRk5NVEF5N2tKcWFXbHRieTNjNUFBUnhJMWlEQmczeThmRWhoTlRWMVczZHVwWHZjZ0FJNGtiSW5uNzZhWFloS1NtcHBLU0U3M0lBRURmQ0ZSMGQ3ZW5wU1FneG1VeGZmZlVWMytVQUlHNkVTNmxVenBvMWkxMCtldlJvWm1ZbTN4V0IyQ0Z1aEd6a3lKR0JnWUhzOGhkZmZHRTJtL211Q0VRTmNTTmtVcW4weFJkZlpKZHYzcnlabkp6TWQwVWdhb2diZ1l1TWpBd1BEMmVYTjIzYVZGRlJ3WGRGSUY2SUcrRjcvZlhYMlNzckdnd0d0QmtEanhBM3d1ZnI2enRqeGd4Mk9UMDlQU3NyaSsrS1FLUVFONkl3WThhTXpwMDdzOHRyMXF4Qm16SHdBbkVqQ2pLWjdKMTMzbUdYcjE2OXVtSERCcjRyQWpGQzNJaEY5KzdkSjB5WXdDNm5wS1RzMmJPSDc0cEFkQkEzSWpKbnpweE9uVHF4eTJ2V3JMbDA2UkxmRllHNFlIb3RjU2txS25ydHRkZE1KaE1oeE5YVmRkMjZkUjRlbU1ZWU9JSzlHM0VKREF4OC9mWFgyZVdxcXFwRml4WVpqVWEraXdLeFFOeUl6aC8rOElkUm8wYXh5M2w1ZVo5OTlobmZGWUZZSUc3RWFONjhlUUVCQWV6eWdRTUgvdmUvLy9GZEVZZ0M0a2FNbEVybEo1OTg0dXpzek41TVNFZzRjZUlFMzBXQjhDRnVSTXJiMjN2NTh1VXFsWXE5dVh6NThxdFhjZTFBYUZ2b21SSzF6TXpNRHo3NGdHRVlRb2k3dS91S0ZTdHNFMVlJbnNWaU1abE1ack9aWVJpR1lkcmpGMEgrTzRWQ3dYY3RMWUs0RWJ1MHRMUlZxMWF4eXhxTlpzbVNKYll6eUFYSmFyVWFEQWFEd2NDR3JHQ29WQ3FOUmlPUlNQZ3VwQ21JR3lBN2QrNWN1M1l0dXl5VHlkNTY2NjBSSTBid1hWU2IwT3YxZFhWMWZGZlJodFJxdFVhajRidUtSc21XTEZuQ2R3M0FzK0RnWUI4Zm55TkhqckEvL29jUEg1Ykw1YjE2OWVLN3JsWldXMXVyMSt2NXJxSnRtYzFtazhra2w4dlpLVWRvZzcwYnVHUC8vdjN4OGZHMlE0elJvMGZQbnorZnpyL2FoNkRUNlVRMW9OSFIwVkdwVlBKZFJYMklHN2pyOE9IRGNYRnh0c1NKakl6ODRJTVAxR28xMzNVOUtvUEJJTUpyK3prN084dmxjcjZydUFmaUJ1NXgvUGp4anovKzJHS3hzRGNmZSt5eHVMZzROemMzdnV0NmVCYUxwYnE2bXU4cWVDQ1ZTcDJkbmFuYVA2V29GS0JCLy83OVY2MWE1ZTd1enQ3TXo4K2ZQMy8rOWV2WCthN3I0UW0rdmFZeERNT3c1K0xTQTNzMzBJRGJ0Mjh2VzdiTU5zMm9ScU9aTld2V2hBa1RxUHFwYkFtR1lhcXFxdml1Z2pkU3FkVEZ4WVdlM25IRURUU01ZWmdOR3piWVgxKzhTNWN1Q3hZc0NBb0s0cld1QnlQT1ZodDdWTFhnSUc2Z0tSa1pHWC8vKzk5dE93Z1NpU1E2T25yMjdOa09EZzU4bDlZaTFkWFZ0bllvY1ZLcFZQVDhaeUZ1b0JuVjFkV3JWNjgrZHV5WWJZMmJtMXRzYk96dzRjTjVyYXRGS2lzcitTNkJaM0s1M0hZdUx1OFFOOUFpZS9mdVhiZHVuZjJCU2E5ZXZkNTg4MDNiQlI0b1pEYWJhMnBxK0s2Q2Y3YUdmOTRoYnFDbHlzcktQdjMwMC9Qbno5dldLQlNLcVZPblRwczJqYzVUQk5Gd3cwTGNRTHRrdFZyMzc5Ly9uLy84cDdTMDFMYlMzZDA5T2pvNk9qcWF0dUU1Z2o5RHFvWGMzTndvNlp4QzNNQURNeHFOMjdadFMwcEtzdDkza01sa1E0WU1tVGh4WXZmdTNYbXQ3cTY2dWpyUkRycXhoN2lCZHErNnVucmp4bzJwcWFuMVpuSUlEZzZlT0hIaTBLRkRlVC9DYXJ1NHFhdXJ1M0RoZ29lSFI5ZXVYZHZpK1ZzWFBYR0RNOExoSWFsVXF2NzkrNDhhTmNwc05oY1dGdHI2bXlzcUtnNGZQcHlhbWxwYld4c1FFTURqZkFobXM3bU5Mazk4OWVyVjJiTm4xOWJXdG92dU9iVmFUVW5jWU84R1drRjFkZlcyYmR1MmI5K3UxV3J0MTB1bDBxaW9xSWtUSjRhR2huSmZWV3Z0M2VUbTVqbzZPdHF1Q0VnSUtTZ29tRDU5K3JoeDR4WXZYbXkvWldscGFWVlZsYisvdjIxVzFyS3lNdnVoa2kweGFkSWtMeSt2UnkvYmhwNjlHMXFHRzBLNzV1TGk4dnp6ejArYk5tMy8vdjA3ZCs3TXpzNW0xek1NYy9EZ3dZTUhEM2JvMEtGUG56NTkrdlRwMjdjdmJTM0tUVE9ielRObnpveUtpbHE5ZW5Xekd5Y2tKQ1FuSjMvLy9mZTJzZGNWRlJVUGVrWDJZY09HdFc3YzBBTnhBNjFHcFZLTkhqMTY5T2pSeGNYRk8zYnNTRXRMMCtsMDdGMmxwYVc3ZCsvZXZYczNJU1FnSUNBaUlxSlBuejY5ZS9lbWVlcTVWaFFURTJPN21tQVQxcTVkdTIzYk5rNHE0Z2ZpQmxwZlFFREFYLy82MTdsejU1NDRjZUxBZ1FOSGp4NDFHQXkyZTR1TGk0dUxpMU5TVXFSU2FVaElTRVJFUkVSRVJQZnUzWGx2V200N01wbk0wZEd4Slp0eFVnNXZFRGZRVmhRS3hhQkJnd1lOR21RMEdvOGRPM2Jnd0lIang0L2JUNm5ITUV4MmRuWjJkdmFtVFp0a01sbW5UcDM4L1B4OGZYMTlmWDM5L1B6OC9Qem9HWjhHclFKeEEyMU9xVlFPR1RKa3lKQWhCb01oUFQzOTlPblRXVmxaTjIvZXROL0dZckZjdlhxMTNyV3UxR3ExTFhvNmQrN3M1K2NYRUJBZ2dOa0ZSUXR4QTl4UnFWUWpSNDRjT1hJa0lhU3FxdXI4K2ZQbno1Ky9jT0hDNWN1WEc5eGVyOWZuNWVYbDVlWFZXKy9pNHFMUmFCd2NIQndjSE5ScU5idWcwV2pZbGJhRm9LQ2cxam84S1NrcFNVMU50ZDBzTHk4bmhGeS9mdDErSlh1YzJDb3ZKMVNJRytDSHE2dHJWRlJVVkZRVUljUmtNaFVWRmVYL3JxQ2dvRjZIZWozVjFkVXRtUTkwNmRLbHdjSEJyVkp0VGs3TzBxVkw2NjNNek16TXpNeHNsZWNYQ2NRTjhFK2hVQVFGQmRsUDNGVlNVbkxseXBXeXNyTHk4dkt5c2pKMm9ieThuUHVwK2VSeStjYU5HK3V0dkg3OStydnZ2anQ0OE9EWTJGajc5WnMyYlVwTFMydDNjeDV5Qm5FRE5QTDI5dmIyOW03d3JwS1Nrb3FLQ2phQUtuN1g0S1M4TGVrTWFsWmxaYVZhcmZieDhiRy9qZ3JiaWViaTRoSVNFbUsvOGVMRmkxOTQ0UVVCZDdFOUlzUU50RE5OSkZFOXJUS3FlUDM2OWZWRzdqVnQ1c3laSVNFaDY5ZXZmOFRYRlNUczlRRUFSeEEzQU1BUnhBMEFjQVJ0TndCdExqTXpNejQrdmlXYmNWSU9ieEEzQUcydXNMRHcyclZyelc1RzIwVXZXeDNpQnFCNWMrYk1zWjh5aHAwbGF0ZXVYV2xwYWZXMmJMQXZMQ1ltWnVIQ2hjMitTbng4ZkhKeWNtdlVTeW5FRFVCVHdzUEQ3VThyYmRiUFAvOXNmMU90Vm9lSGgvdjcrN2Zrc2Y3Ky91SGg0UUkrS1F5eitZRmdZV3AwRmoyeithRm5DZ0E0Z3JnQndhTGtKNTEzOUh3T2lCc1FMSHErWmp5aTZrTkEzSUJnNGN4czlveDJ2a3U0Qy84ZklGaFVmZFA0UXRYOHg0Z2JFQ3lKUklJZEhQdDVNM2duOXY4TUVEYXF2bXpjazhsazJMc0I0SWp0YXBiaVJOdmJSOXlBa0VtbFV0cStjcHlSU0NTMDdkd2hia0RnTkJvTlZaM0JuS0h3alNOdVFPQWtFb21Ua3hQZlZYQk5xVlJTdUZ1SGM2WkFGQ3dXaTFhclpSaUc3MEs0b0ZBbzZFeFl4QTJJaGRWcTFlbDBncDlUUnFWU09UZzQ4RjFGd3hBM0lDNEdnNkd1cms2UWYvWXltVXl0VnRQV1BHd1BjUU5pWkRLWmpFYWp5V1FTd04rL1ZDcFZLQlFxbFlxcUlUWU5RdHlBcURFTVl6YWJMUllMMzRVOEdIYkF0RlFxbGNsa3RIVS9OUUZ4QXdBY1FVYzRBSEFFY1FNQUhFSGNBQUJIRURjQXdCSEVEUUJ3QkhFREFCeEIzQUFBUnhBM0FNQVJ4QTBBY0FSeEF3QWNRZHdBQUVjUU53REFFY1FOQUhBRWNRTUFIRUhjQUFCSEVEY0F3QkhFRFFCd0JIRURBQnhCM0FBQVJ4QTNBTUFSeEEwQWNBUnhBd0FjUWR3QUFFY1FOd0RBRWNRTkFIQUVjUU1BSEVIY0FBQkhFRGNBd0JIRURRQndCSEVEQUJ4QjNBQUFSeEEzQU1BUnhBMEFjQVJ4QXdBY1Fkd0FBRWNRTndEQUVjUU5BSEFFY1FNQUhFSGNBQUJIRURjQXdCSEVEUUJ3QkhFREFCeEIzQUFBUnhBM0FNQ1Ivd2VRSDhJYlloRmN2QUFBQUFCSlJVNUVya0pnZ2c9PSIsCgkiVGhlbWUiIDogIiIsCgkiVHlwZSIgOiAibWluZCIsCgkiVXNlcklkIiA6ICIxNzUzNDk2ODE2IiwKCSJWZXJzaW9uIiA6ICI5Igp9Cg=="/>
    </extobj>
    <extobj name="ECB019B1-382A-4266-B25C-5B523AA43C14-2">
      <extobjdata type="ECB019B1-382A-4266-B25C-5B523AA43C14" data="ewoJIkZpbGVJZCIgOiAiNTAyNjQxMDQzNzkwIiwKCSJHcm91cElkIiA6ICIyNjIzMDEyMzYzIiwKCSJJbWFnZSIgOiAiaVZCT1J3MEtHZ29BQUFBTlNVaEVVZ0FBQTg4QUFBTE1DQVlBQUFEYWFJRFpBQUFBQVhOU1IwSUFyczRjNlFBQUlBQkpSRUZVZUp6czNYbWNGc1dkUC9CUFZYYy96ek1YTTl5SUlLZ2dNTUxBekRNREltZ21ISE1RRTgzQjVvNXV6TEs3eWZwYjNSRGxORTlnQUk4Y216WEhKcHRzc3NuR0pHdnVST1lBbEhpaHpBVUlDSXFLaWlpWG5EUHpITjFWdnorbUgraHBlbUNHR2NEZzUvMTZQV0dlcnVycTZtZVFQTit1cW04Ql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VJFUkVSRWY3dkV4ZTRBRVZFdkd3WWc0djZzQUx4eWtmdERSRVJFUkVSRTlLN1RBRUM3cnhQbjJNWURualkwZ01tOTNNZmVjaFJBM0gzZGQ3RTdRMFJFUkhRcE15OTJCNGlJM29Xazc3ME9xR01BY0M1UWY0SklBSDA4N3k5bVg0aUlpSWd1ZWY0dmlFUkVkUGJndVFMQWl3Q3V1NEI5OHN2eXZZOWZwSDRRRVJFUnZTY3dlQ1lpT3QyWmd1ZjNBL2dkZ0tzQVBBSGdpeGU0YjJuKzRMbnRJdlhqVERiNXByOXJBQTlkN0U0UkVSRVJuUXNHejBSRXB6Tjg3OU5Ub2lXQWJ3UEljTjliQUw0TDRFY0FRaGU0ajFmNTN1KzV3TmMvbTRudXkrK1RGK0d6SWlJaUl1b3hCczlFUktmei85dVlEcDRWZ0ZrQU52cktid2V3RHNDQUM5US9BTGpHOS82MUMzanRydmo3VG83M0IvREJDOXdYSWlJaW9oNWp3akFpb3ROMUZqd0R3SDUzNnZiREFHNzJISjhPNERsM1BmUkxuYlJiQWlDM2wvbzQwL2YreW9DcDNEM3hQSUI5NTNpdUNlQlRaeWkvRmNCdno3RnRJaUlpSWlJaTZvSWhBTDRLSU54SmVXOXNWZlVqM3pwZC95Z3YzQUQ3dXdGcmVnOTBVaDhBbmcyby8yNTlmZUljUHp1NER4VzhiYlg2M3FjQURPcEIrMFJFUkVRWEhLZHRFOUhmaWtFQXZnL2dWUUF4QVBQTzQ3VWl2dmZKZ0RvS3dKY0M5bGR1QnZES2VlemIzNExiZk8vL3o1ZDB6UVR3bVF2Y0p5SWlJaUlpb3ZlRS91NUljbnIwY205QWtJdGVHbmwreERkU092UXM5UmU1OWJhZVpWcjJlMkhrdWIvN3NNSGIxbWNCYlBNZDIzeU83Uk1SRVJGZEZGenpURVIvS3c0QitDOEFkN3J2THdQd1R3RCsvVHhjeXo4bFBHamsyV3VsTzEyN0RzRFJNOVNiMVF2Lzdob0FudWxrYXZqUEFmeS9IcmFmMW5LTzUzM2F6VUtlNWdDb0FWQUlJTjl6dk1BOTF0ekRmaElSRVJFUkVaSFBNSGU5YkhyMDhpM1B0bEZwdlRIeVhPc2JKYzN1aGI3M2xuL3c5ZTJJNy8ybkwzTC9tbno5cVhXUGx3U01ibi83SXZlVmlJaUlpSWpva3ZWclh3QjJwNis4TjRMbnYvcXU4VzZacFRQY0hlRk85OHNCVU9SbXh2YmVjL0ZGNnQrRWdBRDVWay81VGwvWkFkOG9OUkVSRWRHNzFydmxDeUVSVVZkOUc4RGZlZDUvMFQybXozRE9COXpBcnF0Ryt0N1A3MllmMHg3cXdmUm52eENBMy9qMmt2NnBPOUw3YVhmdjZiQzdYVlVOZ1BlNTY0d3ZKSCtpc0RpQTMzdmVQNHoyWkc5cEE5emZ6Ujh1VFBlSWlJaUlpSWplV3piN1JqQm5lY3FDUnA1L2VwR1NiZzNwcGZzTkFmaWRyKzIzQVBUMTFKa1hVSDV0TDEyL0swd0FiL3Y2OElpdnpxaUF6NGlCTXhFUkVSRVIwWG55TDc0QTdEZWVza3N0ZUk0QStJdXYzUlNBMG9DNlh3OVlEejJ6Ri9yUUZUY0YzUCtIQStwdDlOVkora2JUaVlpSWlJaUlxSmZrQVdqMUJaT1h1V1dYVXZCOEZZREdnSGIvdVpQNk1tQk5lTko5MkhDKy9jWjMzY01CV2NzQjRGOEQ3dWRmTDBEL2lJaUlpSWlJM3BNZTlnVmdTOXpqUWNGejJNMlkzWlZYZndESzEzWlpOODczdmtRUDdtK3VHNEQ2QTgycXM1eG5BUGhGd0hsL0FUQ29CLzA1azM0QUVyN3IvYmlUdW9NQjJMNjYzSzZLaUlpSWlJam9QS253QkY4N0FYemNQZDdUYk51akF3TFAyTmxQNnpWWEFuajBES1BaYndLWWNaWTJwTHNudHYvY0ErNVdWN0tYKy95bGdHdWRhYnE0ZnlzdzdlNzdURVJFUkVSRVJMM01jSk5vM2VJTEJuc2FQTThLQ095ZTZjVitkNlkvZ0pXKzZlanBsMzlVMXdHd3FnczdKdnlyYjEvczlLdXBsOWRDMS92YTMzdVdBUDF6QVgzNlppLzJoNGlJaUlpSWlNNmlwOEh6N1FHQm5RMGc5enowRlc2eXJDb0F4em9aYWY2THU1Nzd5d0dCOExQdXV1Z3ptZUVHczBGdFArY205ZXJKOVBMOGdIYS9kWlp6Y2dJZUV1emo5b2xFUkVSRVJFUVhUaytENTI5MEVtak83ZVYrVGdid1B3RGFPcm5lVVhlS3RkZjBnRUQ0bUx2UDg1bjBDMWdqN24zdEJyQU13TlhuY0I4UEJMUlgwb1h6L0luTk5JQVBuc1AxaVlpSWlJaUk2QnowTkhoK3VwTUE4emRkT1Bkc2hnSzRzNU1NMnQ1UjdoK2NJYm5YWlozMDhXZHVrckl6dVFYQXkyZTR0bkpIczVjQ2lIWmhSTm9JQ09aZjZ1Sm44YUdBNi8rMmkrY1NFUkVSRVJGUkQ3emZIYkU5MStEWk9zTkljQnVBUHVmWXI1RUExcmxybFRzTFhEV0ExUURHZDZHOUVJQWYrYzV0QkpEVnhYUG5kNUxKMjcvT09ucVd0dVlFblBlMUxuNG1Gb0JEQWRmczM4WHppWWlJaUlpSTZCejhXOENhNE80R3o4Vys4eC8zdmIvMUhQc21BRHpSU1pEcUFQZy9BSVhuME81ZDd2bDczRkh0N3NnRnNBREFXNTMwNnd0ZGFDTm82dldZYnZUaEJ3SG5YNGc5cVltSWlJaUlpTjV6TWdIOHNwTUFzTHZCODFkOTUzOEl3S3VlOSt0NjBNK3h2djJOandMNEhvQnJldEFtQU53TVlGSVB6Zys3U2RLZTlmVHQ5MTA0THc5QTNQZDU3WEpIenJ2NitvZUEzMWxERCs2RmlJaUlpSWlJQWx3TllQTVpwaDUzTjNqZTRoc1J6bk8zVVBLMjJaVnAxWjM1aVp2aCt2WXVUckh1akhCSG5RZjJvSTBnNDl3dHNBWjNvZTQvbjJYYWQwOWVQZm1NaVlpSWlJaUl5T01tQU85MHNsYjNYSUxuVWI1Mm5uS1BUL1VkLzFFUCt0d2JXekZKejNyblZ3Rk02SVUyejhXenZSd3dlMThQWHFSN0lpSWlJaUlpdW1TWTd2Wkl5aGR3SlFGOHZnZlp0dS8xdFhlSHAyeWI1M2piZVJqeDlTc0RzTmJ6S3ZhVUxmWDE4M2dQdG5pYUJ1QmZ6K0c4c2VjeGNOYnVPbXpqSE8rSmlJaUlpSWpvUGU4S0FNOEVCRnNIQWR6bzFqbVg0RGtNNEczUGViWnY2dktkdnV0OXZSZnVwY0x0NnlJM0dQVzZ6WGU5Q2s5Wk5vQTF2bkxIVFpqV1ZjTE51SjFPc1BhNWJ2Yjl2dk1jUEdzQUgraG1uNGlJaUlpSWlNaWRwdTNmMmtnRDJPNnVmVTQ3bCtENTg3NDIvK3dyN3dlZ3hWTWVkN2VmNmdsL3B1bnJQV1ZuQ3A3aGJqY1ZsT242d1M3c3pRd0FNd0pHN1dkMHNkL1N6ZTd0UFQ4Qm9HODM3dDNQUDVxdTNRemtSRVJFUkVSRTFBMUZBZE8wTllCcWQ4c2xyKzRHenhMQVZsKzdRWUhrdDN4MUh1N0IvUWdBZXoxdDdYSDdrWGEyNERuZDcrOEZmQ1kvNitMYTZtLzR6anNDNE5vdW5GY2VjTTAvZHVQZWc0d0krUDNHZXhpUUV4RVJFUkVSdlNmOXlCZGNmYXVUZGJIZERaN24rZHJkMUVtOXkzMWJNeWtBcGVkNEx6ZWNaUnA0VjRMbnRIOFBDR2IvM2xmbm8rNVU2OUdlWXdhQVd0OTVyd0VZY3BhK0IyMEw5dkZ1M244US81N2FHc0FYZTZGZElpSWlJaUtpOTVRTWQxdXFoRHZOdWpQZENaN3pBQnp3Qld3ZlBVUDloM3gxZHdQSU9ZZDc4VDhJS1BTVmR5ZDRCb0J2ZStwV0JaUjdrNkU5NTY0ZGh6dXkrNUx2V2h2Y05lQkJjdDJFYWQ3Nng5Mjl0bnZLZjgvcHZoSVJFUkVSRVZFM1hRTmcrbG5xZENkNDlnZkR6NXlsZnYrQWRkZi8zYzE3eUFCdzFMZG0yNis3d1RNQS9BZUFoWjJVL2FldnZjczhaZmtBanZuS2Y5cEpPLzVSZWczZ2Y3dlF0NjdJOXEwclQ3L0c5Vkw3UkVSRVJFUkU1TkhWNExreVlKM3Q5V2Vvbi9hbGdBRHY5bTcwNzFiZnVZc0Q2cHhMOEh3bU5iNlJZcitQQnR6VGx3UHFCV1U2bjlQRHZubjlQS0Q5KzN1eGZTSWlJaUlpSW5KMUpYZ2U1bTV2NVEzU2Z0REY5ZzEzYXJQMzNCU0EyVjA4djlGMzNyQ0FPcjBkUE8veXROWFFTWjN2K0s1cCs2NDdPaUN3UFFqQTZtSGZ2R1lGWE9OTjd2bE1SRVJFUkVUVSs4NFdQSWNCUEJXUUtLczdhNWRIdVcxNzJ6Z0tJSHFXODZiNXp1bHNPNmJlREo0ejNIMmcwMjM5ckpONllWOWdudzYwMDF0ZnJRZ0liTC9mZzM0RmtRRGVDTGhPVHg4ZUVCRVJFUkVSa2MrWmdtY0R3Qjk4Z1prRFlPWTVYT2YyZ0NEdm1EdDYycGsvKytyZjBFbTl6L25xZmZnYytwZDJZeGVtWTZkZDdWbVAvUnZQTm1BU3dPc0I5M3RqRC9yVm1aVUIxL25WZWJnT0VSRVJFUkhSZTFwbndiTndSMTM5Z2RtaUhsenJ1d0h0SlFCOEpxQnUxRmV2c3kyeEFPQm1YOTJnRE5wZDlYQTNBOTZQQWZoWDM3R2c2ZFJ2ZUVhbGU5T1lnR3UxdVpuUmlZaUlpSWlJcUpjRUJjOFdnSjhFQkdXLzcyRUFhQUtvQzJnM1BUMDYxMVAzWHQvMDZUTWxHYnZHMTlZSk42anRiQXNwUCtGT0xmZG4yVDRNSU5TRCt5VWlJaUlpSXFKTGhEOTR6Z1d3TmlDNGZjN2RIcW1uY2pySlFxMEJiUEVsdXhvS1lBR0FKbmN0OHBrOEg5Q2VBK0JJRjE2cFR2cnpqVjY0WHlJaUlpSWlJcm9FZUlQbk5uZDZ0RCtJM09idTJkeGJnZ0xvdGg2dUNaN2hacndPQ29MUDViVzVtMG5SaUlqT2g1RUFscmpiOVBVN0QrMGJBTzREY0YwWFp4Wjl5OTNPYi9wNTZBc1JFUkhSdTVwLzVQblR2djJjWHdKdytYbTRiamFBUDduWFVPNDA2NTZhQldCN0Q0UG1WZ0RmQTlDbkYvcERSTlFURXNDVDdyOU52enhQMTVqaGVZQ1oyWVg2ejdyMWUrUGZiQ0s2eEprWHV3TkVST2ZaTHdDTWRVYzZ0Z0FvQTdEdlBGem5CSUJiQUt4eUE5YmY5RUtiYXdGY0N5QWZ3RGczQUpaZE9FOERpTHRKdlJvQnRQUkNYNGlJZW1xK084SzdIOEFkNStrYUgzSC9mTno5dHpodE1vQ1B1enN1UE5uTDF4d09ZTGY3NzdNRDRBb0FlM3Y1R3VmRGp6ckp2K0VBZU1lZHVmVUxBUC9ySGlNaUlxSkxURkRDTUFuZ2ZtWnNKaUs2YU43bnljZVFjdjk5N3M1clJSZXVJUURzY2EveFJWL1oxeno1THJ4NlkrUjVrVy9HejFkNjBOYUY5S011em1CNjBwY0FrK2c5aXlQUFJIU3BLUTQ0cGdEY2N4SDZRa1JFd0FoM05vNEo0QzEzNUxrcnN0Mzk1OUhGblFKdWRKZmxhSGNaamRmNzNEL3J1dEh2cnZxYysyY2NRQVRBclFBZVBBL1hPWjgrNVQ3VUVBQUdBNWprTG51S3VMTUYvZ3ZBMzEzc1RoSVJFUkVSRVYycUJnRjR3VE9LdWIrVGg1eCs0d0c4NkJrdEh0U0ZjOUw3MmovbE81NEhJT21XM2VBcjYrbkk4M1dlZS91cDUrZm9PYlozSVhsSG5pTUI1ZVBkVWY5MExvL0xMa0lmaVlpSWlJaUlMbmw5M1V6LzJ0MSs3eHVlSlRYbFp6anZVMjZ1QmczZ2QxM1kyZzl1NXU2NGU0NS9QZlZuUGRmTmMwZTAwNitOYnRsbmZNZlRyL0JacnZ0OTkvd2pBRVo1RWxUK1J4ZjZmTEdkTFhnR2dKOTc2c3k0d1AwaklpSWlJaUs2NUExemt6UnFBSys0Kzl3RHdGYzk2NTVYK29LMndXNkNxdlJJNTROZFRKSUlBRi8yQkhrRnZySS9lY3E2Ky9ycEdhNFpkaE5yYVFELzdSNTd3bjEvQUlEVmpjK3JxMlo0cHFEM1ZGZUM1K1YvWTZQcFJFUkVSRVJFZnpOR3Vkbit0WnVGK21wZitaYzhvOFF2dWJzZ2ZORWR2ZFVBWGdNd3N4dlhDd040MHhQa2pmZVVEUU5ndThlM3Vra2x2YS8wdE9TWEE4b2EzR0MvTTNNOTE1enRIdnRuejdGYnVuRVBYZlZQbmpYZDQzcllWbGVDNTErNTVTMEFzbnA0UFNJaUlpSWlJdkt3QVB6WTNhZis4azdxVFBTdGhkYWVFZHljYmw3dmk3NDJ2TUh6MXp3QnVSRndiay9XUFAvRlBYZWZwKzMrbnZYVnZ6dUhOczltQm9Dam50SDc3N3NqOXVlaUsydWVFMjc1QXozc054RVJFUkVSRVFVUVp3aUNDOXdwMlhzRGd1ZTlBTDRINENaM3pmVFpoTjNBT0NoNHpuSVRsSjFwKzZoekRaNEhlYmJlZXNoWDlxaDdQT2tHMDcxdEFJQi85d1MyeHdFc0JaRFp6WGFDZ3VjUWdESHVudHlIM2JLYU00eE1FeEVSRVJFUlVTL3BDK0NEQUw0RDRGVlB3T2E0bzdNejNPbk9XMzFCc0hKSHJ4OEdzQmpBUndBVUFSam9hWHV4WjFweG15OTR2c2VUekt1elFQeGNnK2U3UFAyODNsZjJhVS9adjNTejNlNFlDZUIvUFVuSzNnVHcrVzZzRXovYlBzOG4zT1JyNTJQdE5oRVJFUkVSMFh1YTZVN0ovcnc3Z3J6WkU5eWxYeThDaUFHNDBoMDVIdUpteXdhQUtlNm85TXRuQ2V3KzVlNGZuYzdLdlJEQVFWL3cvS0Q3ZnZFWitudXV3Zk1tejVwdTRTdkw4dlNydnB2dG5vdEpBR285bjgwV0FCVmRPTzlzd1hQNm9jUlAzTjhSRVJFUkVSRVI5WkovNnlRSTJ3UmdCWUFTWC8yYjNQSm5BOW9hRGVBZjNhUlZiM2phMnVvR3JQL3B2dC9oVGpmMkI4OEE4TW16SkxvNmwrQjVvcWN2OTNWUzU1ZWVPdm5kYUxzblpyakJldnE2ZFc1Zk8rTU5udWU2Q2M1dWNSOU1MSEgzMTA2WHZ3NWcrQVc2RDZKM0xmTmlkNENJNkJKall0UW9ZL0R4VERPVjAybzR5UXdqMjBsSk81SXlRcVpwYWgwUldtbi9LRVd2RUZKb0llSmF4cVVXUXVoV0liVTA0a3BLcVlXVVdwd3d0SlJTSDVPR0Z2S1lGbEpxZWNUUWhoRldobkZRU3luMUh0UFUyRzFxSUtTQjdkNnBsZnA4OUptSUxqay9jak5VSDNTM2JYckNEZUxlUEllMlhuSmZQM0RmRHdKUTdCblYzUURnZGdDM3V1dUxnL3l5Qi9mU21WczlQLytxa3pvUEEvaUVwLzQ5QVhXT0FNanQ1UHh0dm9jQVhmRVlnTW51NS9VUGJnYndEVjFjQy8xbk53TzZWNVdiR2YwN2J1RDhmZmRoQjlGNzFubjVBa2RFNzNweStLanhWeHBTV0k3U0tZVjR3dFk2bVhDYzVKRmtNb205ZTFzdmRnZTd3TURRb2VGK21abG1STXBRTW1GWUlVTllocFNXSVlWbDIyai9Fd2hKQ1VzS1dFb0lTMENIQklRbEZDd2xZRW0wL3ltRXNJUlNsb0lNQ1NoTENGZ0NzSlJ1LzFNTFljRTlWd09XRUxDUUxnTXNRSVFCUUFodEFCQmFDd21oWmZzaElUVzBoSUFFeEhuOGQxZmo1Q2hCZTZpckJZUStXU2lnM2FKVHgvU3BjZ0czU0p3Y2FXaS9GZTE5ZjRvUTJ0RWFLUWl0aFJaS0F3cGFLRUJyTGFBQW9ZVFE3ZE0xdFZZQ1Fpa05KWVRRZ0ZiUVVEcGRSMEJwcFJXRTBBQ1UwTm9CUkZLM2Z5Rk9BRHFoZ1lRVUlnR3RraEFpcmgyUjBIQ1NBQklhSW1GQUpMUVdTVWNwMnpDMGJSdTJJMjNUU2RtMlk1Z2gyMHlsbkxocE9WYkVzVnZhMmh6emVNUTVjS0RWQm5iN3Z6QVNVYy8wQWREcVRpYyttK2tBdnVXT0p2LzlXZXJhN2doMldvWWJKUDZIKy82Z202QnJndHZlV2dCNVoybHpyRHN5L1lxYklDdklEOTBYM0lHblBkM01jTDNYRFQ2VjczaHZCczhDd0ljQUxISURhQUI0M3MwMi90dE96dm1SKy9BQjdtZloyYitGVHdDNHdmMTVzSnVFamVnOWlTUFBSTzhoQThhTXlUbTRjMmZyNE1HREk0WnAvbHdJVERVTkFNaEd5SDAwM1RjRFFPNmdEdWRwcmRzRTRHakFBWVFOclIwSU9DZVBhVGdRY0FBNFdnZ2x0TEloaENPMGRqU0VEVUFKQWFXMWRxQ0ZFa0k3R2tKQkMwY0w3UWd0Rk5xUE9VSm9KVFFNRFowRnlFeEFaUUVpQXhEWkdqcFRRR1FKZ1F6L3ZZVjl6OVV0ZDlPUWtPZFlld1lWTjNZMVR1MHJjbkx2RWluZG4wL2xXcEZ1ZFhIYS81NzZvV00wN05ZUkhTdUlDL0tzVWdUKzZLOGpPcjd0dkkzMGtUTzFsYjVQNFo0cC9OZElmd2J0ZjBydmh5ZDhuNnYwOXQvM1dYZTR0L2Jma2pCeDJ2K05DUURwMzJJSUptQUJwdVhXc2NMdHd5OUtJaTlzQVdFZ2UwQ293L2Q3RGQwQ2pRUWc0dEE2RHVnRUlCSVFTUDhjaHhZSlFNY2hkRnpEclF1ZGdCWngyZjQrNFVBbElIUmNRaVNnUkJ4UUNSdElHRUxHSVVSQ3cwbkFkdUsybHNmaUluN1UwcG1SZlM5dk9Sanc1WnJvYjlFeE55TjBkOWI3anU5Qy9hTytZTGpORXpnSG1kU05iTmRYbmFGc3FPZm5pblBZR21vb2dGbnVDTHpYMlFMN3JqRGNFZTRGbm1CN0M0RGxidERjRzdPR252SUV6Mk1aUE5ON0dZTm5vdmVJa2RkTUdBdGgzSnMxdG1DcnR1MC9DdWhER3RnbnREQzAwR1o3d0NwTVFCdENDRy9NQ1NGRUJqb0VqYjZReGgrekNYbXludWpZVHNmZ0toMVVkZ2k0aEMvWWxKNjJPVm1Hemk4QmtRWGhybzhVd3Zjd3dmdTBSSnora01CVDFmQW11elhhLzZkanVsb0RzQXhJNkphUXpub01RbzhhTWFiZ0c4ZFNKMzV6K0pWWGpwNmZ1eU82b0JKbkdQSDBHZ0pnR29CM0FEeCtscm90M2V6RGlDN01zbnpNWFlmOVdRQi82S1NPZDByNDUzdy9IejlEMjFjQytLYjc4NjBCd1hOUGhEM1R3ZE9CL3hZQXk5d001cjI1MU1ZYkw5aTkyQzdSM3h4K0V5VjZMeGcxS2p6U3pQcWxFT0tEV2tNSTZCYzBFQkxBWlZwQVFnc3AzR25GV2dzcHhLbkIyUFBCSGNsdTBjQUpBUnpYR20wUWFORkFpd0JPQUNMUmhmL2pGMXByS1FXa2hwRFE3Vk9rdFVqZmk1RFFrQUphYXFFbHRKRHRBNSs2dlg1N3RDTzEwSWJVRU5wempodXhTK2h6bkdJdElOcXZBN2ROZDhxMmh0SGV0cEFueTlzSFk2WGJsL1orYVdGb2FPbUdZd1lBNlgrZ1FaY2dqV01hK0VQOHlJbjViNys5NjhERjdnN1JlVERCWGZ2OGp1ZllUZTU2MitjQVhPYzVIanJET3ViTytLZHRkOFd6Ym9idnVRQitjNWE2ZVFEZWRnUFhEUUZiVlBrSmR6cjRTSGVVZklnN0t0OFRXVzRTdFM5N1JzUTN1MEh6NzdzWk5IZDEybllEZ0tqYjltQUEvUGVKM3JNNDhreDBpUnM1Y21SRUc1ay9GRUo4R0VCS3REKzVIeTJFQ0FNNkNZZ1VCSlRXSWdsb0JVQkJRMEZvMVQ2MUd1NjZWYUcxaHRMUUxRTGlHS0NQQXpnaGpSQ2djY3hSaWIxQzZLUGFNVTVvNk9NYTZyaUFPSzdoSEpOYW5MQzFQTjZxVGh3Ly9Nb3J4eS9PMU5TWWpONlFIR3hiUW01K2JNVzVKSzQ1cXduVEYvUk45bFAyemo4OTBIRWtZdTVjbytEb2lNaVd1cTkzT21wU1VEWS82MWp5b0xONy9VODcrL0lpQXI0VWhURnNtQnlZNkdOa1pQU3puTXlreFBGakNPY095OG9jY1BYc3RpTjdubXRyZWUyb3NrekRzbTFEVzQ1VWptbVlTa2xsT29hbERLbVVZU2psR0laaFNDVWQwNEVaa2c1Q1FzQVNwbU1wR0NGREdaa2F0aFJLbU5xQUpSUXNMYldodFRDRTBBYUVNSVRXaHRaQ2FxRk5xWVhVY01zQVF3Q0cxakMwMEliUTdmWGRjeVcwTUNCMUJBcVdoZ2dMaVJDQU1CUkNFQWdCaUp5YXl0QStlZUhVZzE4MzhacHVmNjk5azhkUERRMjMxeFA2NUpwem9RRUJvZDJoWlNHRVRnOGxhOUgrVUVPSTluYTFjQ2RDdEQ5c1NSOFRvcXY3cUo2UjBucVBFTmdMalFHQUdDRUVQaGZKeTVvMUludmlUYS90MnJ5Smlkcm9FdkpoQUQ5M3QzWXFjOWNCZCtZcUFFOEQrSk83WnZkTWRTK2tUN2lCTTdxWWlFd0QrSVc3VlZhR0c2RC91SWQ5K0N5QWI3Zy9uMnZRM0ZYQzNRSXM2cjVmeDhDWjN1c1lQQk5kNG5RazkwdFNpTTlxalVNYTZpZEM2YWUxTUs0VlFuOFNDbzlhR2YyT0NaaEtDOW1TYU5tN0RVTEVoYVBhTkp5NE1PdzJ4R1ZjNlpiNDYxSzJZWGZIeEVxRnMrOGVhZ2h6WWtQZHl1cWU5blBZMUxzeStocmh5UE5QM2RkWndwWkF4UlZMeGh3L250eTc4K2tIempCMWJxNVJWSkc4VmltUnQ3bHV4UlArMG1oMG5tWG5EaHgwcHFCNjB1d2xvemV0TVY4R1lvR0JmK0hzMkZEVHNLOTcvazlWdi9PM3JZNFBMb1pXS2ZmcC9Xa216MXpZWDBsam1wMW9XUk5ZWHJia3lsWm9lMnZkaWoyK0wwZ0o3Tm1ESzJiZGt5c01jM1JTSjdZQlFFUm0zdWdJdFg3ckV6OTR1ZlBQNURSaTFLZzdRcnQyUFpUMFhtUFVsRHY2WlBmSnVXcFQza3ZQNDVGSG5OUE9LbzJaUlNGbllsT2QwWnorYk1iUFhEVFlDbW5WWEwycXQ3OWttUmcxeWhnV2o4dFVxcDlNNWJRYXlzNlcyWFpLS3BXU1RrWkVLaWNsdzdabHFMQWp0WEtrQ2xreTVDanBHTktVS1IweXBEUWRtYktrRUpacDV1WlptUU91ZFZMeFE0bld0dy9JZEpJNEJ5RWh0S1VnTENsZ2FpQWtORUphYXd1QUpZQ1FGZ2hEYXlsbHFMODBJNWZaeVdPdnR5ZVdnd2tOQzRBRklVeWgwd25sWUFsb1MwT0VJTFFGTFN4QVcxRGlTN3RmM0ZRejlycmJyckJiWDMzWVNSMHJFUUpEWWVLblYxNXo3ZWRlZlhIYjVsNytESWt1aGtWdTVtYmhKdHM2VzVLK3lXNndPYzhORnI4SjRQNnpUSkcrRU5KWnRoV0FSN3A0enM4OCswemYyZ3ZCTTl5a2FjdmNhZWE5RlRSL0VFREsvVG5UZllEeE1jOVdWeWZjYmNpSTN0TVlQQk5kd29hUEdUTlVRcVMzeXFocjBZbGxCMS9jZVJ6QVg2NGNVL0NiRUhMMlJnWmVQOVV5eE1oNHl2bmpTODAxKzdyVHZoRFcrNU5JL0NFYW5aZmIyRGowZUdlQjVkbGNXeDdybDZHZE1xMlMzUXJDaThvV1JCWGtnSXhNclZBYWE4UDZXT0JhckdqWnFORktpVHg1Nk1BR2Y5bXdxWGRsaUQ0NWMwd25zZFpmTm5IRzRzdmJWRHlSYVdYME5RMWNEc1IyZWNzTDV5d2VrV2hOSnJZajY2QWhraE1US3ZtVXZ3M1JkL0I0UXl1blljMkt3TUFaQUJ3RE42UkVzbUhQaGtmYS9HVWxaWXVIUTRpcEttSCtLZWhMMHJDcGQyVm93NXFha3ViV0xkVXZ4b3NyeHBRbklaczNWUy9iM2RuMS9BcG5MQjRodzZMUXNiRU51L0NTdDZ4dlhsNkZndk9rR3pnTGxKWWFXTC8rNU9kY0hMRnYxYmF4SnYyN0x5aWJuMlVaY21MS2lXOEt1bFlQMmRpMXk5NER0SC8vM2djQU1Ya0U2eVd3M3Z1N0Y1Tm1MeG5sdE5rSHovUXdwcmp5M2twb2RVamJxZDgwTnQvZjdYWEdvNmJjMGFkUFh1YkhXMDRjZURUK1d0M2hkRUNmbmN3d0hDY2w3VWpJaU5ncHc4a2VuSlhiYjhURUUvdWJteHpiTmt4RG1rcEpRNWxLeGtWeWQwSGwzVU5ES2hLMU0zSitmM1RmczBlaFV4VUFybFdHT1gvbzBLSC91UGR2SS9zOVVaQ0I3dlpHSDNYLy9Wb0I0TjR1ekQ3NmxUdkt1Y0tkVnJ3WXdCZmNQMzl5a1JMclhlT1pWdjY0TzMyN0sxNEVzTkY5SUREZERVcGY2VUUvZnUxdVJkWGJJODMvZDRheXQ5eFI5K2Q3K1pwRWYzTVlQQk5kMHNMRkdyaFNBQ21oOExnYk9BT0EvZXJPTFRzblZ5eWRxaFJHMmtEejFuVXIvWUd6aUg0d2x0SDQ1MWhyUWRtaThURHNJMXVxSDlnREFORVB4akpseXZtMzEvZTJmV3Y0NVprM3B2S3NsNEhZYWNGSE5CckwxUDJkY1UxMU96WUJqempBWEFPNFZudUQ3Skdsc1VnR25DOW9xWjVwck9za2dJbk9zMGJtRERWMnI5K1dhbThIS0toWU1rWkFYeVdnRGdnckVzR2F3TUJaRkpVdnVCckNtbUlJdmNVZEFVdy9XVWQrZml5VW1XdS9YMnY3R1Rza0J4Zk92anVyZWMwRGV3RWdmOVk5VjVoU0ZHVW1jOWFiaGozYUVPWlQzaThyRXo2d29LL2hpR3ZOa1A1ck1aS3psWks3dDZ6OWVvY01wQk5uTEw1Y21tTGt4cG9WdncrNnJXRlQ3OG9Zbkp1OUNNSjRja3QxYkkrL2ZGSnBMRThiOXBUNjZ1Vy83T1NMa2hpVUc2blVqanE2cFRhMkoxcStxRWpBUHJDSXU4VmlBQUFnQUVsRVFWU3BwbW8zQUl5cXZDT2NwM00va3p3Vy8vT1daNzRlbUIwMU91dWVLNFFsUGdQSXBrMXJscDBLbkV0alpuRTRkYlBTOXBiR3VsVnZGWlROendvWkdSOVBPbTIvM29MMU5oQ1RSWlVvMVNtOXBuSHQxMTVQOThjU29jbkNVWHUzMUgxOVB3QVJuZlhWNGJaT1JqYXZXL1ZpVVA4TFp5NGNKMHl6ZjZ0dGI5L3hWdmc0dHNjOGF4em5HcE5uanJvNkZaYUo1dFVyWHZOUFhSODI5YTZNSWRuMit4MXphcjBSbjk3UE1jM2p6V3RpYnhYUFdqcEpTeWRQWmRwN2kyWXRHZGUwdHVxRkRsY3RqWm5SREh1R1Z1b2FRUDFmNDlyT0ErZUNzdmxaUWRQdFI1YkdJcmtSVlg1VUhQN1pMdXNLcDJqQ2JUZUsvZnVmYkd6OFllclVZczZZTENsSEdhU3FxSzllZG1mZzUxKys2RElCZVoyQXl0SFMrcU5qSi9ZWmhwZ3VoTWdHOEdIUlorQnk3TjBiOU5rUnZkdk5CZkJkTjRBK0RPQTJkeHEyWDc5T3pqL2dqanovbHh1QVI5MDF1djhNNEl0dVFIb2hkV1Z2NTg3OHpBMmVoWnRrTE5hRGZuUnJkdFk1MHU0Mld0dmQzOWtQM2ZkRTcza01ub2t1WVVLTFhFZ2RnWWFqdE5OaHpkajRzc1hESFdDcUZxbnR5WGprQmYrNStiUHVHUzRTYWt4UjJSSkhRTFFjeGZHWDRJNjJxVVJ5Mm9rVys5dURoNFN1MU1yZUZ4UVlGWlROejVKRzZoWjFRajhHUE9JVWxNM1BzcEF4SG9md2ZHTWpXZ0ZnU21Xc2o2M3NmOUFhTHpiV3JqaHQxQllBaGtiblpRN3VOMlNxSVpMNytsV01sc2ZFSFRzanlaeThzTktUSElnV0pWS0htMWZmSC9RMFhFVExZbU9nN0N1a1ZQdVVjdG9hRzM5NGNnUXZQejhXeWhoaGw4SlJyd3NweDRTVWFLbGYwMzRmdzZiZWxaRmhHQlBhRW9sbkl4SDVmbTJuR3A5YlczVXl5Y3Y0bVlzR2g3VTUvVVFxdFQ3YmlwUm82T05OZFIwRHRLSlpTOFlKVTQvZm1QUEN5V25jMGVnOHF6Rm5xTWI2bUIyZGRVOHVqTkFuTlZSVFUvWHl3QXlzTW1SUEZ3cEhvdEY1Wm1QakQxUCs4bWpGdlIvVEFubUhVM0wxcE5sTFJnc3QreCtXaDUrQUc5ejExY2xwY2NOKy9QbE9BdWV4TXhmMmh5ay9CbzNuRzJxV25ScjFuenZYaUxZNFVhSGs2dzIxSzNZVTNyQndvQ21ORyt3VDlwKzNQTmtlU0JhVk9ZVlNxUk1OYTYyVFFYL1JyTVZUbE5DeXVYYmxWclNQYUY4aExUWHlhRnY0dWRPdkhwT0ZGYzRVVStzc0xYRW8yNVJYWTN0c283ZThxQ0o1clhLTW5PYlZ5NTh1S0lzTnNsUmJwSEh0L1crNFgremtrTHlzRDhCUk80UXl4OG93N0lhYTJNNmlzZ1ZSSmZSQWtVZzBoQ0laTTQ4WVIydTlWODNQajRWQ0VmdDZhREZaTy9xM1RXdFh2aFgwMmFCOVNVQXB0TmthOUNXOWJ5ajVmdGpPYzd2V1BwUW9xbHd5UXdDditYOUhrMlluQzVSaDVLdmo5b3JBOXNzV2pZZVFWMEhKVkVxcHA0NjhYbWRLdzdoUGEyUzZDNjJ6TE9DVDdwcFBvcjhsMzNVRFhMZ2p5TGU1MDdXekFFeDF0enBxY1pOUHpYZnJIZXlrclhvM29kZi9jN2RmaXJxanIyUE9JYUZZVHl6MlRML3VydSs2cjNlYkw3Z3ZJdXFpWGtsNFFrVHZUbEpxVzJnb0RVQkllWEs5NnFUU08vTU1xVW9FZEl0S3hKL2R2ajUyd250ZWZuNHNGREd0WWhncVYybTgwVmkzZk9PdTZvY1NBTkFuTC9kNktiQXBJMGYyRHdzNXJPMk5sd0l6bXBwR2VFWTg2V3hvZkhMbFc5SFNMdzhJR1JrZlRUak83c2JHV0N2Y1VWRkgyM050N2V4c3JET0RSaU1RamM2ekJnOGNNRlhJNUdzQ29nOEE1TzVQcUF4VGZrSkJKQnhiTnpmWDNoKzRKclJ3eHVJcnBMQ0hDVXRxSVp5ampYV3JkbnJiemJ3aTlWR1YwRHVWTVBvS0xRN1UxeXcvdWIvb1pYazVzNkQxeTFtUlNJVWRsL1dOYSs5UGo2eGl3dlFGZlNOaDg3bzJSejZlRVFvUDFscUt4cHFPZ1gvaG5NVWpJTTNMMmw1LzhZL3BkY0w1K2JHUUhqaGtCdFp2MDhCY1E1dWhEd0xpamFaT1JxVkxLcGJlSmlXVUE1RUlESnpMNy8yQVVPb2EyMmw5dUwrcEJ4bUduS1FQeWFmVHY2ZmNjS3JBQVE0OC8raDlyd2ExRHdBNXB2VVpyZkJtUTl4YzdUMWVjSFRNRlVxSjdQcWNIVTNEcHQ2VlllUllrNVJXRzVxZmJGL0RYRkt4dEVRSXAwL3JHOVltSUtaR1ZkNFJMcTVjVkFrcEJqVFh2TFFlQVBKTHZ6TEVDTW1wTFcxRzQrNzFzZFBXTnhiT1RoV1owbW1EMWp1VkZvUGEyL0wwb2JSMXFLSGwwTlkzamZwb2RKNFZGaWhTQ2RtV0hua3VLbDlTNXRoNnR4U0dJZUMwYkt4WnZtSFM3Q1dqQVROWEhOeS9Ua1F5Sm91NGVmTHZiVnJtOE5Ra1MrTUcyTW1mblRZaWZkSmNvN2hpeVJ5bHhQR0cydGhwKzg1T3JyajNkdHRST3h2WDN2OTZjY1hpVHdySDJkdFlYZFZoR3ViSTBqdnpMTVA0S0d4N2RmT1RxMDRMQ3FKemxrNVJ3dWdMSVZQS1VTOXVXbE8xU3dvZEFzU2dEc25JQkc3cDdQZEg5Qzcyc0p0VmVqNkEyVzdnRFBlLzMxbzMwZFV1TnluWUJMZnN0S1V6SGc2QWI3bDFId2Z3OXhjNGNDWWlBamp5VEhTSnMvR3FObkVJRU1NaE1BbEFEUUJobUZuamhjYllodHFxbGFlZk5OZklHcGFhNnpoR3E3YjB6azFybHIrVVBoNnR1T1lqMnNEVzVGRVZqMlJidDlmWExxOEt1bXkwY3NuVkdtaDVmbDFrZDBIWi9FRmFaSlMydldiOGF2djI1U2UvN1BSeGNxY0pBYlc1YmxjMThFamcralhkdjErQkVLSkYydWF3bE5USlRmSFE5cEtCZzc0Q2lEZnNsS3J2TE1IWDJNbGY2aTh0UFR1bHhGOE40SnFOdGF0T3JYVXVqWmtJSjh1RXRCNlhZVHRMYUczVTExUnRPOW4zaXNYVG9kRXFoT3pqd0duYXNuNzV5WkhWYUhTZWhSeXpKS25qalgyT3Bkb1NPVmxYdFNYTjlSM3VQUnJMZEpSOWJTS0pKN1p2ZnlTSms2UGN6dUxHTm1NNThJaWFOSFBSTENGMDM4YWE1ZjhiMEgxUlhMR2tFbzZ6Q1ZKTWFFcVlwNDFLRjVZdm5RaXBKemRVVjMxMVZPVWRmZm9nVWlBTzdQOURPc2d1cUxoN2pBSGo4cWFhWllHQk9SQ1RKWlgyN1VxcFNGUGRpbDkzN1A4OFN4amkvUWZiNU1Pb2VVUU5xVnhhSkJ5OXQ2RzJmWVEyV3Jua2FxM1UwTWJhbFg5TXQ1V243WEl0eGRDV1NPSVh3Q1BPcE5JNzg4eEk1RU1OTmN0L0dIVDFrckxGdzJIZ3NzTXZIcS9MdlRyMzdxYWFaY3U5NVNOTGI0dUVNa0szMWxkWHJVQnB6Q3pKSFBSWmRUeFprdzdlSjgxZU1sbzZpQ2ZpenN0R3RpeHZyRm41cS96U1dMWTA3QW5IRGg5ZG16dGc4RnlwOUlhTjYyTWQxaVNPSzE5MEdhVDhLQlIrNW4wZzRqZXBiTndNclhWZVU5M3kxUjFMWW5KeWhicFp4OXNlZlg3OWcvdUs1c1FxN0pUZHNHbk5xZzdyeEtQUmVSWWkyZDlKcGZEdFRldFc3ZkExTDRvcUZrMFEydW1uaEptRW5Ucld0SGJWQ3dDZ1pYaUlFS3JETm5FQ21OUlpQNG5leFo0R01Dd2d3VmVydTk1M2xQdGV1MXRYL1J6QVExMW85MVVBTTg1RGY0bUl1b1RCTTlFbHpJNDdMMW81NW42dDlRZ05EQUJnakM5YlBCUkNUR2wxVXFjRmJzT20zcFZ4V1orc2FZN1dFQ0sxdDNGMWVOdko0M25aazFVcXVVUEZNOTRLNThpcDlkVXlJUEJ1RDN5RWpURnhhVDViVkI2L1NpTXkwclR0ZGQ3QXVhaDhTWVdRbUpocU0zK1FYc1BzVnp4NzRUUkFaQW9ITGFtUU9xTHM1RXZGRWZreFcrczlVT1pqbXg5YkhyaDFTYlJ5eWRVQUppU1AyNzhOWmVINnRzUTdmejFWR3BOUnk1NGhoTnlsbmRRVlFocjl2ZE9WSjgxZU1scHFSSlJVcjBJYlY4UmZseDFHUTBYL0lhV08wdnVnMWVGa2JzNU4ycEZQZTBmdEN5c1hEZ1RzYVVtUmVIYjcrcW9UQUZBeUp6WkVLM3R5US9YT1pjQWpPbHErYUE0Z2hqZFdWd1YrVVN3c1gxcWdvYktFRmJwbTd6NzhGbzBkMTNKUG5MbndHa1BxbTNUN0dqcmtPRG5UdEsyZmIzSUQ1K2lzcFJPa0VDUHJxNE1ENS96OFdDaGptRDNIVVFnMUhkei9UVy9aaE9rTCtvb2NjNlp6d3Y3ejdpZVhKMHJLbDh4TU9hcDFVOTJLYlhDenEwdUZLdy9MWXpWd3A0YjNpeVRmcDJIa0s2aGY3dnpUQThmSFRMczdSNFpDMDdXZC9IWFE5VXNxRnBRb3JRY1pTZjFNM3VqY0R5YmZqSGZvUTBGWmJKQXAxYlFqTHgzKytvVHBDL3FHTXV5U05sdXYzZnBrZS9BK1lmcUN2cWFCMFFMaVFEakhuTm5RWnZ5bWNQYmRRMDNEdmc1SzErZm05WTNhUnFxaGNmV3FEaVB1UlJXTENvU1FuN01kOWJ0TmRTdTJCL1VOQUlyS2xzeUE0Vng3Rk1mKys3U3ljbWRhS21YdmJGNy80TnVUS3BhV1FDWDNibHF6c2tNU3VmelNXRGJDem1la05uN2F1SzdqcUhWK2ZpeVVQZHlaNGtCcDdjaDNZRHBPUTgycWh2UjlKOTlwdUNuUmN0clNkd3dZTUNibjRNR2RGenZMTUZGM2RmWjNkclQ3cCtFR3o3MlovR3V3dTY0NE1IbGtKNjdyUWgwaUlvRFR0b2t1YlMyaE5rZDMvR0xpaEExeGs0YXpjZnZhRFArM2RERWdPM2VNQXd3WHd0aUxRNGVhMG9tOWh2VEpuS0JTZUtkeDdmM1B5N0I5WFNyaGJPa3NzM2IveU9XZlQ2YVNXekkwaGtvZHVyTDFSUEs1amV0V0hVcVhsMVRjTzFOQzNOQ1NkSDYwYVgwc01BRko4ZXlsMDVRU3h4MURKNVBDUHJwcGRXaExTSVJuYWFYQ2JiWmEzYndtRmh3NGwzNTVnQllZaC8zN0g3V3lyTmxTaXkzYjEzOHZIZHlLNGdyN0ppbjBDOG9RMlZKSW82SDZWT0JjVURZL1M1cDZiSXRqdkNnZ3ByVWxaUDEyVC9LcWtvcDdaenJhT2R4Y3UyTnJTR1oreUU0NnozajdNYW4wemp4REcxUFIxdmJVOXRVUHZnMDN1RlJLM2RBYU54OERIbkdpRll1dkY5TG8zMWk3NGdkQi9TOHFYVERLRW1vU3RHNDFEeC85ODE1M2l2dkphMVFzR0dsWjVqODZTdnlsc2JycTVja1Y5ODQxRUhxaitiRVZyOE1kMFJWU0RLbHZrNTFtTGMrODNDa1JFb1AzSDJ2NWIzaW1nN2VQOXBvbHd0SFBOVCs1NnNDa3NzVlRsWGFPYjZwYjhRd0FEQzZZbjJXWTRWbFN1bE9oNTg0MStvV2RFaW1NcUV3ay8rd205RUpXbHZVaElWUmpVQkt1NHZMRms1V3k1S0hFM25VcDB5Z1V3bnhxeTVaVHliaUdUYjBydzVTcU1CNXYyNERSZ0pWakZpS1YyckcxYnNVYjZUcmhiUE0ycGNRK0cwNmYxdGZNUDAzSWl1ZVlwaFU5bm5MK21nS0dTK2o5bTFkM1hJTS9hZmFTMFFiTUR3aUkzMitxZS9HNXpyTFVGczVjT2xVWW1KT1N6di9zcW43b21MZXNxR3pKRE9Fa2p6U3YyN1d6c0d6eGpWSVlScDk0YUx1L3JZaVZtZzNnV0gwdEh2TWVIMVY1UnpocnVIMmo3ZWlEanFOUFFEaXA1dFZXRXdCY05ldWUzTEIweWhLSmR6cjg5NkMxYmxSSzNYM3c0TTdUc3JBVFhRS2M4NUExMitsbTRFeEUxQzBjZVNhNjlBa0FXclFuWjBGamRkWDNneXBOS3IwejE1QjJ1WUxkMkZSNzMrUHA0OUZaOTF5aG9RYzJybDIrdXJoc1VhWFNZdi9teDZxQ3BrdUx3ckxGTjBEclo2VVZ5dEJDRFd5c2xldUFCMDUrT1NxdVdESkdhejNqN1dNbnF2WnMrRlpnUUZCVXZtQVV0TWlFSlFmTGxIaXBlZTN5N1lVVlM2OFRRazVNSEU4OXRLT1RyWWRHVmQ0UkZzajh4S0ZXNDBmOUJnMnBVTGI5WXRPYWxlbWdTMFRMNzUyVFNqcU5JUk1TdGg2NE1mR1VaMzFkVElaRXFnSTZ0VFhMa245WFg3Mzg2OTYybzdPV1RsQVFpZVkxS3hxaVpVdW5KT3pFMXVjZnU5L3pHY3cxWkNSelNpcXBHemV2LzhaQkFKZzY5YTRNTzZJWDFkY3NXd3AzWkZIQ0tXOXBPM1IvVVBBMmZ1YWl3VVpZemxVSzIrS3dOalJ1V05uaDh5bXNYRGpRaFBreHJkU3ZtMnRYYkNtcVhIeWRrM0xlYWx5N3JIM05lV25NMUlZOVJhY1NhN0QrL3NBdmoyTm0zejBVaHZobzRrUnF1Zi96SDVnNWNxeXRuT09OTlZWdkZNNVlQTUpRSXRUUWQ5ZVQ3Ui9BUEd2WWdNaS9OVlF2UHptOXV1RG82SEZTNm1KSE80ODNQMzcvdHZhOXRNZmNuRXlwdFFHWjJ6Ris1cUxCU2hoOW0ycGZXRnM0ZSt4MG9YRzRmclYzV25WTURzcEp6WEprYXVmMjlic1BGRmVNS2RmS2ZLVnhiZFhyNmZLaU9jN0hWRkxYU0ZPUGJvMkhIdHMrQ0tyRU5xTUtxaUhiRUpjSmFXVFUxeXg3eHYvM3doRGlvM2JLM3RpOFp1WFRRWjhMM0FjVGhsWTNOVlN2bU84ckV0R0t4ZE9nUkV2ajJ2dTNGbGN1bmFRY2JUWlZ4MDdiTDN6QzlBVlhDZE1vYkt4ZWRtL0hrcmxHbnM2ZEtpQU9BQm9oSVlkdHJLMzZTN3FzbjJIT1NxaTJ1cERWWjE3U1B2VzhSQWk4WUo5NDV6dlI2RHloQnc0cFQ2YnNUVUdmTFJFUkVWMFlESjZKTG1HWk1qc0hRQmdBQkhTbi83MlhsSDVsaUk2RWIxYlFMOW9uMEpnK1hqUnJ5VGh0NmFLbTZoZC9OV24yMHV1Vk1nNDNyWTAxQnJVUnJWeHlGVlQ3ZWswaDlHV0hFbktEZDNUYVhRZDlpMHJaditnc2NDNHVXelFlRUZkcnJkcWNsTE4xODdwVkx4WE5XanhGUWt5UHkrUkRuZTNaRzUzMTFTc01yYU54MWZxVEFhSHNVWTdXQnpldFdYbHl5blcwZkZFcEhQMDZoTXB5aEhIVi9tTXRmOFVHZDEvZ3VYT05raFo3dG5id2h0YVJvWEhsZEpodVhEaG44UWc0emdBY01KNkxsaTBjS3cxRTJsNXA3VENkTzFvK3VrSUovZXJteDFhK0NYZUxxbFJJUkJ0cXZyWVVBSXJLbGthbDRYd2tjYlR0Mjl1ZitWNkg1R3h3azJ0bFdFWUZ0TmlhRlBIbWJUVlY3M1FzajJXYnlyNEZXdTFzcUZ1eHNYMGtWWVRyMXk3L0s5eDlzaVBhdmxHMEpaNXFXUDlnNExaTFJSV0xDaVRrWjFyamJROXNmK3JCRHA5anRDdzJWaXQ3YUhQTnp0cUpOeTIrM0VnYStVZU9IbjRhYXg5eHBrNjlLeU9WbDFONklubm9lK242azhvV1gyOUplWTFXenRiRW5uRGpxTW83d2psT255bkt4UE5iYTA0UDdvb3FZZ1ZDcStFNDhIWmRVZG1ZOTBrRGlZYnE1U2YvSG8ycXZDUGN4N0duQ1NWM2F6dnhabkhGbUJ1VWpWZWIxc2JTNjRYRjVOa29Vclk0RGtOYzB5cmJudHUrZm1kYlVkbVlTcTNWYm0ySUVkS1c0ZnFhWmV2OGZ5OEUxRWRnaTgzeW5kQnBlM3luWFZzZTYyZHE1eFpsTzZkTk5TK1p2V2dpSUJQMWRVWmpZZVhDY2NKUkdVMTExbnAvdldqNW9pSWh6RThjZWVudzBvNTl1Q2RYbWVGaVIrdURTaGdhMHI1c1kxMDZjQVlLSzhaT1ZocjdUWkZSZWp4KzZMVE0zLzFHM1hTMURBOHFnV01IYlNkSFJFUkVGeENuYlJOZHdreWhjZ0FSQmlBVVpDaW96cGhwZCtlb2tIa2RJRE1UMnZwck9rQ2RWTEZncEF6SllVMXQxcTlMeXNlT05Rd2xtdGJHbnUzc1drTHJ5VnFZSWUySVVHS1A5YXczdzNMSnpBVlhBYmhWQ1hOZDg3cXdQNEVTa043YVNXS3dFcEJhMnE5c1hyZnF4YUx5QlZjTFEweHpST3Fueno4YUhEaFBxWXoxMGRJWmRmUjRmSzFoV0ptQUd0NmNzK1BrMWtMRjVmZmVyQjM1ZHNwTUpLVWxocitUTU5kN2cvZkNsbXNLYmVVYzFWb0thTjI2dGM0Nk9hSmNXTGx3b0hUa3RMWkVxTjdPVGZYVndpeFFwbEcvYTllcERNN0ZGVXMrbE5KNHJibDYxWFlBR1BPaHUzUENJV1B5MjBkYjFzQjlJR0JJTmZ0RTB2NW1aM3N0WjBSQ04wQ0psRWltbmtudnBaMldueDhMWldZNFgxUVEyanpldW5aVTVSMWh5NVJGeWpUcTRlNjVuUWxNaGxEUDFhOS84TzJnOWdzcTd4NG10S3hNSmZXM3QvdnFUS3FJalJRaU5lWmczSHlzOElaUi9VSXBPYzB3NU5PN25tdWZ0cHpza3pNajZhZ2RPOVo5OXgyNFFhSmhTZ2RDWkdqbGJOeStQWmJNUTE2eDF2cllwcitZTC91dlhWaStkS0lVVGs1alF0Wml3SUFKUXVsa1EvVnk3d2l3NkpQcVU2aTBlaWZITmw0d2hWVUU0QzF2SnV6Q3lvVURiRE0xQmdLWkorelVVOXRYUC9oMlNjV1lteDNUZkZGRDI5S1dSdjJhNVgvMVhyZGtUbXlJTUZRcGxEaVVST3NUamI0cDhHblJXZmZrWmhyT1Y1VFdXNXJXdmJUTld6WnBUbXdTVEoxN1dCelpVakl6UHRKd3JNc1BKSzBtLzVLRmtyTEZ3eUhsYkVla0h2VCszUmd6N2U0Y0VRcFBSdExacFMzZGFnaW5iMVB1enBQOW5GUzIrSHBBWkVxaGM1UXdObXFWek9qUU9SbnFZMWw1dDlraXRhTitUV2hMVVArSmlJam93dUhJTTlFbFRBbWRiV2dkRmtLSXp2NTd6OGl5SnNDUWhVY2d2N0dySm5ZTTdscGRxZU5qN2RaanorYnZmMVBxWVdQR0hVcFlmd2s2SDVockZKZGY4eWtGdlY4cnA2MTU3WW9PQVhaQjJmeEJqckErWk5qMnVzWTFWUTFCTGVTWGZtVUlESXpRa0pjYktmdngrblgzdlRKczZsMFpRcHIvSWgzOWpjYnE5aXpMZnRIb1BDdWxuUThsaExrNk83NC9qdXpCSHo5eTlQRC9vZTRSQjRBb0tWdDhBNkIzQ2J2dFFFaUdTNUpJUHJGNy9jcVRRZjJrMGp2empKUVlwSlRZb3kwVU5IbXlYMGVqOHpMaEdKOW9yRnYrMEpocGQrZGs1b1FxR21xVy85aDcvYUt5QlZHVml1L2VzdTdyVytHdVhjMXh3dit5c1diWmluVDdTcGlmZ0U3K2RNZTYrdzdoTkhPTjRyS3h0MEtyVkVyS0p6ZlZyZkxWaWNtTUVmYnQwSEpJWSsyeUIxRWFNNkpROTc2NS8rMzc5cnA3Vm91NFV3aUpOeHByZy9jcmprYm5XZG9KM1E1VC9HNXpiY2ZwOXFNcVkzMkVUaFMwSm82dXN4TmhJWE95cGgyV1JzMnU2dGd4SUNhTHl1dzV0cVBmM0xLMjZsVzRJK3FBdmt4cWNVVkxtL3o5OXZYM0h5dVp1YlRFMFNKN1U4Q1U2TUxLaFFPRkZrUDAvcmNmbXpDa1g0NUl5Y0ZIckdNZDFnSVh6bzVkSnFVYTNGUzc3RS9ST1VzblE4dFVRM1ZWaDIzRkFPc09LRHpucUhqempuVVBIQ3F1WEZxWXNwMVhXc1NodC9PTTNESzlmOThmdlcyT0xJMUZsT1BNRUVKWURUWExPdnpPT3RhN0xRSXI5QThLZUw2cHJxcER2OXBIOTUzOCt1cFZEeGRVM2ozTU1jMlpUYlhML2l2dzg1WGlkcVhFNzV0clQvMDlqVWJuV1NvbjlINEh6dVprVyt2eHpFald6ZlhWeTMrU0xwODRjK0UxQnNRZ0I4bE5qaEFqTmxWWDdSNDVidUlnYjl0V0tLOEFqdlBkNWpVUGRqcHFUa1JFUkJjT2cyZWlTNWdVWnZiSmFkdGFXKzVzazVPalpnVmxTNjQwb0s5WENyL2JWZHNlT0ErYmVsZEcvNGk2U1NXTmpTcGtoc0xEeGxhMEhUOVJ0M3ZEdDA3YnF6Y2FuV2ZwUVlOdVVJNVdBbVl5dnVlRkRvSHptR2wzNTFnaS9DR3Q5YTc2TmVFbmcvbzRjY2JpeTZXRjY2U0VTTUtzM2JLdWFrKzBjc25WVXN2YnRWYmZyL2NraS9JcXJGdzRVRU5lWjdURjEwcmIwSExnb0E4cTdUeWFIakdObGkyYzdGaXl4V2xUUjZ4UVZvbE95dm90NjFlZVRFNVZVRFkveXpRaXMwVFNmczJ3ekZIMW5zQzVmVTltZFlPSXkxL201OGRDa1J4MXZkWjJoMjJMSnBZdnZWWXFSRnJmZXZsNUFKaGN0dVJLUjhqOGhrZmJBK2VTbVF1dWdtbk9TOHJrcnpkWDM5Y2hJM1A2Y3g2U2t6TmRDNVVqSWRkdXFvbnQ5dGNwbW1QUGtVcUl3NGNQeHdySzVtZUdvSzVQT3EzZlNRZk9KWlZMMzZlMGNocHFWbXp6bjV2K2pLQ01meEtPWHRlNHV1cDVmM21ldHFlTGxON2F2UDU3SjRyTDdwMmRjbExiZDlWVkhZdEc1MW02YnlycUtQbm01clhMbXdGZzhweUYxMmh0akhFYzFXSW5VMy9kdmo2OFB6cHI2WGhZeUd5cVhsYnJienRhdG5DczBNWlZieDg5L25oMlh2OCtHWTR4clUyWVQzbjNYWTZXeGNiQ3NNY21uZmlhU1dXTHAycXRWRlAxcVljdlV5cGpmVkk2TlZObzUyVklzYU81OW9HOWhaVUw4d1hRUnl2OVZvN3FNL3Y0aVdUdFRrL2lzL1p0c3B3S2FKZ0pJL203b004bGJXQmsrTWUwVXZzYWFsYzg3RDArWWVhQ3F3d3Boeld1WHZid2xNcllNQnQyZm1QQy9Jbi8vT2lzZTNLMWFkMEpCODgwcjFsK2NyL3g4VE1YRFlhSllwWFVqUkJXVmlRdnE3QitkZFhKODZQbGl5N1R3cnpTa0tudGhqSUs5eDVwclFFQWFPUkJBRnJyaEJBaW5Fb2UyL3o2Mi9YUCtLOUxSRVJFRndlbmJSTmR3clRRMmFKOTJqWTBZTGxiZzdqbUdpRkRmTUdCc2JrNVlad012b2IwelptVEV2RU5yWW5VT3lZaWt5M0hYck50dzdmZUNXcGY1ZlVmYlVBVUFjNk9vL0x3TStsOWplR08vbVZuaHo0UG9WTDdqN2VzQzhyT1BYSEc0c3V0c0pocXd1Z1RkL1J6VzZwamU4YlBYRFJZT1BpSUV1ckhEVFduUmlDOUNzcm1aeG1PbUpSTTZvMHQrN1BlQ2ZjSkZVUHArdlRvYTBuNWtsblMwVXJZemw0cmd1SkVhL0xaeHZXeGc5NDJMSms1eDdZVG14M1Q3Sy9zVkllMXNwR1JkcGxROHJYRzliRkRHU1BzVXFuc054dHJWNTZjN2x4U3Z2UmFTK2dSQjFORzQvYnRqeVFuejF6WVgwbU1PNVNRNitCT0dZWnB6a3NwL0hoejlYM05BYmNnQnVka0YyaWhycE8yL2VmNjJ1V25CYi9GNWZmZUxCVXVWMGxkdSt1NWg0NkZ0RFVKc04vYVV0Yys5VHRhdG5TS3RtRTMxbGlCd2RXd3FYZGxTR1Y4RGxDUE5xNWQ4WlMvUEZxNTVCWWh6YjMxNis1N0pWcCs3d2VVbFBzMnIydmZyMWdQSERBT0ZyQjU3WTR0Y0VkaGJXVmQ2V2o3TlNtaG10ZUZkMHlja2JwTW0ySm9mZmFPMDlxZU9ETjJqWUljZERDKzU3RXNhWm1acGprenFWdWUybFliTy9uM3FIRE80aEV3N0N2MkhXbXB0WkF4M2pSa216ZHdSbW1wbVZMT1JBRjViVUtJcHhxcnExNHVtclZrbklCMWRVb2JyeGxoNDZwRXdxcmQrZlFESjdmREtTaWJuMldGK3R5Z05jYnBST3ZxenFiNkEwQng1ZExQUSt2K09oSHZrSm44MnZKWXY1QmhGaUFrbjBOK0xLU2MxTFMyTnZNWnJPKzRaZGlveWp2Q01FS2ZGRm8xTks2cHF2T2VIekhNZ2poQ0cweExLMkVrUjJELy9rZTk1MHBoekZTT2VnV09XU3lFdGM2empLQVBBQWdoRXdDZ1ZmelFnZVNlRklpSWlPaGRnU1BQUkpjd0NXUURPZ3dJUU1BY09YS2tzWHYzN2hRQUZNMGUvVWxvbmR4VXQzeE51bjVoNWNKOFpTZDNiNmw3NE0zaWlpWHZzeDNzOUc0ejVaV2ZId3VaSWVmampzTGFwcnI3ZkVuRTVocjlRcW1iaFRCa1E4Mnkvd2s2ZjhxVU8vcllJVndQSmE2MFcxTS8yZnJrcWdNb2pabGgwLzZNZ3ZOc1UvV3EwOWJQcHRzMlJlU0dwTWJPcmV1cTlrVm4zVE1Cam5uVUhhRVdoZVgzRkNTUlBLWU50VDBrSXU5cmM4d250ejIxd2h0RWlXakY0bW5DMXJzTUdiN1cwTmk4OGRTMlNxS2s0dDRadGtvZGFxcXIybGxZc2ZRNnBiUnFybHU1TlgxeVNkbmk0Vm9ZVnpmVXhQNkVreVBnNXEwTmJvYnVZVlB2eXREYStZVFM5aU9iMXR6M1V0QWRsSHdnZGlVY2ZWUEtTZjIyY2QxOXIvaUtSVkg1d3VrS2FwQ1crb1hteDFhOFhEaHpZVDRNSTdlaHB1cHB1RE1HbEhTeW0ydFdyZ3RxSHdBRzVtU1VhbUJiVSszS0puL1p4TXFsaFVMckkvWFZzYzBsRlV0THROQkhHcXRqV3dCZ1hQbWl5eURNQ1UzVnkzNEJBQk0rc0tDdnRIRzFzQk1iWUZsZmFLaXUrbVorZnN3eUkvTGpqYXVYZmN1Zk9Yejh6RVdERGRPKzZwMkV0WDczK3BISm9qSjdsbUVZVDJ4YmZlb0JUSDdwRjdNTjI3aW1OU21mNlplVE5VUkluZEZRWGZXY3Q1MkMwUFRoUXVoSzJLbGZibDE3Lzh1RnMrOGVhaGdZZHhpSEg4MVJPVE5hVTNyakRuY3Y3ZlRmaTdDSVROVlNYOWRZdlM4Ry9MQ1RvRE1tU3lyc1c1VFNPY2trYXJhNDJkRUJZTlNVTy9wa3d2NXNmVjNWdDB0TFkyYnhGYzc5OVRVcnZoelVTcDdPblFxSlpFUDFTelVuN3lzL0ZnckRtWlZFMi9xRVRMUkVWTjVIa250Mi9Hejc5a2RTNlQ0V1Y0eTVyVTJwT2tzWTQ5K1I4aS90VStUZFh6eVFBd0JDaHFSV0NRZ2xlbnNiSHlJaUl1b0JCczlFbHpBQm1RMmgyMGVlRmF4VU1pa0JZUHlNSlZjTEthNXFxRm4rdFhUZENkTVg5SlhLdXZLb0laOHNLbHRhcEd3VjM3UjJSV0R3TjNubXd2N0tVcDlQS2RGMEpDSHIvZVhGRldNK0FPQ0tnM0g1VU5ENXc2YmVsWkhLenB3cHRNN1ZpZGIvYm43eUd3ZEhWY2I2OUhYc1QwT0lmZlUxcXdLbmVBK054aktIOUxldmcxQjd0OVN1ZkxXNFlza1lDSXhwcUs3NkxkcW5GbysySGJOUEttRTBaMWoyTktYTkY3MmpuWEFEVjZYc1RBamR4eE81VWFVQUFDQUFTVVJCVkpIaXpjYWE1YSttUDY2UzhxWDVDazZpdVdiVmhvS3lKVmNhMHNsdVdMM3k1TU9Gc1RNWDlsZGFqSFBpUjU2QW0xUk5PSEpDZlYxNzREeXBOSlpuUnB5L0UxcS8zblRvbmNBRVR5VXpGMXlsSFBzTFVvamFUYW5RVm45NWUwWm5ZenlFZkwxcDliSW5vbVVMeHdvaG93MDFWVDlIT29tWmJZOTI0dkdOUWUwRFFQSHNKWE8wZ2FzYjI4elR0aVdiT0dQeDVaWVFBeHF5ZHp4V1VMWmtKSlRLYU4xalBRc0FoVE1XajdBZ3AyMU1CODdURi9RTnArUjFqdU84Smkxemp0MW0vcml3Y3VFQVE2VnVmUHR3Ni9mOWdmUEVHWXN2dHl3eE1XSFlHM2JYVnNXTHlwWkdwZEQ3NjFmSFRtYUpMaWlibjJYQ0trMUNiYk15OUdoTDZTc2FhbGI4OGJSMkpENEhvRTRmUHJ5am9HeCtsaENoZ2tROHVUSFh5bjJmclp5WGQzUjhxQ01tbFkyYm9hQUs3S1Q5UDUwSHpzQ2tzdFIxampiNkM2MmYzZkw0OHBNekd5WjhZRUhmVU1wOFgzMXQxYmVqcys3SmJUWFZkUTJ2R3d1RDJwaFl2bml5MXZwR3hNM3ZBWTg0Y0tkaVE5dFRFcmI2YTlnTUdYazY0OE43RHhvUDczVm5ZK1RuencxbFhqNjJKS1h4YkVUb3k1VFcrM2RWeDQ1N21qVWdSRFlBS0tmdEZTRmtnUkxRK1gybjl3M1Avb3pzYkc5eklpSWl1bkE0Ylp2b0VxYTF5dElhRmdBSUljeGtNc2ZJejQrRklwYjRxSkQ0czdkdU9NdjhWTnYvWisvTncrT3FybnpSMzlyN25GT2wwZklnejRBQmdXMFp5NUpLc2pHMlFYalFBSEdtampvOTVMNHY2Y0gzdTdtWCswSjMybmlRU01XU2JVSW5sN3d2L1NXMzZTazlwRHNkdXROMEVxekJraEVCVExCVWtpemJ3allHREJpRHNmR2dzZXFjdmZkNmY1eXFVcWxVM1BlK2U5L3RkUHpxQjlhcHM4ZHo5aW5MNTdmWFdyOFZFNUZaV3E4RXFkeityck16U0RIaWFaT1VrTCtoWWM1Y2o0bU9WRlZ0QUtodWVQenpUTGpOYy9udjArc0FvS1Rra2NEQ1dmbi9nU1FXSVJaN050THpyU3VoN2VIY1FuamJqZUFyNXZLbEdlbUNFSGVUWFRESFhXK0Vlck8vL2NCUVZYM1RjbUxjUHZHMjlSTUFYRjNYdkVvWnVuMThMRGFZWjd1Zk5uQlA5bmVFcDhVYWw5ZDhwUWpHckdjV3BBVzlOOWpla3J6SGltMDdGN0dnVzNINThxdkxOK3dzY0FSV1Q1eDNrc3JJUzljL21wTmpXOXUwWngwYjdQbjI5WldiOWl3U0VNdXZ1dThkVG94dEJkUnZHL0NWYTNUak9VUm1Fcmp5K2wzTGpDMC9iUXkzbXc4dnpYQUZEbTF1dWxPeTNNUVczb3AwN0h1dVl0dk94WkR5MXI3Q3MzK1BPSm0xamZVcDdVV1BEZlo4KzNxbWRhcXFlL3pYV05DdE4zRGo2ZlR4QWNCeHhMYnJINGxYVjExWU9zc1dvc3A4WlBjTkQ0ZmRlN2JzV1dEWnRQTGl5TmkvQU1DcXVrZm5CSE5sclN2VkNlSElwU1RzNThkeVBqTEVWS2xpNDkzcDZjWXFIdHA3bTNUa1BSTlI2K2Nubm52aVdrVjk4M29odUtBdlp2Y25TSFpKeVNPQmdBeDhXbHFCUGt1WUFrdkQ2ZXVZVHB3ckduWVhPelo5empCZW5YakhPaHFKUE8wNU11ZjMyYmhEVHNCZUZ6UG0rUEh1ZzJmVDd2bXpra3dwTkhVZTd3N01pQzlQcm0vOTNvMldvSlZFK3JWSVo4czBTN2VqNWRaeHJWOEVBTExzQnpTcklReUgzZlF4S3VxYjExdUN2aGhUL0tlSlVJQ0todDNGQW1MVkRYbmppTzJ3Z1JHcitiTDh5Y1VVaGUrOEpYZVZRaGpQMW5BMGNRRjlkR2tvZGZQaDFsdFhGd0lBTTBmQnZzV1ppSnljb3ZtZlZrNDBZMnEzTExMSUlvc3Nzc2ppM3haWnkzTVdXZHk4SUJEUEpoSUVQL2V5bGJ2SXNYSVc2OTgyYk40bXc4a1kzcXFHNWcxS1JWL09reXFYSVFvakhRY1BmOXlnZ1dCc000eTRQdEMrL3lmcDgxWFVQNzdaTUM4Um5ucjIrSkVuM3B2UnVTWnNGUWJVYndsd3liRnpJODA0OTUwWUVCWWNVNXVKUkVFa0p2OGNrYWRuRUQ0QW1LV0x5aUhrdFVoNytIeG82Mk96QU56NS9zajQ4eGVHbjNKWGI5bDFod1pXOWJjZmVLYXl0dW5ocUsyZU8vSGNrOVBqWFJzYnBUMVc4SHVUV3Y5akR0R3EzdGhMeVRqajB0S3dJNlQrZEYvYnZ1L1YxSVFsQXZxM1ZWVCtjRGhCbm1wcXJBVTVlYjhYYVd2NURnQXNEdTNJemMyajM0eTA3Lzl2aWZ1eWdsNER3RmY3Mi9kbkZLa0toY0s1Z1BjUU1kNFk2TnovOC9UNmltMDdGNVBFWnhuaWZIVGl5a3RvYkpSeXhLNmVOTmFMZU9ZWlhWTHlTQ0NRYjljZGEyLzU4NDk3TnFIYTVuV0d6QjEwK2NOdm41dEIzaHRsVmQySy94UXo4a2ZuMU1YSnF2a0x3bjF0Ky9iNnR4ZTJ4bXh2ODhTTjhZNExyencxR1FydHlJWEl1LzhhYnJRVjZxSzdTT0p5Yjk2cHkxVWpLeitoUFQyWVR0eFhQN3hydGpSY09qb2FmZW5NeTArT2xXOXJ1a3N3emVucmFFbU45YVU1ZDh6YTVpbnJlYys0SExTZFpYMmRtS2JnSGdydHNHR3NiUXhjNis5b2FRY2FaZlZEajMvcEl6ZjJWN09rVXkwWS9TZTc5MC9MZFZ4VnQzY3RDelBmTUIwYjZHcVpJWXFXbUx0NjI1NDFCbGpFNEpISmQ4NG1yZlkxTldGckxFZi9RVXg0ZjNhNjRJMlJxdnJtSFZGajJrNTJ6bFF2OTRYczhNbHJZL3ByNTE3MGxiVkxTOE9PTkY3OXlKajc3S3hvTEVyRlJROU5qbzExbm9vOGxTVE9aYlhoK1V5NlRCdlpaVm02ZHFEOXdQZW5QNXBHT2Z0S2NmUElCMGNCSUVtVTdjQ2NzZ2s5L3JYWHhvdEhrVVVXV1dTUlJSWlovTktSSmM5WlpISHpRb0JvVnVLRUFUczNwN1E0T2pMMkl6a3JyM2lDUnE0aUhxTnEyTXlYbm5sUkJRTGxITE15V3B3UkYrSUM0UzRoclprcGUrcjJWQWpvNVJwMlYyOTNTM29jTHdDZ0ttQSt4WUxtZmpncEg4ZTU3OFJDb1IwMnpUVTFMUGdlWWZnSDZHbkpSSnlwb3I3NVhrSEs2VzFyZVhWWlRUaklscmxYdWZyNGhWZWVtaXl0K2FPRlFjdTY0M0pNL3FTaXZ2bGUxdWFEZEtHbzB0S3drek5pTm9EMTBZQ2trUEc4NTlIVG93QWdWUE9IODBSQWJ4NlB5cjhwcS8xcTdyajBOc05UaHdaN3ZuRWRpWlJEZ2ZrUG1Cai9CQUNWMVRZdGt3S3JJKzJ0L3kxUlQwSFZBRkFoSysrSG1lNjdaTjBqaGFKSS9ScERYbU1kNjVteGRwdjJMQ0pCVzBENkxTWDVsWkZZUUZlTkxuL1lVL3ExVTkyKzIzbFJ5YXoxTGppVCtCZ0FvR0xMN2xLU3ZGVm8vcHZlTk9KY1docDI4bTdUNnpuS2gvT2lOMGFyNTgzZk1tSEd2b1c0WXZTWXBSNXdvL2FMdmpCY1dHQ08yc2hHblp6RitZc2h6QjJ1amgycUhGbStUUXZ2OVlFakI5K2VkdTAxNFhtc1RZaFpEWjU1K2NuUmlrMjdpMG1LT3lhallscmU1YXFHNW5KanpJZTJScjVsaTNzdVIzRW9YVVRPRkMrOFg4SXNrR1Q5QldyQ1ZtVWd0cDZOT1Zva25CSW1qQi9yYUptbVNCN2EycndheEJWZ1BqSFEzdnF4Nlp6S3R6V1ZzSVVTTWh3Y1UrYlE2WVFyZGMyWDg4ZHl6Q2JwNnIrK05oR0xWdW5sbXd4N1IwNTJQakZENGIyaVlYY3hJQjVpNHArZGUvR2diM0hldG5NeGhMZWV0ZnBKYnFFTWNrSHgxcGlubjA4VjJBdlY3VmtFTXJVcUt2L1ZDcXI3WXliNnpMUjdDTzJ3YWJUNGMxSDNZc0pMSTBtZXRUZDJwa0FXVklhQ3VqQUNmTnpHUUJaWlpKRkZGbGxrOFcrRXJOdDJGbG5jdEFnSnNDaEtuQkhER3JrK2NQWFVLMDlkSFdwdlBlT25EQW9MVzlKeW9mUjVrWlAzR1RXdUlvTTk0WXp1d0JWMVRWc04wUVBlcFBVWHI2YUlIQUZBWmYyZU1wQzhWeFA2Kzl2REdXTjlxK3FhL3c4bXZ1MEc1Tk54ZDI3QjgrWnZJY0cxVU9ydlB6WWxWZTNlVFZKNTBkNjJneThBWVRFM29MOUFySWFPSDluLzN1cU4vMmwyYnRCNWNEeG0vV0tPbzdZYTVVVUhEcCtkUVRBRFM3d3l3eW9JNEJaNDN2T1J1RURZc3BvdkJwR1RVem1wOUF2RFFGUWlFSXBwT2hucCtzWTdpYjVpZm5HOVlIMWg0TWorZDBKMWV4WTZNQ3V1UlMvRTFaVWJKZVl0YUFSRXBZcU8vV05rU25nc2lhWHJIODJaUGF0d080aHlydE8xNXpLMW9WemFhaGlHSjkyZTR6ODcrOEdDb3J3Nlp0T2JjRThPTlRSOVdqTmRHMnEzTXNhZ2g3WTJyNWFPOVFnYjg1ZVoxakZ3aTE2cE5jYjZubTg5R3l2S1cyOVluei9WOGRUVjBQWndMZ201MXJNNE10UVR2Z0FBVmZYcVM1N2xEZ3V5SkVuN2RzL0VEa2tLcnZlVU9qdlFkbkI0MnJOcDJGMHNnMlpUakVlVFN1Y3lUMzdXUkVkZUhlNEpKOFc4S3VxYjE0TjVsaUU3YW15MStOcTVHOCtsdS9TSGFwdlhTZWJhbUZUZmY3VXRQRkx0NEQ0aHJERmpzTVFTY0FiYVR4OUxkWE91cWd1dkpUTGwwSGdYbHk5UGM4Rk92MFlocU1Jd2E2SE1vZFJZNlZ5bmFEMTdzVk92ZGgrNHRMZ3d2OG9vWE9ydm1KbFd6TTlYYlgrUnRmY1dmM2pwR0FBdXF3M1BKOHRaTVNyc3cxckZTSkpkSG1QN2haUGRCNUtXOFZWMTRUa01zUVlxOXF3VlZQZTVCaWVHT3I4NVBtM3doUXMzQWxRNGR2MjA3NDFBTkVra0pBQklPKzgycldKbkk0YysxcUtlUlJaWlpKRkZGbG44R3lKcmVjNGlpNXNWSlRjRUtMY29zVWZHZ0Izd0hKbmFKTFFkUVZieUZwWlUyTmUyYjRhNFZBS1Z0YnRDQk5vVWFXOXBubEZYRnk0UnJPc05lS2kvZmY4dlp2WU9pNm82N3pOTVprMGtSYmw0elpiZEpRSmM1bnI2ejQ1M1Q1SFZhZGZYMEhRbkcrSytydjJEQUtpcVhuMkMyVHdYNlRqd2ZtbE5PRDhRVkovdGEyLzl5K3FIdytzMTZQM2p6ODFNQzFYV3NIT3BUYUpjYTNvL3hoUFBEM1Y5ODBiaXVvb0RhcVBSMWpzbnU4T1h5bXIzM0NQSWtnTWQrNUlDWXBWMVRYWEdXTzlGT3NPblYyL2NOWnRCbjQ5MDd2LzIxTDB2MzBiRVZYM3RMWC93TVV0SEMvSURtelRodHY3MmxnTXphbXZDVm5WQS9XZk4vQ2JCdkI3cCtkYVZ5dnB3bVZidStjSERCOTczcjZGNUl6eHhaYURyNjhjelRWRFdFRjRLTnI4NTVucE5wek1vbzY5WXUzdXVGQWoxdGJYOFZYbnQzdlZrREVjNkQ1NEdRT3pHUWpEV0I4ZC8xdkllQUZwYjIvUnd6T1YyYlh1VERHc05MbHZQVzhWT2lRVGRHRWhUQlMrdCtYSytaRmtkTlJPZHB6cWZHZ2NhWlhYRDh0K1pNTll6cDFMY3V2M1lkRGtyYWtWZkRTcXN1eHl6ZXM2Zm04cjFqTGlJbWliemhVakgva2NBVU9XV1BXVVF4b2FXSHNOVHg5S3N5dFZiZHQzQnBPK0FKV2IxdGJYODdjZXNQY3BydmxJa1dYNlpCSHBjc3Qvdjd3N0gxeWNzUXJYcWsyeThOeUpkMzNpM3NxNTVrekV3L1YydHI2V1BFUXFGYzBucno3QTAwVWpud1o4aGJzbDN5S3R6ZGV6SDU5ejhXQ2duZjNNMHBvNmY2ajZRSWs0WEZqbWs3blVOWHBPMlUwNlFWNGM2dzIrbERFM2xOWCswUm1qZWJKVDNaMFpQbEVraUFJaVJaYzltN2NLTGpieDIvTjNUSHh2RG5VVVdXV1NSUlJaWi9Oc2lTNTZ6eU9JbXhUS2xDQmJOQXZublJMQk1VRS96Tm1GWDNTOUFzNVdKZFh6Y09LR3RqOTBLc21vRW14bXh0aFhiZGk0VzBQVWcvcWkvdmJVOVUvK3FXbmNMSUJmaDhxVmRpYkxLclUwclNhSVdobDQrM20xbkpBZmwyNXJ1SW9pU2oyTHZQQStBSzdidHJUS0czdXZ2ZEM2RlFqdHlLYWcyVDBTdGZ3elY3bDd1ZVI0R1hYc0d1U3lyL2VwOHh3UTJ1NVlaSmdOMzZMQ2ZJeGsxWWF2YThlNWpZeVlqaDF0UFZ6VHNMclUwcmVydDJCY1hLd3VMeW5yM0hzRjh0YThqM0Y5V3MzT3BuV05WUmRwYWs4UTVWTnU4am9CS1Z1NjMwK2ROdG5tb2VTMHhWY09vdjB5dlc3NWhaMEZoUUcwUXduck5HT05GT3ZhZldWdmJkRHV6V2p6eTF1ano4RGNQN21BRFJMcStQaU9YTWhJdTUxRGJsVWMvUGQxOWNFWXU3b3B0T3hkYnRxeTd4dGQvVUw1dHp4cEx5bGw5YmZ2YUFGQ29iazhOR2VuMnhlT0VRN1hOYTQzRWU4Yzd6M3hRV2J1OHdWaDhBa1d4WlJKeVdXOTd5N1Q0OXJMYXIrWTV5RjFQbm50NnFQdWI0NkhRRGh2RnhldTBoNWRPZGFYa2NtN1lYVXdHdDdncTltWlF5STFSUzcxMHZxTTFtajZXZ2ZXd3A2eW5BRkQ1dHFZU1FXYUJjdlZaWWVNTzRkalRyTXFodWoyTEZHT3RCVmk5YlMxLzhyRnJ2ejA4ajF6dkFSYjBZOVo2M3ZHT2xyT0k1eDh2Y3J4S0Z2eG12L3ZxYStWYm1xc01HOTEvZUgvR2ZObGNIS3NubGpZKy9QQy8rMnNhWGl4dHMxNU5qUC9VdGdKV1ZWQTlvQlJlVDdVNGgwSTdiSnB2dG5xZzkyMkRmQlk2Mk4vZWt1ckdUbXZxbWtzdGdVWXdubzEwZmVPZDIxYXMzZ2hJQ09Ia3NsYVRBRURzVGVCY1d6WmRWUlpaWkpGRkZsbjhPMEhXYlR1TExHNVN1SDVhcW1UTU01aHM1ZGxKeTNOcFRUaWZwTnl1NGI0NGVEZ3ZZMDdsc29hZFM4bDJXcFRIUDh6a0RpeXR3QmNBODI1ZjFNcVl5N215ZHU5MkZyVHl1cmorTjVGNEhHNzV0ajNsVXRKcUJyMS94WHMza2g3M0NnQ2gydDByTEJMTHJreSs4L3o1bnU5SHErcjJyaFVTUVYraE9HeDRidkYyRXRZeFlVM2N3cENMeCtSSUpGMVp1clFtbkcrSjNBb1dQR0s1aGdhS3B0eTVxMnk5RHN3amZZY1B2aHlxRGErdzJGN1U2Nzc4ejRuNk5WdFFJaURtOU1Ycy92S2FjSkVUZENvdlhSOVBiakNFdHU3ZENKZ0hZNngrSE9uNlJrWjM4OHE2NWsyazhZVUptdnlMaEV0ekVvMk5NaS9QcVdad25zZUdJbGMrZUttc3Rta1pTMTVycmxnL1AzZnVPN0VWVzNiUGhjYnFFWEU5WTBxcVZYV1B6cUdjblArb05jNE1hTm1ibmpZcXRQV3hXWlp3eXE1OWRPT2ZDOVRjdVNURXZMNDIwUUUvMVZLMXg3amNkN2psWlFDb2JHamF6SURxbTN6eFJGWHQ4cy9BNEEwQXhTSmdGZlMxVzlORnZiYUhjMjNLK1ZSVXE2SGVoRFY2MXJ6VkFpTFczM1VtcVlLOU9MUWpWeGpyVTh6V0I0NGw3eGdaOFhyU1k5RUJ3S0hnYmtBZk85RWRmbXZWK3ZCc1MyS2xJZk9XdEdXVnh4UEhJaitkVXF5dTJMWnpNWWhxU2NqZ2VGUSttMmxkRUxjTUk2WTJhcExYMmVqRmtaaVRUSDAyTzZnckxQQklmL3VCb1ZEdXBwVk93UEJnWjJiaVhGVzM5eitRa1F2R1lYNGNpVHp0Vld3TEw3YWtXVGt4SVRxTVkza2dleDJ6R1JnODNEck5uVjRVTDd4ZktYUE9JZmsrUzE0U2ZjZDVQclYrWFVONGlRWCtyTkxtdWQ2RTRydWhYQUJnNkJHUXRBSEErTTkwMm5QTklvc3Nzc2dpaXl4K2VjaGFuclBJNGlhRjF2T0lnUHpFT1FNV0c1WFlNS1Bjb1BrOHMzbHpvT01iR2QyQnkydkNSUmJyUi92YVc3N2t2OGRQd2Jlc3pmK2FZZFZ2WXBNdm9PZmI2VUpmVkYzWHRBWEFsdDcyMXE4a0NxdHI5OTZpQk4zS2hEWDliUzE3TTgxN3o1WTlDd1NKWmIweDBZV2U3NnMxVzNiZkRjaEZrZlo5LzRyR1JsbTlvT2xMVU53VlV5ckhrWUhWL1IwdFA4b3dEQVZzZHgwZzhvZ1I3VHQ4OE9YVWE5QVdGL1RudmY2TDVSdDJGaGhobHVDeWVBV1J1SUJZM1o1RlFxZ3R2VzJ0MzF0Vzg4V2dEQzc1TDMzdCsxc1QvU3UyN2EwaVMxU1JpKzRUM2Z0UFo3cUh0VnZDZHh0VzI4ZTBEcC91K09NMFYrcXdxQmhSRHhLUUQ2TEovdlo5SGFzMzdwcHRDMUhWMitaYnZwZXVmelFuMzdGMjlyVzFQSlpwL05LYUwrZm5JUCszQUQ3VDM5bDZKTlA5QzJsWGU2Uk96MUt4U1JhNlBocTdlZ2o0cmdrMU5OM0pHdm45bmZ0N2ZVdnZualhzNnNtQjdvT1JVRzN6T21QTUJZSTFMcFMzbEQrNjFBTThuWHoycGFXTkRubXFoclgzM01sdVAzWTd0UG1QN2lUSFd0N2J2dThma3JQWGhLMGxPZnJMMTY3S3A0dG1tUTBqWSs1TFoxNStNazB4dWxGVzFTOXZZb08rU09mQlYwT2hIVGJOVXI4N1BtNytMaWZQM3RMWHZ1L3ZVbHV2V3Yvb0hMS2RPakp3b2p6MnpIRFBVMlBJaEpxd2xSdFF2ODh3cjBoZ1lWLzdnVU9KTmFuWXNudWxCWjNiMjNuZ2xjVG14TEdPL1grZmFmMnE2NXEyTUhpUjB2cloxN29QdnU4cnNuc2JybDBiNlRqMzZ0eUpVSjN6Z05EcVhPL2hKNlp0aklRYW11N1UyckM4K3VGNVUxejhhUmFtWjNpNE5abnlxclEwN0Jqai9RNFI5Y2tybDVQaWZHUTdjMkFVaEFnVUdoV053VTlWbGJVNlo1RkZGbGxra2NXL0kyVEpjeFpaM0tUUVJUSEJ5TW1qUkFHelpkdVdCRUFWRGVHVllMWFUwMWJHT09lbDZ4L05FVUg5NjVyeE4rbkV1YXoycTNtRVlBTVp2Q0VWRC9abnlEZGNzVzMzL1JwWUhuM1gycGtvVzFYMzZCeE5xSkpNQlpQc0t6Mm5ZMVZkZUk0RFZSRmpxeDg5WVZXeGJlZGlZY2xsVnlaRng3S2FMd2FMeDVlc1pZT2pldEpFN1h4WjhkR2tURStYRlorLytYNGh6UnpEdU9aeU5Ca3ZHNnJiczRpQnl2RWI3cEdTanhibUZjNnhIMUJLUkNMeGZMeWh1ajJMQk9TbTNyYVc3OTJ6WmMrQ0hJZHFldHYyNzAvMHI5emF0RkpJcXRUYTlBOTA3OCtvU2g2cTI3TklrMWZQNEw4NzNaa1dnMXdUdGtLT0RoRWIyNUNJSWpyWkJ3REJQR3VkNitxamlMdHo1eFhZV3orNFBoYk9ORDRBNUFabWY0WkE0NzF0TGYrVW9acENEVTNiaktZYlV2TTFtai8vVTk2a1BEcmM4OTJ4OHZwZHk0aXgzRVAwQlFCY1ZkKzAzREFWME5WTHY2aDRhTzl0UnBtQWdEcFB0bHlsSnAxWEJxZXJkb3VjVys3YVlGaWQ3WStMbmxYWDdyMkZJYXI3VW9oelNjTWpnZGtHbXpUcnp0bEZmSjh5MXZFWnhMa21iSVVjOVFrd3Z4bnAzUDlzZVUyNENJNnEwZHI5UVY2ZVU4RlJPUzBFb0tUa2tVQnVRY0UyWTdSeHlYN3VWUHRUTTF6VUVmYzJ5TWxSOXhrUFI0VEFNbzVOSnF6MlZGSFhYQ1pobHZXMjcvL1h5cnBkSllMc0IvcmE5LzFGcG5IS3QrMVpZNGp1WmtuZHh6djJudzNWN1Zra1NLMmY0SW51cUxDOHlnYlVFT1MxM3U0RDArTEExMnpldTRRMVZyTFVyM0x4M0FiV05EaDQyRTlwaFlReWVWQi9naUhPYWxLOUEvSDFEZFg4NGJ5UmtSTmxhdkpEYUcvOExRRHp5STkvemxxZGIyNFFVT0pnYVZUQTg4UzhvaUtodlh4Um9GeWhnakdwdFJZNU9pQ1VZMHVqdFdDamhYRnNZU3N0NFJpeXRDV05NWUpaQ3JhTXNJd2xtSm1ZaldDTENjekVZSUpsRVJzV0ZwaVlyV1M1WDJZQlZyd1BnOEJNMG1JQ2c1aUZZR2FDQkFGTXpKS1lXUUJNWUVrQ2ZqdElKbWEvalFRVEN5SEE4T2VPOTVHU2lWbVFmODlnSWpiYWdBbkVJTzBmRFJraXpSckVBREVaTUVBTUFoc1FnNHdoOHN1SWRMd05HUkF4UWJNbU1CUXhDVEorRzJJb1lrMksvVGJrSDBrYlJjU2t3Q0RGQkdJU3dwRHk1eFZDR1U4SUk1VFJRZ2pqQ2M4SVpXbFhDaU05cFVsWXh2SThQU21rRVRKcXJHaEFqenVUV3RxMmNVYno5VVhuSTRQejV3MkFHWG5pczhnaWkxOTlaTWx6RmxuY3BEQmFFeXprSlFzSTBpZ2pBRURyc1N0Q0J2OXVxRFA4WWFhK0MyYmxOYk15UHhub3NtZW8vRXFSZXk4eno5UFN0QTEwUFBGMmVuM0Z0dDBQU0Nrcko5bjY2MFNlNU9VYmRoYmt3SDRZakFtanVmZFUxMHp5YzBmb3NWa0JyV3FVc0Y0YTZneC9pSm9hUzRoQWpUdnF0WjEvcVRWYVVkKzhYaHQ5L1lQTGw5OWRPTC80TSs2b09uVCtwZW54cy9DRnlPNW0wbzR4c2tDNDh2bUJIbC9kK0o0dGV4WXdpeENNMXhPemM3MTVoYzRuQkt4ZkRCd09YMFRjSFpsaktuVHR4dlgyMHBwd3Z1T1l0VEU5OGJNRWdRblY3bDVCQXZjQmZHRlVqbVJVZDE2OWNkZHNJckdEMmZ5OHYvRDFVK24xbFVHVU1oa0N5OXVsa0QvdTdmbldsVkRkNHc4RGZQNzRrZGIzQUtBdzMxbG5sSXhjZU9XcHlVeHpWTlkxZllrRjVyTVgrKytaNml2cW0rOWxnOGtSZVgyd1VCVFV3SlBIaG5yQ0Y4cnJkeTJ6V0s0WkhYT1BuSG41bStPVmRidEtET04yeFpNdmpoUXNsdk9NWHErWUkyd0ZRbEV6K3NLcG5xZW1iWXBVTnV6OVRhM28yT0RoQStmZ3V4NFhhcGg3WEQzeDA5UjJzMVhSdlVaNlVUTGlEa1BtMVlIRDRSbjVraXRzcjF3UTNmYit5TVRUSlNXUEJJU2pLbzNpQVFyWUQrb1l2elRRRTc2UzJyNm9aTllYRGZNb2lGNGFhdk5Wd1dlaVVRYnNXRWdyK1phMGFKdlc2dG1Cbm05ZDhaOWRlTGtRc2FMZXRvUC9XbDYvYTVsa2ExbHYrMnZmenpUS1BadWI3clJzYk5CR254NTQ3a0FrVkJPZXA3VmFycFYxSkhaQlRSYVhGR3pVRkh1My85REJzOVA2YmRtendISGt4bEhYNjhvWGNqV0FNMzBwN3R6TE4rd3M0SUNxRWt6ekdmcHZCOXA5VWwzUzhFZ0FLcWNTUmlYMnVWeENYS21BT2NWdHUxR1dsa0lPeDlOc1pRRDlQeDlEQUNZSnBRQmNsd0NnQklCUy90eUpJd0FZWTVLZnRaNlgvT3pYS1VJeHdGcFBMMDg1WjJOb05tYkgyMnNDM0tBcjRHanBXVkxrMklMWTBVUzJWTW9XWk51YVlBdlN0dENXVFFUYmtMYUpZSk9SdGhIYUlVTTJFV3dtMkFUWUFObk1zSWxnRWJGa0pndE1nb2tsbUFVVFNRSUxFRWxtQ0NKWVlCTEVMQUcvSFRFRUFBbXdCQ0JCSkpnaGlTREFMSmxJRU9EWEFSSU1BWUtNaDd6SmxEK0NDSkk1L2htUUhLOGpRREJCZ2lsQWZ0OE15Si82R05CQVFFSWlGNG5XTmdCSWErcVZ6WWs3RUVsQXlzU1FBaEFBZ1lEMGFUajkyeERuc0JMSnJ4ZFJXaFFmQVVSVDNaSjlpZElLRW8zVFNpbGxxdmg4bERhWVRFNHBVdzdXMU5XblhKSklMMGlzaFpnNmw4andWbXR6Nm9qSitaeGtXeWVsN2RRSEd3RGlVVTRPSkdESG13Zmk3ZTFBL0IvWGZNQUdpaEtkWjJuY2ppSmdaVG5Td2N3ZUNDNFlHb0FtUURGQisrZWtBVllBTk1EK09aTUNzZmJMb0ptaENIQUJqakVvUmtBTVJERm00NElvSm1CaURJb1p3QlVHTVFiSElCRURLTVlhcm9CMlFXSlNNVndCY2dFVlkxQ01oWWl5SzJLRzNaaGlpaFdJbkVrQXVJWnJJQ0VZQUlTVURBQWtKZU15SUlURkFDRGxGUlpDc0dWWmZCNEFMSXZoT0l6aEhBWWl3RlRvU1dJak1CdUtrc1d2UExMa09Zc3NibElVcW53Qml3dFMzbW9zTmxvQTRLSE9iMzRJWUNaeHJnbGIxVG5tOFVrdityY251NTVNVng2bWltMlBieVkySzRqTkN3T0hEcVFUWndyVjc5MEEwSmY2Mmx1L21DZ3NMUTA3T2ZsNk8wdWNGWm9MTWlrYUw2c0pCMmM3NnNFYjhzWno1OXErRTBOTjJLb0tta2Y3M25udC84THdNMTVsYlhQSWFJaFpuak5NOCtidmpyUzF0bVM2NTFCTmVCNUxiN21VZFBlRWtYOTFxc2NYcndwdEQrZVNwMEtUYkIwOTFXV05WdGFxaDlpWWwxL3RpQk83bXJERm52dFpudVFPWjNSdU5HK09lZVFhcnYzSnVVNWZGYnE4ZnRjeVFLd2pndFBiMW5vbzQ5eWhjQzRLMUtPR3hjdjlIYTNQejZpditjTjVCRjFLR256RG5malIyWjV2ZlZSVkg2NEI0M0p2Ui9nVUVCYlZEZDdESVBOdXBLTTFnL3A0V0ZUV20wOFJtVlh2ZjJnOWZqSFNPakZqam9hbU8yRW9HT2tRTDFUVzVsVkE0UDFJMTlmZldmM3dydG5DT0t2NThnZUh6a1NlOXNwcWRpNkZkRGIxSDlyM1YyaHNsRldqeS8vZzJrajByMmNYQnUrZGlJckRhUzdSVkZYZnRKMk5PVEo0ZUwrL1hvMk5VbzE2ZGNyRjBhRWp5ZFJMVkZuWHZORUlEc0N3TGJWNThWZ0c5ZS9xTGJ2dWdFVmZIcCswL3V1RlYyYkZLdXJOZzRMNHFpRGFNT0hxcnBOSHBvUzM0cTdkWHpTTXQ4RzQzTi9XbWpFMkh3aUx5bHIxQURPUFdCYldSRjM5enllN243eUUrSGRMd0Z2VDJ4WjRwclMwMFJGd0tzd1YwUUU4bzJkY1c4MGZMYVFBUG1lWUxnKzBIK2dPaFhiWUlxanVqL0o0ejZtdXAyNnNxZHRiYllSNTkzZ2FjVjY2L3RHY2dFMzNYOE8xWitlS1diZHFBSDN0cldkU3J5K3Z3Tndud1hlUEsvSEQ0YTZXNUlaQ25wZFhTaGJOWVdNYytHK1ZIZ01rQUxEaHdtVjNseld5RE9ZRmNrZFdqazljZmZPMnU4dGNJcktZU1JMQmdtQUJBNGZCRnBHd2lJek5oaXdpV015d0NXd3hrUVdDeFViWlJJNEZoZ1hidG9saEtjQWlpeVNEcFFXU1BoRmxDU0lKaGdRaGZpUUpac2tnU2JBbEdaSk1MRUVRWUZnZ1NBZ0lZbGdNa2dCTEp1MGdTYkVjQk9MSEJHd0FzUHh6bjZaWXliY1NtVUtvcFA4RFcyMUpEQUFBSUFCSlJFRlV3SFF5TjBYRzRzU000dVNSMHZZTlVrL2pkVFNOOE5ITU1ZbW1FOGYweVRPQTBnbGs2dWVQNmNzTVRRUURabWJBSkN5dFlHYUtuelBBSURiZ3VOVVZNQXpmVGd5QXdXUUFaZ0lTWlFDSW1jRnhuaktkd0JENWJmMHo5aTlqV2p1QUtJWGtjTEs5L3o5TkVTRksyZURoS1lKRUlBWTRQbFo4amtRclN1SGw3RDh3Qms5L2FCUm4zSnhLdzNtS2wvczNtN0JrMDlSbEl2VUpFcEp0WjdTWmFrZUpKOGZKYTJKQWdJZ0FGdjVFSkRoeERRUUJKaUt3Z1A5QUJKZ0kvZzhCQWpIRG1obzNPWkVOd002MDBURDlXME9aS3FkLzM2ZU5tOWhCa0ZOYkp6THRLeWVSM0dsSTdoR2tiaHdFa2ovaTNCNll4UVV4RUJRQWp4aUtBVVVHaXVmQ2cvOTd5aVVVeHdDS0Fld3VBNklBUERZY0V5dFVqR2xORElBTHd6RVdjR0VvSm9BWWlLUE13bU0ySG9NOUljaGxzTWRNcmdCN3pIQ1o0UmtKVHdLdVlmWVljS1dCWnhndUN4bTljUGI0ZThnaWkxOFNzdVE1aXl4dVVyakNMUXlRazl5WEowQWEyLzU0a2NER1JsazlxbitEaVY2Y1Nad2JaVlhkM1NHV2ZCZHJ2TkhuT2pOaWZjdHI5NjRuRWxWOWJTMWZUQzBQM3FMWEVjeTRZU3pyN2RqL2o1bW1MZzZvalV4NDdWemJkMktoN2VGYzZabE44THkveFBBcUZkcTY0aDRDelZFMGNYUXNHS3lWbnY1dXBqR1diOWhaUUFIemdHQlluc0pQVGgyZVVuMFdMdTQzck44ODFkbDZ0YXB1NzFvaWNhbTMvY0FIaUZ0UWxUR2JqS0FYa2MvSUxURGIzNzgyK3QwTHIvakUrWjR0ZXhZSXlJMUVrTDF0TFIrVHpxdFI4anoxZVdINGVLUmozd3psOHZMNlhjdVk3YlZNNXJ4aE8zcTJaLzlIbFE4M3JUQks2LzZPbG1Pb0NWdFZBYS9TTUs1RjJnNE1acHFob3RiYlNFeTNHdExmeUVTY1Y5V0Y1eERNM2JGeDl4Y1ZEY0VWZ0xPNHYyM2Z6NWJWaElPMlV1dllSQ1A5a2FlOWU3YnNXV0JaNHA3K0NmRzNKUTJQQkFwR1oyODA3UDdMck1MY0N2TGNrOE05cmROaWlhdnE5bFlyYmQ0WlBPeXYxOUwxaitZc0dNblp6SnBPSnF6bFFGaUV0dXBWRUp4RDJyQmljVGJTM1RxRE9KZlZOeTAzb0M4SWJiNDJqSjVvUmNQNlRhQ0FwNVNYd3lTT3B5dFc4OXo1bTR6aHFDWEpQZGJXRXNtMExxSFFEcHZtNkxVczJDVm1veFNmUzR3VDJ2cllyZVNZQjY3eHlJL0thdWZPazdSeVU0eEhuejhWZVdybXhrUE5IODdUd1dDOUFDNS9jSDNzSDN3WGEzVS9vdGJSVXowWGJvVHE5MjVnQmRYZk1aMDRBOEQ4d21DVmh0MGIxSVh6UFV1c1VIb2lHWWRlV3Ryb0JKYTRtd1RUZkVXaWQzajJjUEtsTDlUUWRDY3hWWk14N3l0di9ITDhqZDZiZW0ybVcwblFud0t1N1k1ZkFvRUZDZkxmbG4xcnF2K0tMRkpmcHdVUzc5S1VHQ1ZlTTkyNFNOTU1ocFQ2aVZKZjN0UG9TRW9CSWEzZDFMQXoyQ0l6Tk1BeEFBcUFJdmd2NHdBckp1RVJzd0tnNHRZMmhYZzlnUlVSRkRQNWZSZ2VFNldXYTRBTk0yc2lNbUFZQmhzUUdRSU1tQTBSR1FNeXhLeEJiSmhoQUlxWHN5R0dBYkVoSWszRzc4c0dCa1RHK09XR2pER0cyQUF3eEVJbnlqU1JJVEwrV0NaK0RVVEdHR05Ja3lFU2hvVFJSTVl3N0drcDJnQkE2K2t1eGY3S3FiaTdNckcvbFFJbUlsWWdCanlmL0NiNklMNXE1TE5ZSWk5SmZwTkNGSWx4S1VGNjJmL3NBWUNJbDNrcDlWTnQwOHRjLzJ2Z2w4Vmk4RG5sekhiSno0Sjh5azhpV1FZR0RFOTVObkNLbDRPL1p6QjFqRGNnQkFMK2RrR2M0ckZobXRwam1ONTM2ck1Ed0ZDQ0l6S3pUNlNuamMwRUJ1eHBmVzNpK0g0QjdMaUxPeWZjNEMyeUFUQWJZZ3ZKY3NBQ015VmQ0cVZnd1d5bFRHTUVFUncyUmpBTHljSklJWVJnNDN0Q0NHTEpMSVJnSTVsSU1uenZDY0VRTEVpeU1WSkFFS0FERERoRWNlOEx3Q0dHelQ0bmRvaElBaHdrcEpiRlB6TWNCdG54aGZIckFBY0VteGxPbkUwN2NaSVBJZ29rR1RWbCtIVXc3WnVjUXZMVGZ3T0llRW5LMndnUkFCWmFnRFVUS2NHc1daQUdRd3RpelNBdEVUOFMrMVo2aTdRRjFneDR0NVdVL2Q3YjU0YjZrVVVXdndSa3lYTVdXZHlrc0FYbXBwNHpZTm5HZkN4NXJocGQrUWNNYzJyaXZId2h2YTZpb1dRNWE2d2t3eGZoV0Q5SHgzUmw2OHE2M1p0QVZCVjE5VFR4cGNyYXBzMEVuV05ZNkJIY3lLaU9YRlhiOURrajZVemtVTXNaQUNEdGJuQzFlSE93KytCSG9hMlAzVXBDTHN4M25lZHYyTTREcnNGclF4bFNNb1ZDTzJ3VTJKODFoS3RFNHNMZ0labTBVRmJWTnowRTdWNk1IRDU0dXFwdTcxck5DSW9ybDE0QndLSFFEbHV6cW9TSDA4S3hMNU9uYXRUa1NQZUZWNzQ5aVhpY2RsREloMkdnWW1QZXYzenMydFhmL2VzQXhBYzNKbVpZcGNzYXdrc3RiZTVpcGM2Ukl3cWo3NkYveFpiZGMyQkVDVG1pR3dCQ2xsN0pMQ2pTMFpJeEpWVkZmZk42eVNoampTTURIVk14dE1rNWFyK2FGeUI4VXNGN3pwNWxMUlJhTGJ0KzdrWW4wQ2ptQnZRWEJITkg3K0VuTDRaQ08yeXk1WU14NlhXZ28xVVZiTnRiVHNUWEFXZWRNWlBIK3J2LytNM3A4ejYrQmF4SEI3MmpKLzJ2VUtOY21KOWZhVFMvbWVwQlVGWXpzUmpTdXBVMUZXbGhYaDVzUDNBKy9ScVhiOWhaNEJBK3B3MytLZEs1LzkycWh1WUtyY3k0Rko1UVF2RHhxRHlUMnA3bnp0OUU0RnNnOE1heHR0YU02d0tBekx3RnBjU0lrakhqSUh2Um1IWHRLT0x4eHlSNCtRZlhSdjlwY1c1K3ZyTGRDc3Zqbm9IdXpQSFNJcEN6bmRtbzZ6VHk0OWt5TDJnQ3FseEVKMy9lMi9PdGp5cHJteDVrbUN2OVhRZUcwdnVGdGpYVkV2ZzZzUnV6aEh4QVRZNjBEL1Y4TzI2TkQ0dkFVdTllRXRJQ1kwVFk0amllOFMzZWF6YnZYV0tJeTRuSlpiWWpiR0wxSkFSOFM0L1BYZzFCQ0NDSGt0YXFURmFvLzYvQUhwZ21mWFptUENMeTJLZFhIZ2dUWU54ZzRDb1kxMEM0RHZCVkVLNlR3alV0NlNwY2RkVVRHTGVNOFpSaHozT01GeHdYMGNrY2xZeWJUN2grSnU4aGNaN2lCZ293cEx6aXU0ckdYVVl0eTY5N0szNzAzVUlCWUpwcmFPb1IvNVBuV2Z6N1JxWnYvY2Y5VGZoZktBK2xGRS82NWFXSjh4UVppSGpvUXlwSzBzSWZVajlqV2pqRUlyamFTMWk4NDNVcDR4VlA5VWtQajBqcE1pMVVJaE5TTnlZU1lSVHAwSG9pMTdPa3BVWE10clMwakxTa3BaSEhEdVZKZ3p3bS80OGc1SkdSZVNDZHg2QThKc29qZ3p3aTVBRitHd0I1eE1pTHh5TGtBU2lnR1RFQlB1S2JmOUluOERUTnpYLzY5dHpNTFR1Mitjc0Fmai83ZHppTFh3YXk1RG1MTEc1U3NDM21wWjRUU0JxV00vOFJxNm14cXB5Tmp6R3J0a2pIZ1JrN3VhV2xZY2RpWFFQQ2xmUjh2d0NvcXZieHJRUjh4b3VPN0RrNUpSNUdsYlhObFREYVpwdUU2NXBqQ1JmbzFMNlY5WS9YZXA0M2RMeno0RmtnTEVJTjZwTU1lbVB3Y012ckpRMlBCSWh6NmljSzhIMGFWWjhVaG9jSE9sdmZ5bkNyUk1Yekc3VHJ2U1Vkc2JpdnJlWFY1UGdOZTljWlRaZjZEeDhZck56YXROS1FtVDNRY2FBajJXOWVjUVd6R1puODRQVjM4MjY5Ky9lTVVqOFk3UG4yRGNUSlhsQTR2MjBZbzRwbCs0bVhXbWFrV2ZMdmMrOG5BTG1ocjMzZmYwbXZERzBQNTVKclFvQjZneHl4b2ErOTlVOURvUjIyc0JkOXBiZU52Z2FFalgrZldOWFgzcExKS2srVnRjMlZ4SHcvRTc4YzZkby9Jd1lkQ0F1SHZNKytmK1BHUHk0b3pDa2lMWmIxdWFJVDU3NmpxeHYyL25wMDlNby9uM2pwZTljU0N1bDliUzNOQURqVTBIUW5FOTBob0s5UnpMeVNScHlwdW5idmVpWDBqYjVEKy9zU2hhdTNyTHFOTGVUMXQ0V1Q2dVVsRFk4RUhCUDRMY004VEdTT0RMWS9NU1BHT1JUYVlWTkI4QS9CNXRoQVI4dnhpb2JkeGNibEJRamdpbEZtL21ESC90UjBXRlJaMTd6UklwcGxXRi92YTdjenBwR0NuN3Bxa1VWODV5UlA5QWFRKzRsSXg3N3ZJY1ZOWDBYdG4xOTQ1WFYzZnQzeUIxaTdROGU2bjV4aERVZGpvd3lOcmZ3eU02NW9vWStlbTVnN1VaV3ZhclcyQmlNOTM3cFNXYnNyeEpZMU1uQW9QSU00VjlXRjE0S1VleVZxRHhVSDlDZXYwZlYvT2RjejlUMnYzS3FXRzZaOFFlYTJ2dmJXcE5kQ1dlMVg4NlNnZGRDWW81VjY0WGgzeThWbHkxY0hBUURNSGhnQ2d1QUVGeFM1N3RVbVNkZ0FJWXRZUjY4U2tsYWloT1hJWnZLdFNxbldKdC9kbWl3QUZpSHViazJ3cG5sdFRnUFo4T09Ka3lhaTlQRFdqQzZtQ1UvcmdKMThvYkFCTDhoUUtHRGpJS2laMllCSUU5Z2tZendKQmdZYWdLRzUwRHdWQStvQ3hTcHVjM1hqZGxVUEF0NXRESTlnUEJqaDhYTDJDTXBqV3VNQjhJamdHZmF0eTBRd0FEUXhFcFpqelNaK0RVd0dNSVlwWVlrbXc4eUtTRXpiRURUTW1zZ1lYOGdLVEVSR3c4VEZxc2lrbGhHQmlZU0Ixbnl6S2FSendzMVorb0poOFZLU0NVRXdBR0RwZnhaVHJ0VUpBVEZBa0dBayswSE03Q2VJTXNlQ013c1FiTjk5bXdVTEZyNTFsZ2tRZ3BrRmhGOUhnbnlSTWlZcHdMNHJOVmpFZmRRRm1BVkIrT09BaGUvQ3dmNFlFTVRrdTJBTFpzRkNKOXVCSFNJL05FSWs3b2VJQlRNSldBN0J2d2JCY1RkdUJSQXNQOTZlQWN0S2lZdWZDb0dBUmF5Rkg5NUF5Wmg3Z2kwU3JoOXMvT3NCSUNBY0lqQXhRL2gvSzFtQWZKZDJzcEx1NUFJRWlzZnhrKzlPN3E4Smt1N2wyc20wekFLQnVIbDVLbXdpZVV4L01nSko5L0NwY3g4Wm9pRCt0MEV3MVMxWnNtTE9lKytkbnZrN1BZc3MvamNqUzU2enlPSW1oZEJ5VHZ3ZlBzK1hUV0hKTmsvL1o2Mm14cXJNdWYvekJEM1UxemFUT1BzaVNLYUd0ZnJRbGZvWDZmV2grcjBid0hxNVVQejF3UlRWN2JMYXBtVUNlcjYyaE0wS3I1M3Mzbjhwdlc5WjdaNVZXdkdIeDdzUHZoNEs3YkJwbmxkaHRIaTN2N1BsUkZsdGVMNU5ldXVrd1Q4Rng3eEtWdUt0U05mQmpHbWhxbXIzckFJb1Z6cFdYbDk3UzFMMXViSXVmQ2RyT0tQeW80R0tiZUhGc05RaXNwTDVma1ZGL2U1MUJKbXJ5UnZLdldWbFEzVE0vWWNUTC9rcTBpVU5qd1R5VEtDQllhNWFCa2Y3TXd1clVYbnQzdlVFc2J5di9iWC9NNzF5VlYxNERtTHFma2g2MjdDNHU3Kzk5VStYYjloWlFBWE9nMTZVdmdXRXpack5lNWRJRnRzdVhyNzBvMHc3NkpWMXUrNlVaRFlRNU9DeDluMFpyYStWRGQ1YXcvWnhBQ0MyN3Bsd0p3ZlE4OGVxdXI2NTJuZ1lQdkhTOTY2WDFYNDFUOGpjelFMaVNRQmMxckJ6cVREaWZoZzF3SUtjM3U0M3BzV3ZWOVh1V2FXRTRZR0pRTktGUE5UUWRDZXpXalA1OWxUZTU0cUczY1dTN2EyR2NGeG83OE8rcmd6RWVldGpzK0E0alRCOGNlSWRxeXUwOWJGYjJWajNHcUhQV3NvcTd1dE1KYzVoVVZicmxnckNFa05HZlhCam9oMTRLaU1aV2JObDk5MVNpSFV4RSswSWlKd0hJbkZ5dXFvdVBJZGNzMGtidC9kS2JEeFcxYkN5Rm16ZTdEdjg1TVgwTVpiVmhJTnpSdDBISU5namd5SGhxdXVWRHRXVFp3MFBkSWN2Vmp5MHQ4cGlLangyS0R3emhuM3IxMjQxclBMN0M4KzhVTWtyN25PbEhEeDNhSW80cjlteSsyNnkrQjVKNUpreFBVMFYzUkhCYWdDejJUT1I0MGZpYnVCRU9YNnRVQWx2WE8xZU9USi9TZTFoeGViczROcy9ibHM4TVNHanVibFd2cHNqWFdmU0N0aTI1WG0ydEMzWDBzcVNXZ3JMMGxvYVNaYWxMV0drbG15a2tJWWxXMW9ZTFlVUXdwZUpNaW9QNEFCQk9nUU9BQ0pnd0FFQWp2QXRUYmtneW1FMnVRRGx3cmVBNXdHVUEzQU9nRndBdVVUSUJTT1hRYmtwZ2xoMjNLMDBmbXRwenVFWi9ENW5GR1VJU2FZVTMwOGlTaDhDa21ZR0hvdkVOWWhVRi9ONEthVmYzeFFFU0JOSlA1NVgrbjYzMHArYkdjU1FmaHl2QldJay9oTXk3Z1I4OHlCSmZGTUpNTTBJTHZjZGNaUHh5UnhmYmtyc3hjVGJpYW1ZWmY4WEhwSGZNek41bnZZc1U3NDdxWEhycWUyU1Y1VEJZa21VTXM3TUVJWFVzU2kxM2JRclR1MDMvUnBwV3YyMEVkUHVhZXFZZWgwemJ6MjlqS2F0OXN6RHpCQUttdjdqWThITU1SQ1NBbVhrYjI1cGpoLzl6UzdTWUZiSjgwU2QzMCtEV01HUDM5ZGdhQ2JTOFZBS0RlYmtPQVJvQnVuMExCNy9MMEVFcmdUUmFnWko1RGc1L3hOalpKSEYvekt5NURtTExHNVNNSGl1dnpuTlZ3bTBBRVFKd2JBa3FuSTIvWUhSWnZpeSsxNVhldi95bXE4VVdiWUlHUTFvc2w0ZmFqczRUYUNqOHFHbVQwRFRRZ092dmEvN2lTUTVMbWw0SkdBelZ4R0Vsc1k2MjNjNC9IcjYyTlYxemFzVWVPR29mZjFGQUl6WkMxWVlZVVIvVzB2dnVvWndvV3RVbVV1cXpUYjZOZ0V5ZlYybloxajk0SlBMRWlKWlRxRHhxSWwxSnNwWDF1MVpSSENYajQrcm4wdmtPTEpBM3g4VHF1UEVULzFZNGZKdGU4cElFYjgvUG5wMFlVSE9SajNwSFQzeDBoTkp5M0tSS2Z4MUVDbGo5S3ZIT3AvSVpPMUd4ZWE5dHdxQmU4SDZCK25pVThzMzdDd0lzTG9QeHV0bmtxdWpNZThvMENqemMrdzFodFh3WUUvcjliTGFyODUzaUZaZm8rcy92aGg1T21NTUxvVFZZSURUa2JaOW5lbjE4Tk5pVlJxSVFPd2Q5Qys0TGU5M282NzY4WERQSDErcXJnM2ZaNVFuY08zeUlBQzJ5YW1CMW9PdmR1NGJXYjF4MTJ6TFdQZDRoczhLRW5PdXhpNGNUYjMrMEVQTnEyRjQ3dVViNDYvaWxZTUtBTXJydzh0WWU2VUtzWTdoNFcrNlNGaFB5UzVuby9JWWNyaXY2NGtaejZpMHRORmh5OTRDWmhvYmRmOGh1TkF1aGd5c1ZwTVR2Y0g4NEtxcmZPM3c5T2NadlFNa3lzRm1kQ0o2cmZ2Q0s5L05xRGhlOGREZTJ5eE50NzQvTXY1UEN3cHpObzk3NWdqaVJKM0pWRWM5OVl2QTlldFhGODVkdUpWaHprYmFNd3VOelF0NFpZQW84elFPZVRINWRpQVlXR2RjUGRCL0pQemUydnJtOWNvMWZLekw2a25mMkZpMjdJdEJzdFNHc1ZIdlp4V3laS05rNC9VZk9wMmNvM3hiMDExQ210dWg2UWFSdVRqdzRzR2tlbmhsL1o0eU51STJRK2J0QVhNMHVXWU1Ddmp2dWF6QWNUSGdZTkVLSXlsL3NDUDNKOEE1azJEL0dmM08vLzFBWXZIaXdKeG9ycVZ5QTFadU1DYVZaMXVPSlMxdENjdjJQRXRLYVdsSkZtc3RoUmFXRWNLU2dpeUFBOFFtQ0NrRGdBa1Npd0RBUVFnRVlDaGdtSU1DQ0xDZ0lKZ0NBaHd3aEtDL0NVQUJNR3dJU0RCOFVUVGZibVl4UVJMRElvSmt3Q0tReGVDNDFRODJDRE5ld3YyWXpFejBIdWxKeEZKSUpkS2p4WC9WTVcwRjBwemptZkJ4Vm5hYTNpUFRkZ0w1NmxvZlZ6MDFKN3R4d2FxRTE0S0ppMWladUFxMVNYZ3lFRU16eGM4QkRXSURrR2F3SVpBR3NXWS8zY0ZVT2NmTDRjZkxFNUZoWXUybnpmTGJnOWdRUXh2NDhlOWd2ejBSYXpBWkp0SXdiSWppc2ZQTWlsa29GdkFFczJLR1I0S1ZZVlpDU0k4Vkt5UGdDUmFLcGZLMFlTWFo4a2lRVWNvWUVtU0l0QkZhR0VYS2tKUmFLRzA4RW9hRU1NTHpEQWxwWE04elFnai9zK3Rwa3RJSUdUTVRrOUtRc0kwWUd6ZENXT2FxdkdGZzJ3WVhMNnBmOWZSWnkxYXNlUnpNOXhCQmtDMnk1RG1MWHdxeTVEbUxMRzVTQ09LNThNMGtsNG13QU16U01wWlBubXZDVm1YQTIrOXEvYmREblFkT3p1emRLTzFBZmhVTGtRUEN4RUJieS9HcHVyQUkxYXBQc3FMNUpORWJhWHZpWExLcUptd1ZzdnF2RE5PaERJb0dPc016MGpYZHM3bnBUaEFxQnRwYi93NEFWbThKM3dITHJPaHYyLzhNRUJaYW13MDJjRnBQbVBraTROemUxNzR2WTZ4eFdXMTR2aFJxR3d3K21sRHE2TWx1WC9XNXZPWXJSWmFRdjliWDF2SW55MnJDd1hsQjlaLzYybHVlU3ZSYjF4QmU2aG0xOEdyTTZsazBLLzl6azU0K2ZQTEZSQnh4bzZ4dVdQNDdTb2szaGRTeC9vNlVlMHRCeWFiZHhTSWdEbmlUc2NlR2VwNmNibTF0YkpUNUk4RXE2TmdRV2M1OTdITHZjTThmWHlxdjNidWVXSENrWS8rNTB0S3dZMW1xMG1oei9GemJkMGJTeDE5Vzg1VWljbkwrSXpHOWJTNWZtbUgxUkZ5RWpDQXFCdHBhL3FxcTd2SHRFdFpQSTkzaEQzMXk1dVpGdWc0Y1JtT2pETTE1dk5GajB6ZlUyZm91RUJaT25udWZNU1lxaEZ6UzM5SDZvOVF4cStxYmxrT2JPL282OXY5cm9tejVocDBGVXF1N0w0MU5kRTJsejJxVUZvSVB3cGdGMm5ndkRCNCtNR09EQkFEbDNITFhCb0NXU1ZmOWRYNDBWMU9CV3VPYWlkNUFmdkIzaitXZGVUSVIvNHZFaG9lVW55VERweWN4L292aG51K09aUmdUcFRYaGZESmU1Y2lZMjdWZ2R2NW5wT0pYVG5lM2ZoUUs3YkNOektrV2lsODcyWDNndzdMYTNXc3RjbC92YjNzaUkzRmUxeEF1TmREM2c5Rnp2RU8rVmwzdlBtaEluQjg0c3YrOWlvYmRwYTQyTk5pMS81VVpIV3ZDMXR5QXQvTks5TDBuNXhRc3UxdXd5dXZ0bkZKZ0w2c056N2VFdW91Ti9JZ2xGVVhhVzA5TzFUWGRMcGpLbVRobm9NTTZBdlFreVFlUmI5YTBuS0k3bER1V0EyaDQwWkUzK2p2T0hRV2UrVlZ5QmRhNGVISGlLbnlXUCtQTC9hc0JDWlJLTEIyUkN6eFBhRjBrVkg1TUdwVW44bk05b1R4UDVwaWcwQUZIR09WSjR4amhhRnNZWXdUYmx2Z2ZhVXY4S29HSTJQVmNKcEtHaUZoSVlXSWttQ2pHRkNNbVlSa1N4RFFwV01xWW1TREJRa2FORUlKSkNCNGRreXdzMjVBWVlib3VXRXJIQ1BFUlN5blpjUnh6M3JJWTV4d0doazFjU0M2TExQN0hNQmdsQ1E5TUFxeXk1RG1MWHdxeTVEbUxMRzVTTUdpdUg2d1dUMGxGa0d3WnNYVDlvemtMZ3Q2dms2SzJvYTc5R1lnekVLcS9lejBiRkVHcDhmN09BMjJwZFpWMWVnUEJGQnFTSi9yYVdnYVNmVUxoWEE2YVRmQk1oM0NzSmZLR2VEbmRxTEJtODk0bDBzWmR2Vkg1UXdDbzNOcTBVamltdE8vUXZtZEtTeHVkNEMxcXN6TG1mU09GWTFsMmFmL0hFT2RRYUVldWdQY2dOSzRhNktHVDNRY3ZJYTRFTFp5OGpST1Q4dnZMYXNMQmVZNzdvR3VjSHlUNnJXc0lMOVdzS2xYTTdaL25tQWM5bUpkT0pxem1OV0dyTXFEWE0yUFVzbGoxdHUzUDZDYTladlBlSmJZamY5OXp2YThQOVR5Wm5uT1lLa2J2cW1IbTZ5UURkM3JFWjQ0ZmFYMGpWTGVua2dUUDZtdHJhU3N0RFR1NVM5Ulc0N3B2UmJxZW5PSG1YRjd6bFNJclVQamJSUHkyVWU1UEk1R252ZlEyb1pyd1BBTlYxdGZlK2hmbDIvYVVLK0tMZlczaDk2cTM3THBkR3pHdmI5YVpJeVVOandSbWp4WGRxOW1jSERyYytwYWYva3ZWd2xpR0pLeitxUGp4OUhsM0xUTUdTMGJrU1B2VVJEdnNnc0xnUnZib1ZJSTRselE4RWlpaWd2dEpvOWdZT2psNE9DOERPVzJVb2ZxNzF4UEord3lybjQ2OUh4ak52VlZ0QmZNVng4cmRORDRodm9ORFU4UjVYVU40cVdGZHc0WlBLNmpoVXgyWlJiM3UyYkpuUVk2dE5zVElPNWFYNTFTejBTZVBkUjU0QzZFZE5zK2Z2MG1RdmhUcGFIbG43VU43cTlnVHdkN09sb3liSDVYMWU4b1VlZmV4a1NjODZaNExOZkJXQmI0dzBOYjZSblZkOHlyRnRIRHN6V3N6bm45b2V6aVhYWFcvTWQ2ZkZ6cnpDaVdyK2IweEsra1ZFTnI2MkN5Q0c5S0d4cVFsbGtZTzdmdm5STjNxamJ0bTI0THZCNUhVazZNL0JMNDluUkF6Q1JCZ1ZQUUtXR3ZmcmRNYit4VWp6amNMTkRDc2NRSHdmemxjQXVLK0E3K2ltd0ZaWkhGVGdNR2pBSGtnbHBiT1dwNnorT1hncHRnZHpTS0xMR2FDQlBscTIreS85aEhEc3AyaWVZdG1GVFFiZzdmNmxKVloyYm11ZVEwcnptTXlrMUdOYVhIUVZmV1AveWFNbWFjTkRRKzB0MHl6eXBsaXZjWm9Ick1zdVZhNDNyRlhYdzNQZU0rVUFWbEoybnNGUFdFVnFnblBJMmtXOWgxNjdWa0FsTGVrWkQwTC9ZN3RlUjlZRU12NkQ1OU5GeWVid3J4NUR6STRUeHNhaW5ST3hVSXZuSlgzb05iNjdIQlBlR3hlVUcxV0xNNE5kWVl2QTBERnR2QmlaZHcxRkkwZHN3UFdYZHFpNGNIMko1S3EwRlZCdFZFUUxUWEVIL2EydGN4UUhFZmM2bW5aOUJzYTNIRzhlMmJLb3FyNnBnYXA1RlVtS0dZZU9kN1dNbEJXMjNRN2hKalgxM2FnemJmR21tMEtlTDEvWmg1dEFJQUlGbnpDRU4rSVN1KzVTSmNmZ3oyalRZNjNIdHJxSzkvMlIzZFp0bFY4UFNwUGxLd0xGeGhwbFkyUHU3MTQ1aGs5U3hlVkd3OVgrN3RhVHdOQXRZTzF4dEFsSnA3dFNmY1llcVlVMDh0cXZ6cGZPSEsxTFcvMG5XdWJpdHV0bWxmOEc4YTRyMGU2dmg3UE94MFdzM1ZoQ01hNkE4eG5KaS9JQVNBOGc5eFYxZDBkSWxBMUczVzB2LzMxVTdtM21sOGpwcmNKVkJpTnFaZUdlOEpqS1hQbmFhaDdtUTJSNFJPcHp5UVZGUTI3aTRQU3FsVGora1dockhtU3pkWCs5Z05EUUZpRTVzNS9XTHJXK2NpaGxoT2hoNXJYYVlOZzcrSFRHYi9mMVZ2Q2R3Z2pxNFFXVnljOHI4OVcxam8yMXBzRGJRZUhLK3ZEWlV5eWVKU3V2WFR1M0F5Qk81RFNGUnIwN3NEaEo5OTNSTTVtbzczZXhEcVcxWDQxajJ6blUyemtCU2tvZitLOCtHbHFYeWZmMlVva3BJdFlaNm8rUUFxQ0FDQ2tuVStDTEFBd0ppWHZiaFpaWkpIRi84L0JSQ01BZVFBSnlDeDV6dUtYZzZ6bE9Zc3NibEt3NGJra0NFeTRIQmRBQ2VUTlh2bTQ2K3JQSHoreS83MU1mZFkxN0Z6S3hMZXdrS05HSTNxeXV5VVp5MXhkMy93RnplNHZwQXplMjlzZTdrdnR0L2FoM1hjYmJlWkR5TUpqSGZ2K1BOUFkxUTNOajhmZW0valcwSkR2WGsxQi9kbnJOUHJYd0RNNjFOQjBwMkpoRGJUdEc2NXVlUHozNmNNUFpzUVJKeEJxYUtvbHcwRXR4R3NEblMxSkFscFp1M2U3TVhUeGVQZkJzMVYxZTMvTndMeWVjQ2N1cS8xcUhrRlZ1dVBtWlNjblVHMkV2akJ3NkVCU0pLdDYyKzRIR0Noa0VwUFJ0OFhIcFVWQ1R0QjloQ0hPcEc4Y0FFQmx3OTU3MlpnUFBsTE9hM010YjN1a1kvOHpwYVZoeHlHdjhqcEdEdnZYMkZ5cGxmdmhZUGNUbWR5Y1VmWFE0LzhaV28rNHduNyt4SE1aMWIxUnVXM1BGMkpNdlZyY2lPYUkvQy8ySGRwM0FHaVVWUTBydnQ3WDF2b1kvSmpnS3FGNWRtOVg2NnVJNXp0bW9SeEI5UENWeVhkYnpuZDhQNW9ZcjJUZEk0WC9OM3Z2SGgvVmRkNzlQczlhZTg5Rk54QzZjREVYWVFzRUFuU2JrVURjUENBMEk4bHhuRFFoNmR1a1RkNis3NGUwNmNmdnFVOGNHeUhKMlVVUzJFbDYwaDUvbWpacDAxeWFwbTd1VG13MEl3SEdCb3hCTXlPQkFZT05iV3l3elIzZE5iUDNXdXM1ZjBnamo2UlIrbjdPNlluN2dmMzl4Mkx2V1d1dnZmZUE5VnZQOC93ZUIzTjlMaHhzKzFieWRUejF6WDdMMUk2ZlBOQStFYjFkV3c4TEZPTDlvTlN4N3M3MmxDN1luc0N1K1FpOG1rQzlHUW50ZWFHeTdva2FrMWtSTGxpUklqeVgzTXNaeHN5emRpaEJGNEhweDZLZHhxV1VEMzc3ZHM3N2RTK1hJanFvWkN4ZGM2M3E3dGo5cndBQUhyK3NORUdlZS9WQTIxdmV1dVlpa2pJdEV0cVRNdFVkQUVCcDVsWkNMcUxCMXA5VzFUWjVrY2wzajNlMFhTaXIyMW5BT2VSM1AyOU1xLytITWZGZURJQlpKME83ajNycm1oK0pXZklucHc4a05qY001bVR5azlkSCtVOXozS0xPQkMxODlxd3hVVnRZMGRCY2gwcGxLWW05cHpxblpTdkFxb0F4Wi9TOVlBN0pHQ2dwaDJqY2poanZNUE1wR3hzYm0vOHZJS2xCSkc0QmdGTXBhWXRubTQ4RVd6emIyTnloSUdJdUFBQXB1RGJtWllxTzRkdG5XeStjUEp4U09CY1hHdzVMaWpKQTJjK0pMWWgwdGsrMFR2SUVudGhDU2x4bFRMdS9PMmg4TDNtY3Q2NjVpSWpLaUxPTFN0SzBxT0ZZRDJMWEpqVWsvL0hVcVc4T2V3Szc1alBDelRlRitlOXY3WDg2UHRZeUNWWmFVcDZzOERkOWRrUU4vdUpNQ2dNdEFJT1YxWm9sb0hBeFEzWXpIR1BkWThlMzg4cTZGUlVTK2ZYb0tKeXM4TGQ0Q09UYlkxSEpjUU16NGRvQUtDODRNN1JTU1hpMXAyUHYyWWs1Rzh3U0FzeFZpaWxyTUhibzdOa25weG1xTFBEc1NKdVhtLy9jbXJvY0FBQWdBRWxFUVZRNWh1emQ3bzdkdjV4NjN1TnZYRUdLNlV6d2EzUGM2bE1mYVBxdnh0S3ZyUnJMZ2xjdUhIeDZ3RnZYWEtRVXpUSS9jTTJZRGt5a2xBSjI2bFNITVUxZ2VUdzdkSm1UVnduQVhtTXhmdFhsU3R0eW9xTjF6OXA2STB1UzhJMk0zbXlGN2R1NTkvYUtFcWx3Vm5kb2R4REd4U3dncmlVZ3NLVDJ0eGNQZlNpY3kzekdiRWVhMkNpNTlwMUoxMnBvV1VPa0JrN09PVE9Sa3IybVp1ZTlncXhQZ09LdndJMHJSeUVGbm0yUEx5YmtXd25VMnlNeDdlRGFlcVBZa29JNDRGTEcyZVZvUitzYlNaK2RoZHpwQTFEbk9VSmZkOGhJV1p0Y1VQQkYxNXpCQmZjemFiMUpuS2RsWnVoK3VuYmxHUUNBeWdhakRDanVlclhEMlYyK3RXbUpCTFl3SHRlT3A1cW5xcVl4UitsYUxaQ0tNOGE3eXV0YXFoV1FNOXl4TjF4WnMvTmVBWTZsdzhNd3pWRWVBS0EwMExJS1NSVGRpTEY5RmZYTlc0V0E1NUkzQVR4MTFucEI3TlU1RHJGTm1mTDFVd2ZheHQrZndiejFzbFFTTFNOU3A2T2RleUpUNXk3MkdSbE9zamFNS0drQkFDZzFlcDBVQ1dRSTNERm5tY2RuNUpKRExrRU50TWcrM3AwcTBtOWpZMk56TjBEQUJnbkFRaVEzTUR2eWJQUFJZS2R0MjlqY29SQkFEb3labXQ2QXNYWVV5b29QRHM3MCtiUWw0dVBJcUU4Qm0zT2JEL3c2Y2R3VGFQbWZCSmFRREZRNHB2MHdlVXlKMzhpWHlPNlZVbDRBaVdueFMzeGFLcktUdTcyRThIYms4SjRQeXVzYjg1Qmd0V1VPaDk3YS8xUi9XZDNPQWlWZ0ZWbG0xSTFZaEdic3dFejFycDV0b3d1NXp0Y2gwalhlUHhoTXBNdVcrZTViQkFocDBWRUlWenBsRVFmbGpJVGVHRGM0Mjg2elpkWW5KTURib0ZpdVJYaTlKL1NoK1psbnExaXFFU3RVQ2lsTzdNVmt4KzBKdG0vbjgvUHovUXh4TUJIdFRLYTgzaWhHd0tVSytTWFN4WW9CWUw5MURJTFNuT24zV3hhOGN2SmcrM3VlK3ViN0FLQUluZG9yeVJISkJCaUxsM1BDMVNEbEM4bnJTMGJsNXl6VGlHRzBzeldpT2N4cUtVUUVBTUFpVlMwWm5UeDc2TnRERmJlTGxwT20wbnVDN0FVWUUrVzV5RFVmQVVvcHpkNVRVMXB1NlE0ck1CSlgzWkhmR2hPYkZaNzY1dnRJMGozWCtrWk9KZ3k5eW1xYmx6bDF4eFlrZUhNMHpycFQxV0dYYm0yNkJ6aGZnd1F1T1N5UHVSM3hoWkpFd1ZpL1ZmZ2d1VDYrc1A1aEp6SGRnMEJPVkRTa2JsN3ZUcG1lN0RPMDNLTEZBVzZwTjRpelVZRlFwQStNL0R3UythNVZzYTFwSFNreFcxMjcrYkpuMitoQ2RLQ0hpWGc0T1NVOHdkcDZJMHM0blpWRU1Kc3NmSm1VV0lGQ1VUalk5bUpGWUdlaFJMWnNaREIySXRYWVl0OVg1K2trRjBSanp0OWs2OVpxVktxdnQ2dHRJaHJ2cVczMkk0SEptVnhBWEw3VmN5Q3hNUU5RWGd2elNORm1UdkJPSkQ3UkptMFNMcWRzSU1adUlJNmxhbzgzeHlVWUU5STNsQ3UrRElCbWpWNU1uU0p2WTJOamM3ZkFVUTRnZ2tXRW5BalNQdXIxMk55ZDJKRm5HNXM3bHJHYVowSjFZNnpSSm5HbFVtK1llZXNiTjBpa2E2Z1ljdUxuRTNXdjVmNWRmemg2aWY4b2JaRjZrS1BlbFZ3bkN3Q2dnYWdpWlYzaTNGblYzYkg3SDZmTzY2bjcya1lDVTRTRGU4OERBT2pBTjhSQWUvblVvVDE5UlJzZXkyVGdLSSs5eDU1M0xXWmJKSmx2UmcvOTlZMnBjMHpjamU3NFBBazZxdzhPZHgyYmNIMEc0QzY5b2J1ajlkdHJmY1pDUXZTZUNMVlBDUHpLUUZGdG5PQ0VnOFJzMEhVNjJkRTY0ZjQ5NXRZdEh4SWt6MWhjblRqemZGdktOT25LZ1JVckNHbHBIL1o5ZTlvNWY5TWlJbEVZbnZYRzh4WERSYlVJOGVpRmZXMEQzdHJHRGNUNDZaTUgyOTRycjIvTVEwVmw0VkQ3TDFMTlgxRzNxd1NJYjBET0QwYjJ0YWJzWlEwQXdFbmZGTzdhL1Ixdnd4T2ZVa3E4RWUxODZsMXZYZE4vczRoT25kelgvazVCd1JkZFRNZnFjRWZiUDhONEpnRmFWcTFpZUpzWWpmUUd2ekVwVmR3YmFObWxwUGwzSDZZZUF5ejNHYmtBd2g4TmpmVk1obkhoYVNteEVVQkJzZ3QzTWlYK1I5TTVZRGtndTlmQytDOXhsdTdnZ3BYSndmaExlcVpyellsZzI2UTJWbG1VNldQSU1peUMyNzJkN1MvTmRNOFZEckZaS0RnN1c3cmVIZFJVSUE3c1dQVFl0MFlyQWpzTGdUQXRIR3c3V09ZelptdG9iWWdFMi81dHBubE1JY3MxSFlzazhPZEpseGtBSXQ2emYrOHJsYjZ2emlQVWxvZjNmK2lXUFJXM3k3MXB5TElPcnVabURpTGVGd250bWNqSUtLOXJxVlpLeFFqbE5aVGMxZE81WjlMbUVlUHkwNlRveXRXQmtTNDQ5cTFwYnNMZXVwWWRFc1VSbFB4ZXBZUTUxZ0tKSmpZUkdITmtjZVQzaER2YmZqNTFySTJOamMzZGhsUTR4QmdJQkdKQXlvNDgyM3drMk9MWnh1WU9CUkZtQVFDQXdsdkFBQURSd1JqeXFaOHJxOXRaZ0lxN2xVV3Y2Um9XaDIrKy95WnMzODRyQnBkdFV4TE9wUzBSSHlkRlI0OTNmR2dBNXZIczBISHV2QVpTOGlaanpzTHVmVk9FOC9idDNET3dyQlNsU2VHdXZVZkxmSDg1MjVHV3NWR2FQSHBxdjNFTndHQ1pXV3FqRU9xMCt4N2xBNGJ2Ui9hbGJndFZIVERtV0NBL3BnRGZKT0luRXNLNXhHL2s2eWkzV1dyMGg2VTFqY3VGUXhSSE90b21oSE9GdjhWamtScmdqTTBEcGpuREhhMkhFdWRLL00xTGRXWjVCZUZacGRoYnJ3YjNwQlRPNVhVdDFZcG9tNHhwVDE4NE5ObEFhbFhBbUVPa1ZzU0h6TU5lWE9sWGxycll2ZjhiVnp3TkxXdElvaVBTd2Q1ZTRObVJSaExMeUl5bE1pQmozbTB0cFFEb0k0RHVvWXVRc3BkMWVlMWpDelRtQ053VThXZThnYVlxWmNyM1l1ODd6bFg2bTlZcm92TW5RNjFueXVwMkZuRGc5NGM3V3Y4NU1TNXRzVml2RkRDT09OcmQwVFloVUQyZUhXa3NOMys5R3BIZmp4eitVRGg3dGowK2kzU3IycEx4SHlXT0ZmdU1ESXZreHhteTJJMFlTK2w4WHVBelhEcWFQa1RLWklRdnhzZ2FTVk9PS2t2SmN5eEwzM1NpWS9mUEVwOHRySC9ZbWFVeXFoZ3dKNExxdnpFNG5ETDlHOFpxN0NzRndLZ1o0eDhNdUZXOUl2UFZNOEVuYjYzMk55MGk1RXVZZ3gxYldQMkltem5GdWlHaFV2YkJCZ0R3K3Arb0JVWkxwYUFqakFrT0FObDlGNGFPVlRZWTgwQ0sxU1NzbEdzbzloa1phVzVSSjFHZVNFZVZqcHBlR3c2MlRaUXNWQVIyRmlJb3pnRGVsa29yRlJCN0lSRTk5enhvcEtGVUR5bFNvMUxBa2N0Sm16Mko1NUFOR2Vzc3FVN3J5QmVQU3RWTkpHT0lDQXBBSmJya0lpQzdNYW85TjlPOTJkalkyTnhOeEFRTnAzR3lBSkZ4eGx3ZjlYcHM3azdzdEcwYm16dVF3c0pDNS9pUGdnQk1BQklBQUVSeWtuajJlSGJvVEdtckI0WHMwUjM4aitLNkdZYklkeTN2d0xMUEVkSWxyckY4VXVwb0pMUm5Va3NsbFpOWFRVQnZFZkIwaThscGRhS2x0d3J2WXh3endsM09ZOFUrSXdPZEdWNFNkRExoMnV5dFU1OVZwbmhQWjdCRUFyd2QyZGY2YXFyN0tQRS9taDRIVVFWSWMyVmNIdW5wTXQ1UEhIZG9xbFF4MFNVeHc4azFmdS9vTzlwRTlMQ3NibWNsa2NqZ0RCZ25KY1BCdGduaFhPWXpaanVBRllLQ05KRG1PNzFkYlNuTnU4b0RMYVZjMGRiQitPamY5eDR5SnJramwvZ2ZUVTlEK1hFeWgzdWNtWTUxcE5qVjZQNjIxenpiV3RhZ29rWDk3UGJMQUlaYWtKZjNlY1hGYTVFVUVYV1AzMWdPR2xVb3BkNjRPakNZTXAyN3pHZk01cWlWS21uOU1wUFlYTW1ZTzdxLy9aV01SWElsSVloSWFFKzB2UGF4QlpwaXkvcHg0Sm5FdUlyNjVxMEFPSTh4ZksrN2cwOUtGMlo1ODZvSjRWTGs4T1IzaWx6emNRbTlwenJIRE4wSzZ4OTJwcm5FWnhFcG0wUjgzOFZEUmd5bXNuMDd6MDVUMjVIQVJBYnZ5UnRYejdvaDh3RUpjcGd6TFR2Mnp1dS9Bb0R4Vk9OeHArNnhxNlhGTkJHWktpb243dHZmdEo2a2NMRHJWMCs2M1dLYkl2WnFiL0RKaXlYMWp5MTBJVlF4RVE5SGZtdU16SitkL2tWUzJxbHpCL2JlVERXUHQ2N1pSeUFYQU5EcmlxU1VCSXR1eExSWDBsZGs1WkswTm95QUZrM2xhRjVjYkRqY2JyR2VMSDVDQ24yVXVGNXNxdGpFOC9VRWRzMW5xQlZMa0pjVnNrMldMbzRtbmh0czM4N0JWR3RSd1JwRm9pdVZPZDhzT2JzTUZOYzFEZWFQQ3RWeitzQ2VxemorLzJQT1haa3duc0l0elA2M1VqNTNHeHNibTdzUWNxdGhSQkJFd0FqdHRHMmJqd1piUE52WTNJSEVuTTUwQUFBaXNKQnhTUUJ4R0RNUjB5ZDlNSGVlbjVPNjdHS3dBa2krK09yelQ5NzIxalYvS1J4eS9KZ3BuQ3NGdkQxVk9IdnFtKzlEWklTRUN6blFyWlBQVFJjSHVzNjNkTzlyUHd4Z0tKZERWQ2toMyszdWJMOEVDUmRub2xPQXpBTEUvcG5FS3dDQXpwemxITERhVkxFZkpvc1FqcTVxSzI2OTA5T3g5N3FMcWM5ZEd4aCtNU0UreTJxYmx6SEY1MGxOdmtrS1o0ZEQ3U2VTNTlUYzh2TU13YUZKMVQxVHU2ZzFHM2RtYzBiYjBZeC83L1Zwd25jNzEzbmFuM1lIVzM4QVR1ZGlaY25ia1pBUkxmRTl0cEEwTEF3SDIvWmQ2SGc2N3FscitrTE1vbWRQZFV4M1Z5N3dHUzVnVmdNdzZvdDJ0ajAzazRoRWwra2hwWitKN0grcVgzZG9HM3RHK1ZIUGcwYXU1TEFxY1YrNjd2UnhQbmc4a1dydkNleXE0QW9jZ0RBdkhHeDdNYmxPdHJ5dStlTlNtWDNoWU52NTVPdDQ2MXIrMEJMcXRjUTdBZ0NZVFZsL0FJVExJeDF0VDgvVU1xdHlvS2hXaXBFandMVFYzZnZhWDJMNTg3NW9DWFljTlQwTEhPejQyYk0vbTlnUUtQR05MQUFPT1F5NU54eHNmZWJWNTFQVWx3TkFaYUJsbGM2Wkh1N2FlNVRuNTYvaktNLzJCbzJMcXdLUHpIRW9mVXM0MVA2THlQNm4rcjExTFR0dTMrci8xOFNHU3FwNWdDaUhheXhITW5vYk5XMStUNmh0Znc0TVp1Z21Wb2REN2I4NEV6SlMxdGU3RjVtclVWRmZaUDlmdmV2a2FpMHA4MVJDSE9kdWVDd1RHZjhzWGIvV29RR3Z2aG0vOU12a2UvRU1GUlVncUJwTGpuNC9WZHV0MGtETEtnYXFnSUNsRC9aYm5SOGFqeEVEQU5CYzJhWEl0SXhVNjdLeHNiRzVtN2wrOXV3UUVaZ0F4SURBK2I4eHhNYm1QeDA3YmR2RzVrN0UwdHpBQVJEQVpFb0pRRFFCSVoxUVRVU2V5MnVidkVRS2xlVzRyS1dwKzhQcHIvM2FVOS9zUjBuN3l2M1dSaUErMHR2Vk9rbllyZ29ZYzdnVUt4WEl1Q1RON0FtMmRpZWZMNjgxRmlDWC9pdjlRejhxTEh6WWtYVnZ6Z1pDZVRQUkU3azAwTEpLRVF3NmxOUVYxKzdwRHU2ZXNkYTB3dCs4RlFqS0ZjaG5UM1YrOHpvQUFQaDhXcmxyL2YxTTRTQTQ0TGEzdnZuVG8ycndYeFBpY3l6RkdaWklZdTg3eUZFUjdqei9mUExhMDVuWUxKUTRLWWpKWHVtYzFxY1pBS0M0d1pqbmtOYWZDOEpuZXc5OTQ4cWtjOFhiSGU0bFJUNXJsUDJxMHQrMFNCTE92alk4Zkd4aDlTTnVoOE8xTXM3TlF3REF2SUVtcjBVc25OenFLMEhwMXFaN2ROM2FTb2h2MGNqb1RHMngwT3ZmVlNjWlhvK1RGZmZXdC93SldlWXZ5bHk0RUlYbURYZTAvYVM4dmpFUEpkdHFrZWpxNlhoNkFBQ2dyTTRvUUdhdGtncjV0YjZoNzB5a0VYdDI2Q3ducjFJcWZDL2ErZVNFNDdQSHMwT243RHlQa1BKY2N0OXFyLytKV2lCYVpOTG83cG5lanlld3EwSVNhRG80Tnc4T3h2NnBJdEN5eVpMeWpLYUpaVm9Nd3NjUDdKa3dJYXZZMXJ5U2NlWlZDbTROeG9mL1phWTVxL3pOU3lWZ1BseGp4eXZxZHBVb2dmRncxNFUzRjFZLzRrNkQ5Q29VY3QrNGczVzFFUFRDaGVOUFQrc2xubmdPUkZZRklMUGtDUCtSNXFReUs4Nk9GYTQxc3NnaFNzQWNQWlJxSEl5M3BDTFM4cXozUjQ1VStKcy9wcVQxUmsvWDE5K0hSTmFDeTlveTlNNjViN3NYTDE5TFN2VWt1NWVYMUJzTFFZbVBnWVQ5dmZ2VHA3cUhvM2RMODNKRUtpS2lXNUxMMTg4Zi9YcVNnUjlLQUFCUzFoQUFKZHEwVWVtMmx2THJ0NitlZnorbEE3Mk5qWTNOM1FVaGpEQkFKRVZwQU1BQklHVmJTeHViLzcrd0k4ODJObmNpVWlTTU5DekpsQVNBOFRZNG9BTUFySzdaTlpkelhJQTNyNFdVU3k0amsxNnZHRnp4eDJCWjU0aXp4UVJDUkRwYko3WDhLU2o0b3N2TnJEOENqYTR3em1SUGNQZUI1UE1lMzFkeUdjUldDelg2czh2T0hpdHphY1k2VU9LRGhIdjA2cHBkY3puUlVpNkJTV1J6SW5FV1N1bXdEQURlK3BaeXpxR2NBRStNWG5LY1RueXV3bGxkemNoeEcyN3lWNW5TVjV0U2V5bmh6bDNpZnpSZFowNmZRb29SUVVZNHB1MUw5SXIyUEdpa3BhRXFKd1ZEQk56WlorclJxZVpuTUY3M202YkVueWxndit5ZHNqRUFBT0JhV09RSEtkL1ZuYVlrQmhzSHVCYStmT3hibzNPek1qNFhrK0xVcTg4L2ViczgwTEpHQVhOcU42NU9FK2NsZmlPZmExZ09qT1hFVFhVc1ZUbzNqS1ViM3k4WjczUFF3T3N1blhtWUtaNEh6dE1ZT0lyQ285cXYxMnpjbWMwbGxvMUl0YituWSsvRXhnSUgyVUFLWWlvMitPdmthTGJLblZzc2djV2puYTNSNU91by9BWExHRExlTy91TmliVDVTbi9UZWdUcHdUai8wVVFxOHRUMUJacXFFTms4RFFEVXFOcVhscVlYY1NBbloveWV1SUR3OGFRMlRoVVBOSzhrVFMwZ0VMZGlZSjUvL2RCZnAweXhydlEzTFZKSUpmM3NkZ1N6WlJFaFpZKzh4N3NCZmlZWFpHZDhBWGk4OThTQnZUYzlkZFo2SmExWTcrenpiNldhcC9SalRmZG9ZRlVETUxTWWlLTFRxaDhCTFFvQWtKVXRQejRpNWNtWm5udFpiZk15cnRneW9VYU9PT2FsclJjQVp5S2RleWRNM0pqRDJoUTM0WVJyeWZJS3FVQkZPaTlNYkM2VjF6Zm1PYVY0a0JCdm1pdzJyYVZVZWEweFgrbXdqSWpTT1hlODFyT3YvWjNrODBSajZlM0M3RHRQU280QUFEaGNjMVp4UnRudlI3NmJNalBCeHNiRzVtNERDWVpoTEpNdUF3b0w3U0NnemU4ZFd6emIyTnlKMEZqL1F3S3dtT1FUNHBraGFnQUdjM084ejFUYUs2T2pDNUNUeWdjTnRrVGZQZmNUMUhRM0VOZDdPNTk2ZWVxVXVVV0xQc05CLzVFZ2ZsLy9nRGxOV0pMRHZVNUlmdVpVNXplSHEvUU5aWWphVUhSLzIyc3dYa1BxY21nUEM2NzFBaWM5Mm5uK3hWVGlGY2FqMTRxb1NoRzlHdzIxSGs2a1k1YzNOQzFoaEs1STZNeEp5aEZiSmJLM2sxc3Y2Y3o5Sll1SkxpQStxOGZpUjVQblo2YllES1NRa09YMWhOcjJwNndqOVJrYTQvcG5pTlJ2VXJXTHF2QTNieFdnTG41dzgrYTdpUHpCY0xEOTN5NTBHQU9laHBZL2lwTUtuVDZ3NTJwNVE5TVNVS280R21vOVBLMmRrOC9RSEV4NE9jZUtjTWU1cDVQN0JDZFRXYlB6WGlrbDlRUmJqeW1aVTRhV09IZml3TjZiZ0xneFRxd2JEaGxDUzJQcnBJYXZKOWY2VnJvMjdWU1NMaXRwSGUwOTlEY1ROZG9sL2tlWGFxUldSRHRiSThtYkZZVnJIODdpSkRlR3UxcVBKbHBTVlFaYVZoSERQMlg5QTkvdVBtUmNTYkU4cUFnWWhSSnhIaEViRlV5OVN5NCtHemxiSVFsY2NVdThsSHhmUlJzZXl3UUw3bU9nelVIRzN6OFRldkpDcWcyVEZUV05PWkt4KzhPaDltZXp6ZlJjNG5KQlQ4ZmVGOCtlTlV4dnd4TmZldnZpelI5MzcvdkdsWXB0VGVzWVlVYTA4OGxJWXMzSmVMWTlQa3NYc0praDVwcEVoM1hRMTRaRDdmL2lja0JNYzhxUFI0T3RQNTZwUHRyak0zSTFEaXZEb2ZabkhlQllLa0FPbitwc2UzdmlmRjNURnl3cHo0RE9ab09BK2IyZDdTOVBiTTU0ZHVoY3NUckY4TjVvc1BYSHFUWWRHSmVmQU01bXhUWDUzUEVVZmJ5NTVzZ0NBQUFwWWtRMEpxU0ZlUU52WGpzODB5YVRqWTJOelYzSU1BQUFBYVhuOVR2MC8vampOamIvdWRnN05qWTJkeUlhUzBTZVRjbWwxRUFianp3ckRjQlEzWjN3TWdDQXQ3WmxBd0FySXJKK3VYcitzbXhRYWpIbmNIenFkRldCbHRLNE5OOVM0S2pqZ25jbnA1c3VySDdFUFRmTHZWVUF2bjN5WU50NzViVk5YbUk0T3hwcTNROEo1MkZUMVFxaGZ1aGthblZzV0J4UGlJNnByTm00TXh1NTZXZkErOE14YmNMZHVjVC9hRDRJS281SmlKYlhyZlJ4S1M1SGc4WkZHQmZtYVl2Rk5pSGxRYWF4ZGYyTVRRano0bUxEa2I3UVdxY1VLTVkwalNNOG4rcTZBQUFlaC9nWU1ZeG5qanFtdUY0YnJMTFdMSkdjUnZSck44NHZ6SnUzTmE3SjV3RUF5eHVhUENEbHVkT2RleTZWMUQrMkVCVlVSTHZhcDdWTUt2QVpyaHluV2FPQTN3TVcvV3ltKzYrcWFjeFJEcjFvUkk4ZEtmTTNyU2NtR09mRE43ejF6WjhXbzZKN0dQU1J5a0J6SFpGMktielBlQ2N4OXh5SDJLWUFMM0dVYjRVN3Z6NVJBMXhXMjd4TUIxYlIzYm43MzVPdlUxN2ZtTWRRKzFSNDM3a0psL1FTZi9OU2hSRGdDdHFQejVBT1hlSTM4Z0hWZlJyQmlDU0ZaR0UvZDFBVklWMlF5QWFUaFhOVlRXT08wcGlQR0F4eW9wc25rdm84SjFQc016SmN1dktpem9MbG14cnpGT09GSUswajRETzBLcGVzbERHMS8vclpidzk1L0kwckNEQ3RPOVFXVFBrQ2ZZWUdUR3doSUllVXNrdm5mQmtLZVFnOE8zU01xdzJXVUFkU2pnTUE4T3pReVNtOEZwclJzUTBRWER5RS9RY2dZUjYyMktwQ0lVOXB6QlhqVEJXRjQvcHZrNGRUN3R4MWdMUVFoTmsyZGVveW56RmJkNnVBSUhWWm1lTGNxd2VtMTNwN0Fyc3ErdDUvTVl1VU5lYVRQNjZWbFJpNnh1Zm1aSzJ0TjZ4a3Qzc2JHeHVidXhVaUdFRUVBSVQwOVBRUjdmcjFqM3BGTm5jYmR1VFp4dVlPUkdNeURjWitEUitQUE5ONDVGbWIyREFyTGpZY3dPbFRZTkt6UTNGWG45UEphMGpKRTFOL1NTLzJHZk9JNFdJSDA3S0pxK1BkQjR5SmRGbVBaNGMrYjFiNkZpYlVheWREcldmS0c1bzJNMGFxTzlTMlAvRVp0RVFWS3F1UGN5cUxEWXZqcng1SmJSVGwyZmI0TEo3R1A4NkFjUkhqd1lRQUx2RWIrUTUwYnJJa1JGMDZXNmtzNjFKMzE1N2V4TGkwQXZOK1VNcGl5QmJxb0w5NEliSCs3ZHU1WTZubGxZejZpT01DTVJLUHpDUkF2UFV0ZjBLbzdubi8ydFdmSDVvU0VTK3ZqNjhBeEt6WU8zcVU1ZWJYeElrdW4zeXUvZjNTbXNabFlLbjAwVXR2blBaNGR1aWNIQlVEdC9WcEFzM2oyYUhudXNSV1JEWVBTWWFqMmVkVDFscXZlV0JuTmpuMWp3K1oxb2swMDdtYUFicE1GZXVXa0wxQkN1M2xvY3ZESCtRNXhjWTR3Zmx3cDNFNk1TN2JZVlVoaDZXZ3JPUGh6ajBUeHoyQlhmTTFWQVhkbmE5TjZoRzhadVBPYkNTOVluU0UvemdoNG90OVJvYVQ0V2RSeWM0VG5XM1RUSzRna1JhUGNoc0RGUmRLV3Fpc0NEcG9CUWN1UURMclpLajE3TVMxZlVZdU9mVDFpc0Y3U2xKTVhyOGFUalVuQUtETFlUMWtXcUozNk5aSVhNdlEvVnpKU0dUL1UvMFZEckZaZ0J5T0hEeC9jWFhOcnJuQStlSmJwall0STJMaUhUcXQvMGFFR1lKWW1ESE5Dd0J2ZG5jZS9jQ2JOL2UvUzJKblVybGVUNnczZjk3L0pJdGVjNXBwRGlhd25IVHRVTUtBemJVd3RvWVVHdzN2ZjdJWDBkb2tSdG14NUt5Rzh0b21Md0pWa1lCZlR6VldLOXJ3V0tidUJLOENsWThDM2tpdUs1OFlYOStZeDVEN2xiVEd6TXU0SXd0eGJHTWJtU3RiT2ZpV21kWnRZMk5qYzdlQkRJYkdmOG93SFE0N0NHanplOGYrMHRuWTNJR1FRamR5QUFJd0dWTVNnRmt3SnFZblVwelNsc2cvSEJtTmZ4MnVwZCthVlNBKzE3MnY3ZnNwcHNMME5ObENVdjJRa0VUUHZqMlQ2alJqK1RuTE5GTzdjUEpBMjF1VmdaWlZ5bFFxc24vUFJGMnRKN0NyQWdsY3hQVDAwWGZaczJmUHRrOXJ4d1F3VnE5TFhLL1drSldHMzJVN1lUeFZlMkgxSTI0ZHhIck85QzZ1V1N1a3BLRmtBVkpSOTBRQWhGQUttQk9kMnNIanZ6VStOS202ZnQ5U2xzYlRnZVI5dDI1Yy9kVmJrZSttZEl6Mk5qeFJLNldZM3hQYTg5VFVjNnY5VFl0MHhkYWY2R3o5cDRwQXl5WUpjdmhrYU8rWkZUV05PYnF1UHhRTzd2NEdBRUJWZmZQREN1UXpGNDYzVFJQblBHK3VWd0hOUjRKM3dxRTkwYW5uSWRFM1crbWY3TzdZL2MrZWJZOHZKbVc1bzUxUEhpenpONjIzVE92Tmt3ZjJ2dS94TjY0RnBkMDQxV1ZNcEJKWE5oaGxSSEtkQXZWU05LazJGOFphVDMyOGoyNy9ZR3FVMjVtaGJaS21QSG4yME82aHhFZlQzZUlmR0doN2puZCtLSUNuNGtCWEl4UGlXNEx6YW5iclpnano1LzR4U3ZtQnBjbExQY0gyQ1JPeUFwL2hJb2RZSjBmRmEraldIb3AydHYzMVRITjY2NTc0eXl2OWcvOXcrZGhsMDFPMzRpKzZPM2IvM3dBQW5ycXZiV1JLaU83Z25sTUZ2aSs2WEJwN09OelIxanpUUEpYK3BzOUt3T3Vva2RLSWlvZUlEcndXM0hQRlc5ZThJeHhzL2M1TTR3QUFLdXVhL3dDa2ZDNm02OE9NeE9aSVo5dXZrK1pkUkJvdkNPL2IvUXR2M1JPUFVJejlTM0xic3VKdGp5OW1ER3Nrd3ZIZThSS0ZaTkt6MGlxSjFCclRGTSsrZXVESmxEWGFtdUovcGtBZUlXVldJd0pvanN4aUVaTnBBQkljN2pubFlsVDdXdmlRSFhXMnNiR3hnZVRJTTBHNnc5UnNIV1B6ZThmKzB0blkzSW1NMXp3RGtTV2tFaHJqMXRnZkZRY3dXR1dkOUppbWVPWHNvZlJyNVg1cm81VHk4TlFwUEo0ZGFaaWJWMnVTOVU4Y1dmNEFEazV5S1BiV05SY0JRVUg0Z0JFYys1a1daUXA5SXVMczhUZXVRT1RMZ2VpRzVESjg5dXp1MU1JWkFEek96WnVRVVlrcFI1NkVzOStjK056Y3JNeDFTT0tDSldQTEdHcFpQVjJKaUxiQnltck5Fb2JBRkFQUVVldE5GczRsL3VhbGhGU05aTDFMS0UvTUpKekw2eHVMU2RFYW9hbnZUajFYdXJYcEhoMXc3WWxRNi9lOGRjMUZVa3BIVDlmZUE2c0NqOHh4SXRzY0R1NytSblgxSSs1NFZ2cjlwb0JnYjlmZWFjbGpsWUdXVlFwZ0RRSjdzenUwZThhMFlaWS9kejJhNG9objIrT3prRGxYU1pNZEs2dHJxVVJBZDI5bisrdVZOVHNyZ2VrWjNVRmpJcVhlNDI5Y0FTRHFnZUJrTktaUFJIWTl2cS9ra2pzOU1Db0hmM1loTkJZOWhmRyt6VmxxMWhaSitFN1B3YlozWUR6aW5PWVVYNUFTL3JtNzAwZ3BuSXVMdHp0Y2k0cTJDZ1UvUkoxdllBaG5NSGRlQXlyMUxqRW0yTlZySDlhSCszeGF0c09xSW9BQmRPa2JJeDJ0cVlXeno5REswNnoxcGxDL0xuVE9zdVlIMHJjSVV6MExBR3h0dmJGQ0NjbTd1OXBmWFBQQXpteVh4ZjNkSWUySkdSNGRsdFh1S2lWa1RrVE1KRWx2S1ZMWFh1dHlYSzBJdEd5TXFlRVozZHdCQUR6Yld0WUF3Q1YxODlvVloxN3VWb3M1SnA1amliOTVLWEhjTW5LUi9kZ1RlR0tMRWlvWVBiUjd3bWlzelBlWHM3bW1mWnFRWGV6dDJEM1p2WHY3ZHU0ZExOb0VTcTBVU0VkZVBlQ2FGczMzZUl3MGxtTjlraGdPd3JVYlJ3am9ZUVFFYy9SbUZJSG1JMktXT1hMbHBmTVJJK1YzMThiR3h1YXVoR0FZRUFBQjBrek5GczgydjMvc3RHMGJtenNRWWpDV3RnMWdjbzFMR2l1bUJBVFVLd05pSzBocG5UeHc0YzJLZXZBQml2NW95RFVsS21Zd3lKbTdSaUhGTktXdmpNVWNSeE5wckFBQUZmNFdEeElzb3V2WHVpcnFtNm9VWWI2NmNlMUFJdVhaRTlnMUg3bStGQUhtTUthZG0rb3NuSXludHRuUFFKVW9Scjg5MWZuTkNRT3dTdjhURHdLSWZnWGNDUURRazVRS1hsa1RLMENFK1Fya0hHbmk2V1FEcG9vSG1sZHlvRVVJN0NKWk5CQU92bjBoMVhVckFqc0xHZkFkUVBMZnB2WWM5anhvcEdsT1hIVmxjUGo1d2syTnVVU3M4UHJRNk1zTHF4OXhPeUc5U2lqOUtJREI0clBUU2huQzI2bDZWWHNEVFZVS3NSaUFybWo5Z3pPbUczc0N1N1pJQ1VPbWRGNWpYUCtNNUZhWXU2elZqTURWRTl4OTBGdmZza0Z4blhVbnVadFgrcHNXQVdOK0VxeTNEL3NQSk5LSVY5UTA1cUFqdlh6RXRJSUpGL0xFKzV3dHN6Y3poTGVUemREY1R2bDVBblV4T3V2OGl6T3R6N2w0NVNaQTliN09jUzBUdkpjSnVWQ1JHaFFJYVNNeExaeHNqRmJ1MnZScERuU0xBNlZiUTlhek04MVo0UmFiVVZIZnFVN3RuU0czcWhWQ3Z0OXpVTDlVK2NET0FnSXg3N2JXOThyQzZrZmNtc1hXQ2E0T1RuV3VUbEFhYUNuV2tQMkRmUzBBQUNBQVNVUkJWRmNveEt2QTZGMkdpdmZldW5IRzB5RC9FQzE2LzNUbi8zVXAxVGdZZi8rZzAvemIySGNLOHZQL2pDczhlMnI4ZTFTNnRla2VqYkhsNFk3V0g3Z1d4dFlRMFVCMGY5dWt5RDUzWm40YUNhNUhNeWFueFFNQWxQY3YzMEFFcFFDeW0xKy8yanQxL2NYRmhnUHpoSThRbG9oUi9vTkk1THNXNTQ0TUFBQ0d4QUFSWVd5enk3TE53bXhzYkd3K0JEODBESE03ZEl2L3h5TnNiUDV6c2NXempjMmRDS2x4d3pBMExVdElSRFFCQURSM3ZzY0VHdWp1MnRQckRTejNvRExkUGFHblRrNzk1WDY1YjNBT2NsakZnZWRGUXEwL09YdklTS1Q0UWttOXNaQUJ6dWtPdGUySC9QekZvSmcrelYyYTJGb2tXdFlmRy9scEttZmhCQlgxVGV1UVF5bWlQQkY5L3NPMFYyL0FxQktTYmpETjBVZEkyZEhPSnlmU25Rc0t2dWdpaC81cGpscWFHdFdmVDY1bHJhcHB6TkVzdUErNWJpSmdWbmova3oycHpMbEsvSS9tSTJyTlF3Tm1TeVMwNTRPcDU5RVNYK3EvMWYvSzVXUGZHczNPNEg4R042NTBYajcycmRINXM5THJsWUkzVDNVYTE4cHFoKy9qeE5QRHdiYnpVOGRYK1p1WEVsQWVJcFNHZzIyL09aYlVOaXFaeWxxampLTTJPOXJaR3RWYzhqUGRvYlovMUJobEtnWXNHbW85N0sxclhxNUF5YWx0d3dEeER3RGdnM0RuN283a1RZMTBUVi9IT1h0dHFxTjBSUUR1Wll5R2t0ZnFxV3Y2WDhBSUk2RTl6NmR5cm9ieGxIYU9GR1BJbG84UTMyY3hLNHVZUHB0eFhOZ1RiUHROOHZlaU10QzhqU1JGQVBocWs0dFhaNnh0RHp5eEJaUzBvc0U5cHlyOE1aK3B4TldlQTN2UGx2a2dpMHlzUGRIUmR2QkN4OVB4dWRrWm4yUU8vY3hFSzY2cHo4N2Z0RWhuVUt0QURUTml0NVhFaGVGUSt3bHYzdHhQcVVIUkZUbllOclhQOG9kcjhIMGxsekg5TTVHT3RzN1pOUHVUY1ZQOXRMdXpmVUpvNnc2MlNjVUdqbnNlTk9hZ3BoZE5kU3F2ckd2NVBETElHQVY5MnJPcjhqY3Y1UXpYZ3FSSU9OUitZcHJyT2dDa0xZVGxpR3pyOEFoOXYvZVEwVmNlYUNrRjBCZ0FBRExuSEFTMG95azJOalkyS1ZBSWlTd3p0N0M0L1crbHplOGQrMHRuWTNNbmdqamVxb29zcHVuamhtRUlwT0w5SjBQdEoxYVA5ZFROamdiM1RIT2ZycXBwekpHYTlta2wxWHRjeWpQSjUxWUZqRGxjaVJXa3JCT2ViVjliRElEM1hSdm9uMGo1OW5oMjZKaVhYdzhBT1lMZ3habDYrc0o0V2l3U1ZrZ3BvK0d1dmNjU3g4c2JtcFlvS1ozRTZBcEpzVHArU1FzbWhFdDVmV01lbDlxRFVvampISjAzayt0UHg5MmROeXBKVnhITm5FaG8rcjNCdVBzeDUrcXpZTkZmSjd1R3czZ2FjNFp1MVE2U2VvWnJicW9JdEh3R1RmRnRBSUNLUU9NbUlycmMyOVgraHJmdXNTSUZ6c3J1NE80ZlQ1M2Y4NkNSS3l5cmpBSExEM2U4OXJXWjdyL1MzN1JJY1pFZjZXajdsYWV1YWFNU2RIaDF6YTY1UXJCN0pjV09sZFh0TEZBRVN3ZHc0SVhFbU1LMUQyZGw1Y3o2bEZSNDA3VFVTNG5qQlQ3RGxlT0d6VUxKaTVFcG14WGxXNXVXQUZrcmh5N3BvY1E3b3B4NWRRQVNJaDF0ZjU5NmRkdDVXZTJ5TmFDVUJVcjFBNkxsbEdJdVk3eEtrYm9tWk93WGsrNTVXOHNhQVFTYXhncVZwVTZlNnZ4NmlnMFRnMVhVd1dvaUthSWg1MUhQdHBZMUVsVHNWS2c5V3VKL05GOWpjbXM0dVBjN0JUN0ROY2N0MWpNSko3djMvZFc3cVZhM3V1Yi9tRXVNMVFQQkZkTGdUU1ZGYms5SSsxVjVYVXUxUmZEcXljT3BCVGNrak5tRXZqWFMwYnFub201WENRZzRuM0FKTDZ3M3NqS1ZxclZNZWRnQnVrdVo4bU9SVU92M0pnYjdESzFTajI5UWlQY2dxVitmQ1JtM2t1Y3VxVGNXQ21VOXhBbDd3dnYxbE5rR2xmNm1SUUN5aml4NjdqWHV1RjY2dGVrZUpNcFJLbllkQVlCcnJudWtKWjFFS2ZjemJHeHNiTzVxY0R4dEd3RGRTdU4yNU5ubTk0NGRlYmF4dVFOaGlHbmpQNXFhYVVsRW5RTUFDTFB2U25HeDRYQXc4RjdySDMxcDZyaWlEWTlsQ2dkYlR3QzNFT205N3FSYVRZL3ZLN2xPbEEyNmtEMkNPeFlDeWhXV0hEcDZPU21xeXZKeU53UGhZcVd3dHlmT3o4eVVjcnFpcGpGSFEzcUlFYjNlMCtXWUVJZXJBc1ljTHNHTEJLWkQweGIxWVg4bzBlZDV6Y2FkMmFCNHFXSlNBZFA2a2gyblMveVA1cFBPNzFjU1gyZU1zaU54UjJpbVo2TTU1WmNWMEtuSS9uT1RhbnlMaXcySDIybFdFa0lZTHpsdXV0ME9qMG5xMklrRGUyK3BPWG1sQ2lrV0RyV2ZxQWdZaGFDMHhkRWcvMG1xKzJLVy9CZ0hsbTZxMks5bWFrbFZVR0M0Sk9OZTBMUWozdnFXRFVoZ2txSVJsODYzVUZ3TEk3b0xFTmxLZEdndkpTTExuZ2VOdEZtWjJadFFRcFpweWE0SndWZjRzRFBQS1RhU2dyZE9obG9uYlhaVUJJeENkT0VhZE9vSEVzL1J5czFaQjZoeUk4SFgvMjZtWjFSV1czU3ZydkZaUXFvK3hiUjdDRWd3QjF0SUdzUTQwTW5rUHNiZVFGTVZNam1QZ1pJa3JiZWpLWXl6QUFBcUg0Z1ZjR2JOeGh0WFh5bXJGZmNCbDduODV2WHVFditqNlJxNHFrU01CMkg3ZHA3dGt1VmM0ZFh1S2ZlU3dPUFpvYWZwR1hVQWF0QlVkSndKWE9nY0dIN1JXNjhDVE1EUXlkQzVjNm5HSlhCS3JScEJIaTZyM1ZWR0NtZlQ3YXVuWWR4TmZCYUlkUnBuUjVsVG1kTGxMcjBaNXo5Ty9nNTdIZVlLUWw0bGhmcmwxSXlERW4velVoM0VKNEh3Z25Kb0w2ZEtOYTlxYUZ4T2hHc0k0TmJncUJrcGc3NE1oNU52SE9qdkQ1T1NRd0FBbGpuNE5pazV2USs1alkyTmpRMGcwY2o0RDI0dWhCMEV0UG05WTR0bkc1czdrL0hJTTFneHpaU2tyRUVZcTNuVzBoYUx2OENZZnZqeTlGUml6TWgwbDNMSnN4QndPQkxhRTAwSUFNK0RSaG82WGZYUllPdVA0OFJjSE9YQ1NGZGJaN0tJcWdnWWhZcllhcEptYjdTek5RSlRXajRsS0M0MkhPazYvd29ESnNaYVdpVkV4bmJ1WnZKeDVQcFJoano3Uk1lWkY1TlRrdlVNaDQ4aHU0ZlFjU0s1YnJldy9tR25BOU9xQnh4bUY5TXhjTU4wdkREVHRTdnJtNTVRVXB6cjZXaDljYXF3ZFM4MU53QkFmM2RuK3lYbmZPbGh1aFk3M2RsK3liUHQ4U3hrbU5zYmRFV0tmVVlHQTJ2VmlPazRObFVjRmZpKzZNclN0TzFFU281aTdGaHkvZlpVOG9yRVY0VWE2UlNtWEFxa0ZuT21uK01PV0I4T3RqN0RuYVpiSjF6YzA3R25JNUprZ2lialZobm81SXVFMnY0MnVaOXl4dExNbFVUcVNqUmtUS3J0THZNWnN4bUtZcng2TFpTWVovR2FuZGxPcG4wK0dtcjcva3pDSG1BNzF4azBtSEYxZ2VtOHpCb3lUNkJpODRqVUNvdmlMeVduTjVmVk5pOVRoUGtFZElremhwRXBqdDhKcXFzZm1VTksvM2ozdnZhWFZGck9iSzVCWFNTMDU0Vkk1THVXUzNQL01YRjV2UGVRMFZkNnEvQStCb3JQSkp3QkFOamMvQzlMZ0JGazVnc3VCbjhlNlR6L1d6UEx2WldRTGtmMnQ3NDY4MzBCVkRXMC9CRmo4Z0l3bHViUXViZW5zLzJsUkZxMXpwemxUT0Y3M2Z1TUt5ajVXbW5LMHhjUEdaTkVMT1A4U3doMGRHcU4rOXA2STBzRHFrV0YvZEhPdHVlUzM5dkV0V3NhYzZURVphU3hsU2J3NTg0ZmZYdEVjMlg5WlhmSDduKy9jUHpwQWFhNU04YytxVkx1T1pYNEgwMkg0dTJPbWU3TnhzYkc1bTVBcWJHYVp5QklVeHF6STg4MnYzZnNIUnNibXpzUkFoZmdXSjluTGVhVWtESFdxa3B6ekZscFdiTDk1S0cyRzFPSFZQbWJDNGhvSlhDNEV1bllQU25sR2VQbUJsTHl4VXJmVitlUml4ZHpZc2VTejVmNWpObElvbFlCZTcxbi8xTkhabHBXc2UvTEdXa3U5VGtDdkpJUjUvK1FPRjdnTTF5NUxyRTFMc1gzblJ6TFI0RWRUNGlnc1pSa3NSbUpuQkxnOVo2TU0wa1JQNE5sU2JFQlVINlFhVG9mR0lqeEgwOFZQREF1MkYyTDVDZVVndmVqKzl0L09lbWt6OUJLSEhFUFUxeDFoMXFqbFhVdGxZUTRPOXhoZEZRMkdQT1VsRnNGalQ2N3RqNGp3eVRoazlMcVBudW9mV2p5RlF5VzY3UUNGdUF3QUR0MXV1TWJLZXR0UFE4YWFXZ0puNURhOXhRNjU3aVFsb1NEN2Y5V1VmZEVRS0IxZU0wRE83UEJaR3ZpRHZPVlNjKzNZVmVaVGxndFNmNUw4dkhTd09Pck5HUUx3c0cyU2E3U2hmVVBPeG1aYXkwVEl5Zkh4YUhIMzdnQ3VmWVh0Nkh2ZjgzMGZqdytJNWRjNXNkR0xmV01ya0dGRUh5Zk00TTJLVUtYVkhEd1ZPakRkT3pLQm1NZUNiTUFrYjlOeU1wUGRMVDlXOG81QTd2bW04QzNSRHBhLzZhODlyRUZuTFA3d3gxdFQ1ZjRIMDNYdUhPcnFheGdiL0RKNjk2NjVpSkZXQm9KdHY0MDVUeWVIV2t3SjMralZLcWZBYnV1bEdQVGJXRzFWOVl1VzZNQVBvanNhMzExeHZ2eTdOQnh6dHdxRXVxaUtkaXdVNFB5RTUydC81UTRYMTdYV0kyQTJ2Q2xjMjk0NjVvYmlPRTdKenZiSm1ycFZ3V01PVzVVLzBNcGVhaVBEMFFtVGU0ek5FdGE5WXl6V0hoMGVqWUNqSCtIcGFiV0FjbzBWUEx3Z01rR3ZIVkZBVk9OZkJzQW9MU2hjZm53NWFOdXFlS0FoSHpNRStkRFNodU01UXlzZVI1MzlyRklxZ3ZZMk5qWTNDVWdsOFBqc1Q4ZGxYSjkxT3V4dWZ1d0k4ODJObmNpNC8yY2tVQnFtcTRReUFJQUVLTHZ2ZVEreVFuSzZ4dnpTR00rQlRROG9nYVBKcC96Tmp6eHFUalFKZVhRa0Z6T3FxRzRGVDNlOFdIZjJZWFZqN2k1VzN3SkdMc2hZV1JhS25neUxtZE9BeUJaL2JmN2ZuQW9LVHFjbDJaVktRVXhCK3IzMGVodzkwUXRxYy9RY2x5V0Z4VG1BdENWNi8xRHZja0dUUlYxNmlFRU9VekEwem55STY4Zk1xWnRDZ0FBT08rUjFRZ3d4NkxScVFJUHkzV3JUQU5OZEhlMHZsaGEwN2djaUdhRk8zWjNWTlUwNWtoU2xiR0JvU0FBZ0ZCcWs2V29wNmZyNis5UG5kOWJKK29VVWpZcDhXcHlWSHd5QmtNaHl5WEtpK3pXKzllZFNDVWlwcjNzcVh0aU93ajFybW55VWFmVUE4elNUaVc3ZjVjM05IazE0ZzJLNkRoZXZ6R1JFbDFSWjVSd2RDNE1aNTZmbXFLT3N5anJEeEhaaFlTWldrbTlzUkFZYTZEUmtiOUtqdVluNDluMitDeHdpd3FNT1o1ejZXeXRaT3d0RGFWUFNCQkE4R1p5T25SaHZaRkZvRFlBWWo4aExSbDVWLzlGcWprTGZJYUxBVnZWMzlmM25NZGpwSEh1S0JzY3RKN3plSGJvbkxsTFFNblhlb05QWHF5czJYbXZBbFlRRGJWT2M2NU9QRHVaazFlR0hFcEo0bW1Gd0VDSTQ3TlFXeVk0ZDQ5ZWV1TjA2bkhqRHlSblFSR2lvdTdPOXBlNUE2cE1VNXZZNFBINFc5WnlwV2VFZzlwTDdrVXJOeEREUzhsQ3ZHakRZNWx1bEg0RjFNK1ozalgxK1hsZDRndU1zL2xpbFA4bWRjYkRkcDdya3A4QWxQMUVPRWczcnZma3VlVmFpZkxpcWM1dlhpL2E4RmltSnZWbFVveThDd0JBU0ZxeWVDNnIyMW5BaFZVVUg5R2pxY3pIYkd4c2JPNHFKQnNGQUVCRVJPQlpIL1Z5Yk80KzdNaXpqYzJkeVZncUU0SmliSUFrWkprTUFFaks2UzEvZkQ2TktlMGhBdVZrOFhqSG1VTWZ0amlxckd2K0EwdVpFUWV5T0Vxb0NvZmFwclVmbXArVnVRT0lScnVEdTMvMnV4YmtEVHp4RUNMTmk4dlJaeTRjZjNwQ2ZGZjZtemFUNU5uQVFjRzFLOEZrZ1ZDQzRqNENWb2hFZmVGUTI2UmV1cFdCNWpvWk0xOVZicndIVE92cThRTjdVN3A2bHp5d2F6VWorRXcvOWYyZlU0WFBxb0NSalZ6TWkrNXJmVzV0dlpGRklJcHZRWDlIY2JIaEVKcW9IREd0bDg4ZG05VlhHUkJiTFdSblRvZDJUMnQ5NUsxcmJnQUpHbWZzY3JTcnJYZW0rNi93eDhwSk1VZFBhTzlaYjEzelYwZHArSHRPRjI1aGxvd01TOWUxVERjOTFOM1IrcS9KWThycWRoWXc0cFZBNm5RazJINWswbkZsemcxMzdwbFcyKzJwYS9xMHBlSWR5V25qRGlXL0lsRCtiZStodjA2NXVRQUF3SFRuWmhHWHAzU1hlc0FFN1VVZHJFcVM5QzdUK1pKb3grNkp5TGJIczBOSFVBK0xFZlozampTMThSYjFkMTA0KzNUS0h0NDVMdm1uSXpUOHpJWGpUdzk0NmxxK1BFckR6NXcvK3EzQjhwcVdha1JGMGVDVEY0bzJQSmFwdUZhQ091c2N6MW1laHNjZlh3NmF0bFVwK1J2Z3JBQVIzd2JtbU05Qnpna0hXenRtdXFjSlVKVjNoOXIvcGJMaGE2M0RJL2hVd2lXODhnSGpYbUZaenA3TzlxN3krc1ppSUdaRjlyVlBpbUNuWjJycmdXQng3QkwvbStoNDNYalNzOTVPQUtXUmp0WVpvL25ldXFJSHpGajhpTzUwYmg0UklwU1prMWV0U01tZTRONnpBQUJabVk3YU9MSVRpcXkxREJDUVFDTUFIRGNQbThQUlVSL3AzRDJEc1p1TmpZM04zUWFieUM1RHdsa2Y3VnBzN2taczhXeGpjd2RDQUJ6SC9xdjZHYU5NSkFtQWtLSUZEbnBjRzlZeFVBN0o4V0EwOUkwcmllUGx0VTBlUmVxaUJmRUJoUFNLVVNHbnBXTlhCQm8zS1pSV0pOais3UmtYNHpPME1vZFZCYWlXeHhYOFBFblVvYWVoWlRWSmxRMGtSdENTNTVPRjgxZ2ZacXdscE5kdm10cWtpTGJIYjZ3UUtQdkJ3UmR3UWd3ZmFEczc3Ym9BV0Jsb0tTWkpueHF5eEJNWERrd1d6bU51MTNMVDZFWHQ1MnNlMkptdHBOZ1NWOXFSQzUxUHg4dnJucWpoVWwwNWQyRHZUVTlnVjRVRUh1OE5HaGVuemw4ZWFDbFJSSE1aWjdIdTRPN2Z6UFFJU3Z5N1ZpTm5pNjcyRFljcTZwNEl4QzN6RjI1SHhoS0c2dEtKQTY2TGxRR3gxWXpEcE0wQmo4L0lKUkpiQ09TVlNMQjlZdTd5K3NZOFZIeUZNTFZYcGw2bndyL1RRNHE5ZGFyem05Y2gwVzhiMlNOQ3FaLzFocDZjdW42QThSVHZMSm16d2JUa1plWmdDNVF3VHlIeVhJYkFnTFBGM1IyNy96MzVzMGl6YW1KUy9zanBGQnRpSTZMM3dxSHBrZXlpRFk5bFptWTZ0cEJnejVHWVpWYldOejBvVUQxL1p0K3NQbStncVlvWVpVWTYyanRYQlI2WjR5TEg1cmhVeDA2bnFCTUdBQ2l2YVN3RzVKOENpNDRqZ3h5RitJR0lpempYdE5tUjBKN2ZLWnhML0kvbWE5eFpLOEVLZXV1YUc0U0ZmNThRemlWK0kxOEtzVHh1NmtkSzZoOWJ5QlF1ZFF5TUhKejBQT3ViMWlHd3RZcXNuNXc5MnpwSk9KZlZ0VlFDVUdFLzluOTFwdXRYMU8wcVVZUzNtZTRvRWFaNTBxSHorWXJRRlFtMmRjTDI3Ynh5b0dnTEVWMCtGVFF1THlrcWl3TURRTTI5Q0dUY0NVREE5TXlsbzZPczZYZmRvNDJOamMzZEJJR0l3MWh5SFNCWGR1VFo1dmVPbmJadFkzTUhnamdlZVNZZ3hqa2hvUUlBSUVhVC9zNlhOelF0UmdRdlNYWXl1Yzl5NmJhV01nM0J3UWl2dXlGdGk2VFlxYW05ZzFjRmRoWWk4bzB4R25ubWQ2Mmx3bVVXYXh5cUFPQTNwenJiM2s0Yzl3UjJ6U05GeXdDWm01UThIOW4vMUVSYm9vcUFVY2lRVnlxQWF5WVQzY2wxek9YMWpjWEF4V0pHMGdXTVdlSGc1SWgwZ3VJR1k2NWlVSzlJL092VXRYdTJmVzB4QVY5dGlkRm4zUXRHM1U3Qk53dXB2WEtxMDdoVzRXL2V5cVVWNis3YTAxdGUxMWdOb00yS3hnOGZtenAvV2QzT0pSckRLZ1owS3h6Y1BlTXpLS3ZiV2FBeHVDZlNvZjFtYm1aR0NZRDRRSE9nU3dxUmRXM2t2ZE1WQWZFRllkRWJ5ZjJxUGI2djVLTGJiT0FNdE9GQmEvK0h4NDFjVGxvTmpjaEljcHN1QUFDdmY5ZHF6dldNQWQ1M0dnQ296R2ZNWm94L1RnTCtxcmV6UFdYYkpJRHRmQlpsVldvb2J6bzRtSnBTS0pGelpPeGV5Y0M4emZvbVpScGtVYlpQU1BXK0cxbTFzdkQwcVVQVFcxSVYrTDdveWtwelZoRENHYmo5d1FkT2gxV2g0dWJabm4zdDczZ0NVQWFLNlpHT3RrN1B0c2RuT1ZubWhsRlRleVhaQUMyWjhvYW1KWnF1K1JEaEpIQWFRY0JoUnRadDVvRDVBNnp2eEV6UEhNYnJsSjJZVVJGWGVnY3FXRUZLdnRYVFpid1BBTEM2WnRkY0I1TmJNVDRhem5URGJFMDUxNE9VUjVMN2NYc2FXdFl3WUo5VVF1MkxocDZjVk1OZVZ0dThqQU1FbUtJZno1UUdYMTdUV013VXpPV0lEbzU0RTFEcjA0a3RnRnZYWGdBQThBNHM5eWc1NXVBK05rS05pWE1waG9GQUFnQlk4UnM5eWIyMGJXeHNiTzUyQ0hEaTMxd0ZMUE9qWFkzTjNZZ2RlYmF4K1M5S1hsNWV4dlhyMS85Zi9lSk1SQndSQVFFa2NrNUtrZUtBd0FnbmlXZXUyQzRpZURIUzFUcFI1MXppTjFaenBncEdTSC9ScGFtYXlQUFQwN0dMTmp5V21jNzFaMDdzYS9YK3puc28vbklHQS9aRmtPcWZ3NTN0azFyN01NWStBUXBpdDFuZlR5N3MvMUNBbE5jMzVoR0pZZ1MrSmhyYXZTdDVUSW0vZVNtWFdJSW1Qd1JPc1RvUzVNZG51bmFha24rbEZIdzMydm5rSkJmcXRmVkdsaW5WcXJqSkRwODk5RTZzd2w5VUh4ZnFsZE1Iakt0VmdaWlNTVEFjN3RwN3ZLeTJlUmxhVW9zYzJQM0MxTG1YKzc2U3k0Ri9Ya2wxK3FhcGgyWnF5VlZZLzdDVGs2UFNVaVA3dkZ2RU11Q3VPV0RwWjVnbWE4TmRiZC96MXJmOENRZitpK01IUDZ3aEwvQVpMblRLQmtUd2RJL3dyOERSTmdIamJzdUVjbXNrMkRwTnFKZHNmblFwTVZ3WjdtaWRlRmZNTFQ4dmdhSTl3Ylpwd2orQnQ2Nm9FQUMwWVJpNjVLYU1UeWpVWCtLYVZZb0swdGh0L1pjWGpuLzRYaW9ETFo4Qm9qT0FiT2tJRE8wL2MvQmJ0MUxObWUyNHB3bzAzaC9aWjd4WkVXamNwQ2thNkQ3NGpUZlhiTnlaelVITlA5SEZPOEJuYUtERFdvTDRLMmNQcGU3SlhMVGhzVXdtV1Qwd3ZIbHhJUDVDUVliTEh4ZG1qMVBYdG9RNzJyNlhhc3dFMjdkejU2Q3FIRlh5VEpxdXI3QXNKbnM3Mjg4bDVuVnF2Q1ljYlAxSjBZYkhNak9kMXYzUlVQc2trN0tTZW1NaEtGbUxDUHQ2dXRyRHllYzgyeDVmekRpMkQxcml6NmR1eWlRWU0wYlRTaXhOSGVZQ1Z1UE5xMUZ0N3R6LzBVOTkzNzhRK2E3bENleWFieEptbkxwOWJhSkhPZ0xFQVFBVUNSTVFDTWYra0RLTjNjYkd4dVp1UlkzRzRxQm5BSXhGQU5NLzZ2WFkzSDNZNHRuRzVyOGViRWxSaVE4US8zRkp6dnhmU2t0K1I1UDZqWXNYelJHQXN5bHJTNmVDaEJvZ0FDQVF1NmtSemhtTFpORjR0a2xoL2NQT0xKWDlSNEQwV2ovMlRaZzlWZFlZOXdLS2VVcFlCOU80WGprYVU5TU13RmJVTk9aa09yUy9nTGdJL0s0MWpBa0kxeTZwNUU5N092ZE1HRHA1dGowK0N6Vm5BNUhzSTRZbmtpTjNoV3NmenVKSzMweEFlZGZQczkzSjg1WDRIODNYTkNneUJSMTN1bFhsOE9pdEZ3QytQVTFjckhsZ1o3WlRPTDZDcEg0VjdXeWJaRTVjN0RNeVREQTNhSUNuZXc3dEhpcXZiZkp5aGxkUGQrNjVXcnExNlI0Q3lydHBha2VLZlYrZHA2RXFvRDduMGFuemw5YzM1akdsUGNRSVhoK1U0dkRGUTIwcGUvS3UyYmd6VzFkNkxZdXpsM1MzYXg0Z3F4cFdZcjhUV1hsdlVQdSt0NzVsZzZYTVNEajAxRUR5dUJ5bldVT016UnE5UGZ4WGNPeGJFd1pVRG5Dc1IyR0ZwMTZuMlBmVmVRNlhjMlZHVFB2VitITksxOEg1YVNRY0RRZlB2VGpUKzZtczJYa3ZLbGhwa1hiQ2lXbWZOb0gvMmtuV0Zpa1pJY2hROS9IV3NYVnQzODRyaHBaWFNnWnZvcEJPWXZ6bW1lQzNiaytiY1B0Mjd1bGY0Vldnb0hzRVRsZlVONjBEaVhwM1YxdHZzZStyODF4dWZyL1UyRzhCREZYdWJ0bEVFbTcyZEtZV3pwNXRqODhDVGZzRUVBeVFGR2NLTWgyZkFWQkhuTHEySWh6OEQ0UXpHS3h5UUd3UlhON1VKT1dRcGRKN085dTdFbWZUTTEzcm1aS0hBUUF5c2h6VlZwd21wYjhYKzc2Y3dhWDBJNmQzdXp2YUpqMC96NlpkODBISHo0aTQrdXE1ZzZtRjg1cU5PN01SdFFvUjQwSGRSWnN0WnAxejVNLzdBelhDZm43aDBOUHhvZzJQWlJMVHZCeXNWeURoaE80eDBnYnA1U0pyOUJvdzdzaFh5dEpuMkkreHNiR3h1YXVSRWlaK1p5Q2lqSTkyTlRaM0kzYmF0bzNOZnpFS0NvcnpHY01mTU1SN0VmQXJtcTRkQnlmOXBtQ2wvcmNGUmFYL2ZVbGhhVGtVRlB6dTlneUlIQUNBQ0JYbk53aG9QSUtGWTVIblRKcGRnVXhsa0dWK1B5RmVWOWZzbWd1YVdDNlVkbFp4Ylp0UTJ0bFU2YlRwT3Z1c3RGVG5pUm1pYmpCZVQ2cHh4eGNrcVYvM2RMWlBDSENQeDBoalhLOGtVQVZLWUcra28rM05EOC90U0pzMU8vTmpnSlFERm5WZHZKamNjc3BnVG5UL1AreTllWGdVVjNydi83N25WUFdpSFpBQXN4bXcyQVFJU1MwSnM3clIwbExqWlJZYmV5YWV5Y3h2YnE1ekovZm4zRGh4ekNLSnFTQ0JQWTRubm93emsyUzJPNXN6aXoyclBVaHFBWmFOTVVaU1MwS0FXSXd4eHRobUVhQzl1NnZPT2Uvdmo1WkVkMHNhNXo1UGh0eGZYSi9uNFFHNjZ0U3BPdFV0OWJmZTkvMitYZ1I4MzRFc2QxaXhROTNOM3hvWGxmZDRqQ1NIMEI4aXBWNXJiYXhyU055VzVCSWxFTUh1MXNEdTl3cjhWWGNpWWxwcnc2bjI0dEx0MHpRSFh6c01XdnMwTGVSMHVkMTNTVTZkd1dCOEhlNmNOWSs1bWRMS0dVSTRKT1NyazBVZWM3eC9rZUpJZHF5VnVqcGtNb3Nqc01XWCtnZGVUQWF0T0t6a2tjSktzVkZKQ0IrTnVPT2k4Y1crNm5zQStlMmtSUDJKd3pIR2JSVTFEd0xBaDYzN256cVhPRmVTMjdsKzBKSkhtcHNOTVdmTlkyNEhjOStMeU9oUzM4Qy9UZGJ6dUtqVVdJaWFZNWxGWmdzeWtXc055eGNjWE40REFNQ0YxUlpzM1BQaDZMNzUxN09YQUFBd29UZ2lTNHRjNE1FSkl1MlkzN3M0WHpIQk9nSzdEK1luV1htSWpOb0RkUWRXbFZUTmRqbWRlVGV1Ni9YQmw0emhvc3FkcFl5VWJBL1VUdGgxYWNtNkoxS0I2WnVRTUFWQW5nS3V6WlVtN1ZPZzVwc3FQT25EZ0ZFS0s4VkdBdXBuUWg5RWphZTNCWGFOQ2VlQ3lwMmZra1FYV3dPNzN5dXMySGsva2JvVW15NFBua2QwdDNQSzV6aUhKQkhTOW8wN2VETC9yRFRscXgwSGRsOFl0MjBFUjVKMlYxaFpYZHdwSDFBQzNtSVd6aFVSK1dhdzJlanhlQjdSVTFLYzkzSXBPenZxUng4Y0dJeE5qUlJKS1Q0RUFDQVNGZ0o5aEhMMjJnKytiV3hzUHBZSXdXOGFoakd3eGJQTkxjZitCV3hqODM4WjBpa1pKOTJGR0czRkFBQlRBV0VERWExSEJwOURodGZuYStrOXNIVFZxMHJSN3krYzZXb0dnRGlSaEVCOHBOdU5Zb3dSSVVhM0UrRjhyK0hTUUhpRjBIN1lzYSt1RDBiRW5sUG5EMGRVNkYrZDNQMnAxb2JkUDVubzNBcjlOZjhNQ2c0SDk5V09NNnVLeGFHSkwwaWwyanNhOSt5UHU3WnBWaDR5dG1uSUZQOFFMendOaHRQRVpnSk1FNUwyZHg2b2k2c3hMZlRMYldKUWZJZW5PZGNNUjJEL1pIV2dtQ1h2VXdDRDdVMkp3bWNMcDJtaUJFaTFkaHpZODJHaHoxZ2hTU1YzQkhidG4rODFYTW9oUHgrczMvVjFBSzlXV0xuK3NXRDlycitmNlBnejAxTStEeVREd0J5QjQvdHJKNnpUQlFCTWNrMHRKSUhIclBmMHE2NTU2dTdJZ05rOEl5UGxmNGJVd1BmVHRKVGxZRUdrYlgrOGVDeXUzRmtCSkdZQ1lGZDc0ODFVODd5S25aOFFsanpTY1dEUHU0a1RGZmwzN3JwbVJiNTJidjlYK3dBQXBxY21sd0pRZWx0RSsxNXMxRG9Xai9kdk1ra1hTMXZEV21PeHczRVBFUVZacXY0RklEcUR5TjV2MmI5N1RLQ3Y5aHB6U0ZkRnBLaU5rRzVQN0NjOXlxcVNxbG1JT0xPOTRjbmZyL1lic3duRXpKYTl0Uy9QOXhvdVRWZDVJQ092bnoxUzExOWNXYk5HS09wdEQreWV1RjN4bGkwOHBUZHBEWEo1bDk0N3VDT1NtbHdhc2lKZGJrMzdaTEJoenpjbVdlK2IxMVpXczFKSVlmVU1oby9OVEV0Nm9LUCs1dnU0WUhQMVBZRHExTkhmMTUwczhGZmRTOUk2MGQ3NDVLbTQ4Wmt6ZlFwbDV0WGV3YTlkaktsL0JnRHcrSGQraTZSNnNYUC9VNjJUenIrNTZuOEE0M3VkVWk2Z2tOWE1kSDBHWTd5bnBhbjJYUUFBbXBaVmlkSjh2WFhmVjhkYzIvUExZU1p3MUV6ejJsc2FJSUJTRmdCUjFHOTdQTVdicSs4QmtHZGE5amFQYXpsblkyTmo4MStkbnA3VDRkU3NQQUFBUUdXTFo1dGJqeTJlYld6Kzd3RWhPOXRCRmt0R0o3Z2htcElVdDUwSVVnQW9CUkhuQVVBQjUvalkvR1dyYmdEQkN5RGtUd1hqYjhHd0NFbFNPa2NPZ0tRMFRTTlNxSUJGMDdhbnVjekZ5TENwb3lGcW51VHhHcG5NQ3B5c1VnQUFJQUJKUkVGVUpUYXFxL3hmbkptdXRVTHlBNGtubHVjMU1qU1hmQkFBVHZkRStDOFN0NCt5Wk4wVHFTbHBqcytSeFBldjlJZGVpNDFRNXBkdXorRUk2NVVwZjU0WXNTM3dXOFZTWXJxbTVKdkJwajF2amI2ZTdYL1VtU0ZUTjhxSWVwNG44K1hDRkNlN20rdkdDZWVjSE1PUk5OZnlBOUJ0L2RqM1BZRG40dEs1UGI3c1FrUzYwdGE0NThQODhpZG1JY0pNcHJNM3dHdG9VOTFpYmUrZ2ZCNjhodVp4bWh1a05KOVBQUDZjTlkrNWIwdEx2a3NpRVZQUTNyclh1SlM0enloRnBkc0tBWkZNTm5UTk5jZFpRYWlmMWxOWXNTVCtvZ1lwdHlrR3FtMS9iVndkY2tIbGpsd3BhUzV5OWtHd29lNzEyTmRKeXZjN0R1eU9FODd6dllZcjA2RTJSQ0Q4N1hQN251NERNRmgrdWR6QU9TeU5TUDZqaWZzTlI5UFdtVk1VZ2lWT0ZicFp1U1hvSWpJMUh5MjZRam9MdHpYYzdGR2Q2NnRlb0xncURwbWl3Y1cxM0o3SStQY0ZqSmg2Y1lGRnZienZwZnlTcW5sS3lkWEpFZTFYYzlZODVwN3FGSGVaUXB3OHR2K3JmWG1WMitaYlN1a0Q1L3JiSjF1N3ZON3NPeGtYSG1uQnQ2M1VWQy9qZENNWm5HdGFBN3MrVWppdktxbWFEVHEvalNsK2JrWTZlL0JTMy9BdlJ0OS8rUlUxcTFEQTFXQ2c5bVJCNVk1Y3NPQnFjRis4Y0M2dXJGbWpRQzJXYVAwZ1Zqam4raDVQZG5MWG4waEZ6ZTJCdWduWHdPTjVSRmZUc3RhUW9qZVFwTTZKSTdoeGhsVGtibXVzT3dRQVVGQld2UXdaM1FpbW40c3hoak15Z1Z2clFPR2JTYWtMSzh5QmQ0QVFOQng1OG9YSXRjTEthaTlLcmZlR2R1MWtxc2k0VTByK1FiQ3h6aGJPTmpZMkgxY3NJbEtJeUFqUUZzODJ0eHhiUE52WS9DY3hPenQzanE3REhCSTRDelNhaVlSekVUR1RpS1lSb1hzMDhJU0lpU0o2N1A4WTNUNEZFQjRCWFh0RUk3Z0dxZHJicE1nQkFJQUsxVHVhUnJlUHRLb0NJaVpOdk5ZK2txcnE4VHlpZzF1c0Y4SjhrMmZoZlVwWWIzVHNxL3NnOFZ3MWwvSXJBQk5EL0ZleHp0ZXh6Rm56bURzdDJiVlpFb1hDRWY2N1dBR1M3emR5dUJKL2dpaCsyeTdmakdzclZWaGVzMDRweXRHQVRyUTI3VGthdXkzZFNpc0NSaDl5SGZJVWh6T2REWFZ2d1RnTTVwcG5iZ0pnQzBPay9mQnN3M054TmNRRi9xbzdwUVRXMlhqbVNLN3Y4V1FObmV0VlpPQkFzUEZydzBYK21ydElhbGZPSHF5N1Z1U3YyYUFzM3RPeGIwKzhNTjZ5aFU4ZlRGcWxBRllSYUMrMUJZeUoybUlCQUlESFY3TWFrRkxmdjNMNWpkc3lNemVaUXA3UUdKdkJGTHl2U09nYVU5TXY5WWJpb3ZhNXZ1b0ZER0FOY0hvdk5yTHI4VzFmcWtETHVtRmRHRmQzUGRVTmVZUjBxV3R2MU8yNndDKzhuTERjaktoLzZqcFFleVZ4ZnhnUjNDbEo4ajRRY0ZqcWZEWllkSkVEMDREWW9wSDYzakZobU8vZm5zVUpsaWtyMHVEU0hmNUJ5Mm82My96a3VQdSt3bGMxRnlVdUk2ZTJkOHB3OG14MDhFVlh3dXgzYXVBRG5ERnRlb1VRc3Z2WS9xZk9yZlliYzRRVWVYMTlmUWZPbnAzWW5ickFYM1VuQS9RS3BFYXU0U0prNGdLUU5sZXBTTU5FKzhkU3RQbHZaMHJKMXBFbGpta2F1Mk13clA5eTlQMlhWMm5NUnlXbVhSNFlPdXdwKzhvOFJYTDYxYUdodURVdHFEUnlGUk1GSU9sUVYwTzhnN2dEWEg0QTF0L2VlUEtYaWZPT3dqSm5MRVpRWVJGMlhOQWNvb3dBM3dPaTlJNm11Z0NNbERFd1ZJdUh3MncvTkVSVDZiUDlSaHBLV1NZWkhHYUVTMFM0TitvTFFLUVRSdVBPdW50YUhoQzkxTnAwNHBqSHQ3UVFOZWh2cXpjNlBtbzliR3hzYlA2TFl3S0FDOUUyRExPNTlkamkyY2JtRm5MN2t1VWx5UFN2UVRTTW5FUUV5YWhCRWhCeklVYWp6VkZvUkJwSHdaZ1V6c21FOU1oKzB3QndHb0Y2R3dDQWtCUTRISVFxR29GRFFCWmI0NG1aTTc4eUhHSlBKU2V4TGExN2QvM3ZpYzY1eVArVnZ3TWxEektFOTlxYWpaN0pyaTByTmRWTENKbnREYlhmakgwOXY5eVlwWkg2aEZEYWJ6cWE2dUtkaXl1TUFvVnlrUWFzdDZWeFYxdzdwZUtLbWcwS2lSUHhMQkxpbmZiRzNTZGhBbko5NG5ZT2ZQMVFtSDgxTVoyN3dGZmpZVUx3OXFZbkR3RUFPTERtZjdVMjF1NFpQVDRBOGRhQWNkeFRzWE1UU0NtRCszWWZTenkrcHk5N0VXT3N6TFRFTDQ3dW56emlsKzgzY3BDRXU3V2hibDloZWMyNkQ4NGV1akhZZC82KzJVdkt6K2hwNmU5eHBXOEtOdTc1OGNqdURnRHdwYzNJdmVya3NCNFZmaWg3TG8vVjVxWmxMcnI3eW9WZzZYdW5BbitkT00vdEsrLzFuKy82WmVIMTk0LzlBNHlrS29PRThxdm1lMzkzdnZrSENnRHVBWUJ1QUlpdGo4YXBEdXNUTFlGdm5FL0xtTGttdStpaFMwcFlBNXBiZjVBRWRiYVpXbHk3THk2MWUzdjdlbCtjTWpYanIxcXZYSDRTWXZwdmo2MUwyZFowUUo1N0xjTDJKME5ma3BNbjU2RE9EcHh2TU1KVC9kVWxITFUzandicUxoV1hicDlHcENxQ2djbU52b29xYXBhVGdvMUNRSUJyTE5VMDFXbmR5VDkxdVcvZ0h4UFRwOGVkeDcxR0VnbTVHWHN1LzFobFRmZGJROWJoN29OUGp2VnlkcUI4c0NWUTkvVHlOWTlOWmJyOFFyQytyaloyZkVIRnRtd0Vhek1SbmdxT3RZMGFPYS95N1hjcGhrdmI2bmZWVFRiLzhqV1BUU1drTzlzYWRuK3Z5TC96S1dWWjN5S3U1N1FIVGtmdnArY1JYVVA1SjIyTnRWKy9PY3BnR1VxVlIzU3JVWlA2VXNYaGNtUzR4OUoxRGdpZ2orWnNpMGovVzIxcFo0SjU1VXNXTXFUVTF2cTY4WFhZTmpZMk5oODNFTUlBNENKQXUxV1Z6UzNIRnM4Mk5uOWtaaTFlbk9uazdwOEJ3SG9BZEk1dGlMYVNHdmwzOUM4aVVrUkFqRVVOdnhLaE9KOG1CQUtLRTlhanh3Q0FqTEVoM2QwRVMxZkprU0VJbzhLSDgvV1JJZk5yU1Vsc0RRZ2M5NlU4ejJ0a01KZmFKRU9SSDZOYld4aXMxeWFJK2tieFZPemNoQ0JYaGdYOU1PNTFqNUZFVE55dEVJSWRUU3d1WFRmWGI4eEJVdmxBRUdwcGpHMkhaYkJWRlhJWkFTVUR3RHNFMXZRMDZad3cybHRVdW0yaFl2aGxTZGEvZGpmWHhnbm52RXBqUHBKSzZ6R2RoM055REVmeVhMRlJXT3A1QU1DQ3N1cWxpcVNyclg3UHZsemZqaFVBQUsweHhtYWpGSlJWTDJNY1Bpc0U3RDhxbmVQTXVrYko5Mi9QNGxMTkhqYTF3L24rN1RtRFZ5L00vT0RjSzk4Rm9veUJhOTlwenkvZjhaWDJRTjJQWTRhOEFBRDM5Vjg1Wmw3L2NIRk5hc2FLdlowakFsVjNaWHlwditldDcvWDN2QVVBOEFFQVBETXlCbS9QLzlTZEZ6cC85M01pbVFvQWQrZVZWMzhlT1gxYWdmcnArZVlmaEFIZ3R3QndId0NFQUNBUEFNNUUxNkttOEsyV0g4MEdNZkN6L3A0Qk9ONzh6YWRXM3ZYLzlqRkp4eVZaUjZBNTJnN0xVN1kxSGJubUZSSHJRSHBhK3AwZzFmK2VTRGd2V2ZkRUttcjZPbFN5SzluSmtweVlXaVJvdUtYcnBXZUdDLzAxK1pJZzFGb1BWN0w5anpwQjhqV2hRZk5YazYzZGFyOHhSeWk1Z1FHMWM2NE5NQkRUZENmbGFxaDk2Nk9FTTREQndEUlhLMUN2d2JUcEZRemhSUEJnMUlqTDR6VXlVVk1iV3ZiV1BqM2kzbDNhbWlDY2MzMlBUMGZReXhEb1JsdDkzVzlpdDNsODIxY3JwbFVHRzJxM1R6WjdydS94NlRwMzNkLzdWdC8zaXlxcUs1VkZ6d04zcmhRMDNBcndnc3oyUCtyTWdDa2xOTmovODloeGVlVm1MaEcvcUZ2NlFnYVkwZGF3Ni9DY3hhdUtJZnJZVEFlS2ZsS1ZEUGZsOVM1WnFISDB0RTdRb3N6R3hzYm1ZMG9Zb2wrZDdNaXp6UzNIZHR1MnNia0ZFRUhHcUhBbWdHRWdlSjRJak1RL0FGQUZTTitmK0JnVTUzRThZaWdXTzRja29nNEFlSnFBblNZaUFFUUZBSVFRZGRzbUlPYjFHaG95NTlwUXhBcnFLZnJkRE5qWjFzRHU5MkxuOG5nZTBUV1gyQ2lSem5PWGZxY2x3NGNBakFsN3p1WlZWbnNKcUV3cS9TZHg3dHllUjNUSUZGOW13SzVjQzJtdnhZN1A4Um9wT29oN1VjbkJZTnFwT0dHUjY0ZFptcUxaZzV4T0VzTHQ0WWl6bzNtQ0d0NkNpbTNaNU5EL1hBTDhJdFpnQzBhajNTQnlRVWJhenpjYjRlUUZWcUhGVlUvSGdUTVhsNVp1bjBxYW10VmpPZzZ1S04weDNRRndXeCs3OFViaThZdDkxUXM0aDgwSzRQVWJGajh5V1IyeHAyeHJPa090bk15aERxZFQzb0dLejd0eU1jaUJLQ042WDFUK0IrZUNpZjJvMTR6Y05NZUZrMDM5bmMxRzcrZ0czZUg2Wk14K0c4Zld4ZnZFN0VqdkZjK0ljQVlBS0daa1BreEErOXZEYjNUSEhSZkFEUUNGQUFCNXZxcTFqTUFWSHJ5KzR1Wmh5VWRLdlNmTjBKdkJmVkd6c2VpRER0MGpVQjdWSFh3V2NYV3BOYURmZEtJZXZWNlBrWlNVb3Z1a1NTZkN1aHgwZzlxQUpMcTZBczljOFZUc0tBQ2k5S2dqdDZIU0lkMVBVblFmZS8ycDhhMnRSdHFlQ1dYZEEwU1hMS1Y2R0JNNWtwSE93dWJCSS9WRy8wUmpZaW1vRUQ0bEtBem91SU5MMFQzcTN1NzFHaG80MWVwd1JFVHJ4M1Y5TlF2ckJ4UEhPOEQ5U1dMcVJ0dUYwM0ZaRng3ZjlxV0lXbEd3NFZUMVpIUG5lZjhxUStldXZNRis4eWRUNzhoWUtvaUdrYXM4WWNuT3JzQXpWd0FBTWxUYUtnQzZGRHlZTWZhNXlLdmNOcDh6bU0xSlNRWTR0UzJ3cXg0QUFGQ09wTVdqRTRBWUFJRHVtcktZQXl4b0MvTVhQMm90Ykd4c2JENDJVRlE4RTlpdHFteHVQWGJrMmNibWo0enNjNFZnQ3AwR1FBOUUwN1dWRXZDMWQ4OGVuYkIyY2U2eTNNOHdnUDhPVVVIOFBnRE5qdDhERTQxNEJRQTBTMUxQU2FFNlBuamJlV24rTXV1M0NBeEdXbFFSRVVwRUFJYklCdHppeXhGVC9jTHRjdDEvTGN5L1AxRU5NNXN4WStkQVJIdzlsYk5LZGUzcXo3c21pRDRDQU9SV1ZpL1JFUDI5WjN0M0p0YXllakpuZkVFQzlIVTJubnc1b1dVU0pybkZOaUI0YjhqVWZ3OHZ4TGRUY3BDNGU5aUsvRFpKZHo0VURHbmZuRWkwZXNxMnBnUFQ3Z2VsZnRuWnVEdk8vVGpiYjZReEVKK2dLMWUrR3d4KzI4b3IzNUVuQmFaMU51cHZBcnlnVXJUcXo1Z3EvSVB6elh2Q2hiNmRYMjR6MlhQUS9GemNITG0reDVNVmd4SlM4SGF3L3ZUK3lWbytnZGZRVURQOXcrZjVpOW9jOTJ3TjZMWXIvVU92enMycHJMeCs2Y1RMaU14SFNFOWZPbHNmMTg5NDJ1eFZyMTM3NEpnZkdUOWhSZnJHRE1vOGxUVi8vWGJ3eFdlRzRkSXlpRDVSLzRmUmJacGJ2eXVDN2g4RFFEa0FsS1puWmIrR3V1T05ZTDMyQmtEejZJT0p2d09BUFFCd0ZBQmVLcWpja2NzVXBZc0lQenhyMFliZ3V5ZjJia1NtVGMyYTYza2xiT3EvN1c3ZWZUTmFQOFVxQUVZOWhQb1VBa3h1YjloMWVIeExLb05SbHRvZ2xYNXcySG10TDlWS0xRa2hPM2lpY2MvMXZQTHFSUVF3UGRpZ0JRQU01YW1zMmdKU0hwdW92UmFNMUdBbmErS0xnR2d4VWtFQ3JaQ0lVc2lrVjF1Yi8zNVNRN2F4dGFyWXNRbVFCbEZuSEZDZGpaMm5QMGw5SGszY2Yzei9uc3NGL3AwUFN4RnFDVGJYeFIyenFLTDZmMG1FUHRPa1p1aCtJYTUvT2dML2ttV3BmNXowdmdNQWQ2YXRZMUoyaFRLWWxpemtFb1pjSTJuKzd1aUJrWWNSSlg5N0J3RE1iYXZudng1OWNKUzkrdEUwRGZWN0xGUDltblJjZVQzQ3h0TGxDYVB0VjVEeGRGSXlhcFV2STRQWHJJdXZRZk1QSm54d1kyTmpZL1B4aENJajM0WHN5TFBOTGNjV3p6WTJmMlIwL2JvaW1EbzBxbmNKa1NsU0U0cFJBQUJPdURpbTNMa0hBYVlEb2g2eml5Q0NJUUM2aGtTdm1BeSsrLzdKcmpnVEtxUlYyc2d4Q0FBSUVCUUFBTk5URnJCUXBOcnRjcThRTXZ5Yjg4MVB4d25uWE4vajAxM2dLbTVKUG1WNDFPSTFGTEhhZ3BNSVowL1oxbmtNNlNFd3hiOG1DdWVDeXAwVkNJcDNoclh2eFFvUXo3MUdFcHJXL1NEeGd1VGkxN0hPMlN2djNqYkZxZlI3VFlqOFBzbmxMQjQrci8wemRJOFh6cXY5UnBvazhRQXBkcnd0RXA4Szd2RThra1NXdWNaaTVvKzZndDhXZWVYVml6akE5R0JqWGNPU2RVK2twcWJzOUprMC9BTHBtc05UVWZPSjRValBkNkQ1VzNGejVIbU5EQjNGcHdod3lJSlEwK1FDeW1DRlNXb1RDanprbUE1Sm5NTWl4clF6TTFQZG55RE9XZ3NxcW45OHBYL3d3ZGpVWTgrOVJoSUtkWmVTOG9WNXErNTVxbVB2N3JiUjgrWlpNemVFaDRkLzNYdjE1RHNBc0doMHpOTFM3ZE5TTkgwemhZYnFiNXpiMTVmck0vNjd6aXkvQXJ3UnJJOGFVc1h3elpFL2tPczM1aENwckI2VHZUTE5EUnVuekNvSVRKdGQ4QzV5TmhkQUJZTDFvL1hoQnN1dmxLdVpVa3dwaDhsQlpMY0ZhbCtlOEo3N0lrVkk3SVorN2RLTjFLek1qYWpZK1JQN2pPdkxLbmJjaHFqbUNXVWVCRzhLOHpocWlvRGsyOEZBdktOMXpIM1N5V0hkRHd6TndmN0lEMUtUSFJXTWc0NmN2OTdSV0R1dUpWY2loWlhWUzZRaXlVaFpESml6TlJDTk9NLzNmdEUxeFRHN1dFYXNROWFIemt2NXZxcU5xTVRKenFhL0h5czVtTzgxWEprdVVhSVVXaEtnTlRaYll0VTlWYk0xaTFkWlFOODhlcUJ1WE5RZEFDQTcrMUZuMmgzcG14VFF4WWdrTTR0cm4wR2dvQVNJZEl4RThmUExuNWpGbUtPa3RiSHVPN0h6cGpyVU9qTVUvbzN1ZE9WRmhHaUxmWEJGcGhVR3B3T0FoQWtRN2NjdXpLSEw3MGJUOFcxc2JHeHN4c0RvejBWQzkwZnVhbVB6SDR5ZHRtMWo4MGZtb3N1bEVQQWphamR2b2dodUc0a21BMk80YWtRNEN3STRTVVEvSTZCcXBkVDlhbGdWdm5PNjY4OFNoVE5FRmZOb0pIS2s1UTFKQUFCcERsMjhFUW9QSzFPZDcyaDZPczVWZTFRNG02YjJ1dWZHMGh3aWhXMzl2Uk5HRFl0S2pZVk1kLzYxSmVoM2laSEZWWlZWNnhGcDVhQWxYMHlNR2xORWxBQ2lRMUxrNVk3Nko4ZWlzVGxlSThVbE5FL1lsSTBPY0sxRVN6dmUzVzNFUlFOaHBCKzFKTEVGQ0sxUWhMMmFlSHpNbWw2R2lwM3RDand6dExSMCsxVE8yT0xMZzBNSHMvMlBPbE5USFI1aXFsTjNwZ3k2aE9ZUmxucTF1L2xiZy9ISE4xSTBsNndrWUVrU3hmNnV3RE5Eazkybm9ncFJRa0NYSWhDNXJpV3BlMEhLQ3lURlV0TVVyeE94Yk03NWEvRTF1d1pESWZPQmFDNFJ2RDBxbkFFQU1IUFdDZ3V0OTdwZWUrYWQyRG1XckhzaU5VblhDOE5DQklMTlgrdFpVYnBqaHNia1ppUkdEb3czK1VvYzV5UlJ6RVNrYlpwRFZDb1RMbkttNWpDa1hKTFVNcHJlREFEZzhja2lVZ29qRURtbFVNd0pYOVFTQlhsMHY0cWRteVNCMXRaenRZTXlaM3lLS1hxL2ZWL2R5V3kva1pZTXVOWWtSMGRYNEptaGZCNVpqQncwNk9rWlo3NTI4M3F6TmlOU3BuWmQrMkZxbW5NTGFlaGd6QXEyL3Q2WXRLNThsUHdOMjdNQXREczB4Q1FGekJsVHE0NVRrbWF2NEp3TkhOMy81RnZ1dWVZS0lCZ09OdTZKZThBeVZiUHlFREdISWJ4NnRMSDJ4T2pySzBwM3pOQXQ5akFTKzFiczYvRVlMUDJPMUxVRStPRUE0Kys0TlpaUEVrNFQ4R1RXYzdrYlJySWlOSmFVT3hUUmZobzdjcHJMS2dSaVZ4MHUxd1pHc2l1dXhBRUFNckk4ODBZdVF3Y2dCQUJnTEdxby8xRnJZbU5qWS9OeEFvRXNpSnFpMnVMWjVwWmppMmNibXo4Mlo5UFZhSDNPdndlQ2NLMVN5aUNnSVFJWVZrVFBTa21iZ0dCem56bndQODZmUFByMGhUTmQreTljT0RaaEhTbEV2MjFIUlNVUkFnQXFoV1AxeG1lUFBEY1FQSEJUUEFFQUZHMDJaanFaOHpQeTJwWEdNSTl3NEZUUzNuajJqWW5Nb29wTHQwOERYZjBaQzRXZjZXemEweG03TGJleWVva083TEhRdS93YmliMmNDeXVydllCd08xcmlsVVRoN25SWUJZVHducTZ6MWFZVTc3WHVuMEJFZWIyYTdzellUSUJaYlJIK2I0bk8ycDZLbWoreG1EdzFlbTJwT250b2NERDgyc1hEejRaU1JkcEtKU2djcks4N3AweXhWakR0ZzFqWDhTaGJ1TnN0MWlMQTh1SDMySGRpeFgwaVJmN3RkeWxKNGVEZTJ1TU9MZW1MZEpuOWtpR2ZnNHFPT1p6Nkpzc3kzMHJzQloyN1NSWXBoWXNCNkV4SDAwM2huTy9mbnFOSXBIVFVQem5PVFR3dHpWbWdLWFhtK1A0OWw1ZXNleUxWcmJOMUhIRUY5VnorNlIrb0NjYlVOTWZXb1F1blh5YW1iN0FBampJU0VRWnNQU3A5YjN1Z05qaTJabVZmbVllQWFaMkJNMGMwNXQ0ODBOdlhNdEZEaThLS3FtSkdNdExaOU9RYlJablQ3ekpwNkhBMHF1elZwb0w0OHZCNytrc25HbzNyQzBwM3pFRE9WcmJWbjNwenNveUZRdC9PY2dXc09CUngvRnhNc1Q0RlFvVkF5bE10ZTUrYzFKRHVKZ2JUa3JXL2xDVGZsNHg2T3dLN3grcVk4eXEzM2M0a245RldYOXVaWC83RWJVQnNYa2VUSGllY2M4cStNbzh6dGw0STFkeWFJSkFkR241V29neTJCWXpqazgxZWNMZFlRa0NpbzdHMmE0b1N4UUpBZ01MTVlPUEoxMGF2bDNHOXlPUndMdmI5V1ZSUnN4d0IwNUJiY3kxejRMVkVqNEg4OGlkbU9aS3psbzM4MXdrSUk5a09sQ0NjRFMyLy9JbFpBRjQ3YTh6R3h1WmpDd0dPZk1kQjEzLzJ1ZGg4L0xCL0FkdlkvTkVKS3NCVi8yN3gvTjdwMHgvTVdianlkOHdCbWxLaDcxNDhjMmJDOU5FL0JBRktCQUJpeUtJZHJFaEY2NE9JSmRTeG9xZWtlaUZJc2FpMWNmYzNjcnhHU29vdXk5dXVYdjdXUk9uS09kNi9TRkU2ZjRDVTlkdlc1dmgrdUo2eXJmTVE0TDYyaHRyNzQwZHQ0WjZLNWFzQTVWcFEwQmdmcWQ3Q1BSV0xOaEl3SVpsS1pVSmQ3Z2c4T2FGNEtYQ3RMZVhBN2hnS1gzc3VMdFhhYTJpRnVsd3R3VHh4ZE85WHoyVDdqYlEwcWZ3Uk5memk2VVBQRE9SdjJycUtJNS9TWnJGWDhzcTNyK1ZBL1czMTQzczFGMVFzWFl0RWE5QVNYKy91cmgwbklLTVlyTkJuNWtoRnFuM2Y3amVLeXJkdnRDd1YwTEpVTVVrTWdjNldRa2kxSEhzbDVocTNiT0dlL2tXckFOVlNRSHgvT0tTTkNlZWlpcHJsUkxDeUxaRG9wQnhkRjRVd0hBelV2Wk9UWXpoU2txd3lZakIzNlB6SkhkM2RMMHhjZys1N1BObkJYS1VpTlBpTWE5NmlwU1Rwa2s1Q01sMy90T0RhcXgyTjBEVzJyOStZZ3lUeWlGUnJvWC9KcHhCNXc5a2p6NDBUNUhtVjIrWXJVazY4ZHUzTlFuOU5uZ1ErZUx6K0h5NW0reDkxVGxIcG00YlUwSGU2dTU4MVBSVTdiaVBDa3ZiQTd1ZkhuVmdVekt1c0tTUlN1VnlJN3lYcDRnNUFqVE1PNTFzYWF0c25HVE9HcDJ4ck9uUElDbFBDenh4QXQ5MkEvb09qNytYaTB1MkxGV3AzdGpYcytsR1JyMnF1NUx3eVdML3JPM0hqL2RWM0FLaUhGZENiTjBMNjJIc3N4MnVrSkxuRVF3cloxWTc2WFFjbW1udDB2WmlFQlNhRlh5M3dWMitTRWx3TUdhVUs5cXVSendvVytLbzNDWUZEUnh1TnNaWm11YjdxQlVDNFFxRThpWXJjUncra2Y1aDR6elR1OHZRUGgzOEdBTjhHQUIwSklqRHlBWWFSbE84c2wzeUFRRG43dzBtL0JXaTJhNkJ0Ykd3K3ZoQllnQUNJd0VlMGpQMHowZWFXWVl0bkc1cy9QZ1JBNGYrVDdNdUw1NDRkQTRCSjAxNy9IVk5LQUFRZ1lIOG83VE8vdk1xamtKTEFvYjhHWURDM3k4b2pwVG9uaWpqbitoNVAxcm5yTVVXc3BkM1Vnb25ia1RzK1kxbmlONG12RjFUY3NRQkEzQzBJR3pwam9wNEFBRVcreGVzSVlFZ3F1b0VFdHdVRHp0Y25PazlQeFk1TmlOd1RrZlRUeEZUclZVNjVCRUJaSFdubmpzLzNHcTRNRWdXaytPR3VmYzljS1M0MUZpdXVaclVGV0dQK1ppaGdvSW0ydmJVdGljY3ZxS2pad0loS2xJUmZ0Q1ZFek9QT280em1JTEtaVi9xSERoWDZhOWFRWmZVelRTMGt3Q0hGVVRGaHZSZDg1Y25UY1dzOG1MMkVrTTBId2xDRUJ0dTZtNThkQkFESTMxeDF1NVEwdDcyaGJsd0xvcUxLWlY0THpQN092WHRhQWJidzVMbnFZUUVJUEtLOTFKMWdiaFdMaHU0Q1Jid2JuYW0zZzZKcHlNUUZSTjJ2bEh5YmNhMXQxTGhxVlVuVmJGU1daemlpSDNFNzFiS0lhYllmMjE4M3pxUnJ0ZCtZWThuSWlyRHBiRTZhT3EyWWlDRmUvZUFJQU5BVW1ySmVNT3ZDaWZwbmIyVDdqVFFra1M4amc3K2ZmTzIyemtXZzlVVGE3NG1ySkdSOGxVWFEydGxRMnpyWm1ERzJiT0Y4VVBkWUNxOXhVZ3Y2aDh4WHp4NksxdG5uK28wNXBNVEN0dnBUeitlWEc3TWtpdVY0NWRJUFlvZXZLcW1hVFlRYlFLbTNVWWtqNTV2cndqQWlTdDB1NjM0RUZnbS95MTRZYjVBMmNnL0xuNWdGSkFwNmIvUTFUMGxQVzZXSVRHSThQV0tKTjRMTmV3U01mSllJZ1hYc3J6MDhPbTdsM2R1bU9DUXNFMUsrallwbFhqTXZ2Z0h3Z3pqWGVoMGQzb2hVeDlOU0hlVlhyNUdGaURwRnpmU0JSajY3MDV6eTA0ckF4WGpvNVRQTmZ6OXByM1ViR3h1Ymp3ZGtqWDYxeVpnL1A2WDMvUG5lanh4aVkvTWZoSjIyYldQengwY0JzbjkzemZOL0NCaDlDa3RBQ0pBVEs1N0h4RUdoYjBjNWFwaldFVGh6S1BpU01ieGs0K0R0cU1nZERNU0xQNENvZU5HWjZ5OFIxWnZ0RGF3cHNkYTQwRi96VTB0QzA5SDlUNTVKSE1xWjQ4K0k0RkJuUTIxYjdPdWVzcTN6aU9tczkrMzJvNHpqdW83QW1RbmJZUlZWMWhRQjhkVm1PUExMcmtCZFhFM3dDbC9WWEFmRHZMWkd2UTFlZUVGTzFhdzhLV2t3dU8vdkxxeThlOXNVcVptTGhzMmVnNTRLY3dhVGFrWnc3Nm0yeE9QblY5U3M0Z3pLbElKZnRPK3JHNWM2UFVwdTd1ZVRRVk1QdEVhMDV0dlNVMWFnb2xURmRBYUlmVWhnTWlaVTR0cGxlWTBVWFdsckFaa2JleTcvK2tUanM5Y0JBSEp5REFkSUtOU1pOcTVGMXFyUzdZc3RKVU9kRFUrMUFnQVVWeTcrbkVSaGFZRHRyZnVOZHhMM0g3c0htM2VXQThHd0ZCR0dJSmZvWEdzRDFPOEVnTFNnNlh3NStKSXhEQUN3ZXJXUnB1bVUxOU0vSEhDNDVGeWw1TUN4Q1J5eGwxYzhObFdTM0l6WHJqVzZtYmxZb3VMQkJud2pHUHkyVmVEYlZoS09tTDBqcWVZMFJTcS9HZGE2T3B1L1B2RVhtQnpEZ2R5eFhRQyticG5EZzhqd2t3UjBQdkU5TWVuYTkyZXZGVXB6SU1pMGRsTnJPSDNvNllIb09tNXg2RklVTXFhOTRmRk1ZWnlMd3NGSWFKekpuZTZBalF6SWlkZXUvbUswTlJjQVFKWkxyU05DUjJ2RHFaOU9sSzRPSSs3dG5PbEY3S3EyYjBwNldycEV4aEg0a2dpWngwYnJsbGVVN3BqQk5KemFFWW12UTNjSXgxcFVXaS9YV0U1Nyt1bFh6eWVZZnhYNHErNEZnQStkQ0hkSUFTZEgrbk1EQUNSRi95SXNxS2orSWdEZEZoSHlwZGE5SCsxQ2JtTmpZL05mSHNTeHpEaU4zSGJkczgwdHhZNDgyOWpjQWtncUV4aVRJeWxHZjN3VUtHQUFqSkJCdG9sRU9ydlozbW9MTC9BdkxpSkYxOXJyNjlvQkFISjl4blFuay83V2hsUC9PbEgwemRPLzlDRUVkYVp0NzU2bTJOZWpEdGJPTDB2Qzd4N2R0eXV1OVZaeDZmWnBTdGUvSkMzVmNsMWNmQ1AydUVXYmpabWtSQjVUNGxqYUlzK2Y5a1B2anlaS0V5K3NyRjRpU2ExR1VLOTB2ZkowbkRETjlWVXZjREJjM1ZxLzYza0F3QUovMVoya01LV2pzVzdma25WUHBEcUVZeTJBYUhmcUtXbkkyRnE5ZCtEM2lYTVUrYXJtRXNBR2k2eVhPL2M5TmFsd2pqcUI4ODJ0OWZ6cmhaVmlFWUJLTTNVOHBrVmdPU2tXQWtKWGNPL3V1TFh4bEcyZHgzUlJvYVM2cUVpZDdCd1JkSjZ5cmVtZ1dUNGdlajJ4YmptLzNKZ0ZxTzY0WWJKWFlDUWlMa0FpVjNpdUpWQjdkTUtUODNxMWZIMWRIaWhsQ2RPOHJMbGN5OXZEN0ZkRkxuRWZROG9jZnZmTVAwTDNDd0lBSU52L3FGT0F1Rk9TT2pFOU5TVUhpS2ExTisxdVNEemt3ckt0NlU3bVhHZks0ZWVkR1ZQbkFzY1V1SGJqTUlBYkNpcU5YSVl5Y2l4UUc1enZOVnlaYnJXSlNIVjJOZSs2T05IcExTM2RQaTFabDMrRlJMOE5TZlA5RkxmajgwaXF0YlZoZCtOazYzMlRMZHpqVzFxSWdOTWxpRDRLNjYrTVByaFo3VGZTTEJKbFRGRnJiLzh3cFdSbStsQlJ4NW5tcjQxRlpuTjlqeWM3bWF1Q0FKTENpdlllanhIVitiNnFqWXJSS2kwaWYvZ0hXbEpoR3BsckpNZE9sanFRUk9ncUFDS0pTZ1pQTkVWN2krZjZIay9XZ0JXcFFYbS9uVDJKQUFBZ0FFbEVRVlFFRHRaRkh5cHQyY0x6K3BhVk1HVU5BckpwcG96OE1yNGxXN1NVZ1pUc1JhUWhLY2pSdnUvTW1mbExJUXdBYVRqU3dOM2h5bHBOU0I4S3BmLzQrSDdqeWtldmw0Mk5qYzEvZllqSUd2a3hDVXpuU2YvWjUyUHo4Y0tPUE52WTNCcE1SQmdYVmYyak1lS3VUUWhzdmhCanNwbUFPWXA4aXovRHd0YU5ZT05iUjJIVUhSaEVzUlVlK0xlSlJJVEhWL1VGUW5DWUZCa25zcEpUSEE4UTBabU9obDM3NDhhVWJVMVhUbjB6SUYwZUNwbE5zUkUzVDhXTzIwaXFkYWFDWTRLeHhSRTE5TXV6OWZHdHJtQWtIUmNJeWhqeDAwSFRHVXc4dm9QQnNwNHcvMDMwbUVZK0kzUjFOTmJ0bTdQbU1YZEtxbDRwTE5rWmlsZ0VxSzNpb0FVT3h6bGZSOTNGaWVFRGlxZzdJK3lhc09jMmpLVDI2dEpSUEJReTk2OG9OYk1Vd1FJQ2RwRUxLQ2FHSVVJUWJZRmRjY0k1djl5WVJScGZwaVJjRlFRZmRqWTg5ZTdJbk1ta09lKzBVRDhjYk53VFYvdWFWN2x0UHRORThVRGZqVVBubTQxd2thOXFJNkM4blNHOTFScllQUzVDUFhZZHJ2VjNBRUxTQjFldnRHZ3V2Y2dhTkZzS1hjS25DSmFiWUwwWWsrYU5HWkR4RUNseER0R1Z4Skd5Mmh2ckpoU3dVNWkreVpTeTB3V3U2ZVJnUzRaTXZUMFkvTGFWVnhtZUJ5Z3kyMEw4Q0hnTmJZcEw1bHZJM201cnFCdWZyVEFpMWxNMC9obEdkT2hxUkd0T1pjNEhRY3JUTFExNy9oM0NHY0JUdGpRSE9VNEZCSWNXaVJ6dmJEWjZZYVMxbDFEbUJqSXArT0hBY0U5cXFtT0RSSFVpMW9nck8vdFJwNDZPWWdDY3d3amJqZ2QyajRuNy9NMVZHelhPUDhPRWVxSGxENlRwRjFRWVc1aHl2RzlLZllDU2trb0lxRjlqZUsyMXlURlNPNzZGTzlIMUlHbDByT1BnVFlPNXd2N0ZIc2JaZ05SNXFtWEtZNG11N1o2eW5Oa0sxUlRGNVlBRU51ZTYwRHVqbjcxNFYzNUZWbDk0YU9pRnJvQXRuRzFzYkd4R1FjYkdIb1E2aWRtUlo1dGJpaTJlYld4dUFjVEJKS0xKb2x2LzhmUFJhRW9Ub29pS1p3UUEwQnhwMlZkTi9aZHRyeng5ZXRUa2lMZ2pGMEdlblNqbHRzQmY5UkJqTExzOXpIOHlUZ0JzcnZrVEJwUVZ2SFpsWEoycjB2UzdpRlRLcGQ3QkYwWlRiR0hVY0F4WmtVbkREVTZFTzRSU1owWlRtV1BKOHhvWnVoSVBBMEs0TFhEeVFHS2F1TkwxOGtGTEhqbmZiSVE5WGlNVEdHVFMxU3VIQUFDbnB5WGZGUXFiQjBtTDlDWTU5SHhkVWt0aWhEZlg5M2l5aHU0L1l3d3Z0d2UwNXVibThmMmtSOGwwUk80Qk10L3ViazYrNHRUWUk4UmtFSUFWREliMWd3eHdha2NEUHhLM0xwNUhkTTZzSWdCTVVnd3ZkemJ0T1RvU2RVY045UUlRNmtKWHZSRnZ0dWI5bTB5dXRMelVrUGJ5MlNQUDlYc3FxOVlMSXAwRDE5cnFuWWZIbmRRWVc3Z0RveW52czZmUDNIWTlyTmM3M1hvT0VhMjIwUHhGVi8xTlU3Zml5cXBQbXFISUFWT3dBUTNGUE5WelpmK0VXUWFWTzcrZ0JIVndBWW9Zcm1zTE9acTZtNDFCeURFY090TSswWjV5K2xWb05rUXhqeXpVUUNZZDNXdU1TOVVmSlFQUzd3V0dBNjJOcDVzeW5kWVdBSFV0ZFBIczNzbXZKK1k4eXJhbUUxTTVBSFJITDk3NFZXdnpXTW95V2xNeWNpMWkzUjBIZGwrWW1aRlNRQWluT3h1ZU9oODdQalU3b3dBWVd5cEpkTFEwMW5hTlhtdFJSYzF5amZEVC9mM2hyWW11MTdFVStLcExVTXFUUFNhY2RUTlJjamtpOWl2UXByWTA4Q09qNVFVRi9tV2JJeFJ1N3RpN2U2dzNkWDY1TVlzaFRlRmczYUdUUE5mWkhIOWVBQUNvU1QrZzlTRlh1S2dqOVdUenpYN1BGSmZXTFNQOTUwNGUvTG90bkcxc2JHeGlJS0t4MzluRWhSMTV0cm1sMkduYk5qYTNBQ1l4QWh4dm1YaEdISE9lWkVvcDFMbm1CcElnSW4wbmJuNVJCOGd2cVpwSFFNNzI4WFhPbU8rcjJrQ1NwcmNHYW10aU4zZzhqK2cwSmJNRUFSZEhodVEveHB1TEdTemZIOW5BQ0xQQk1sKzhtQkR0ZGVvWnE1blN6aURxQlFUVTN4WFlQYTZHTjhmN0Z5bk1KZThoZ041Z1E5MzM0dWMya21DNjhFRUVPazRkZVBMYXl2WGJwcEJMYkxRR3hDdkhndCsyVmxYVUxDZFN3M0FsK2Jwem50cWdsUFZPWW1ReDIvK28wNmxjRHhMaTVaYTl1LzV0c2pYTXlkbmljTTVidElFSXpvVWp6a3VGbGVxaHlLRDRKejFaV3cyTVRxVzU1V2ZhNm11L0dTdEFjN3hHQ3JsVXVaS2luM01tMnhwdW1rZXRxcWpKNFVETzFvUzZhby9uRVIxMGQ0RWlzNlc1dVU0VVZHekxSb0laT3VlM0o0WDVOeWFxQXdjQVdGNWhUSFdCK0x3SURmeXd5TDlzczlMWU42WTZZUTZoOG9CU2U3c2FiNmE1Ri9wMnJEQkJYb3hZMEpmaWhJMUR3NUZnZDBKZHNNZnppRTZaMCs0RVJ1MU1oWWU0TzdsSWFleFgwR0FJVDluV2RHVHlvYUh6Mmo5RDl3c3kxLy9FSEVIYTJ2YUcyaDlNZEc3Z05UU1BMa3BRVVU3L29QbXNwMkpaSlNITkRvWDVQLzBodzdOUjhyeEdCbko1SHpHTW1NQitFNXVaVUZCV3ZWVFRXSHBMdzY0M2MrL2VzUUlJazRKN2ErTmFyeFZXVmk4aHBFS1NjS0k5OE9SWU82dlZwVHRtU0lDN2xjUWZ4ejdVU2FTd3Nub0pJN1JhOXRVZTgxUldyUWZCUHB6bDRBOXF2UU0vQUhoV0FRRGtsVmN2NGxKZWF3K2tqQW5uSmV1ZVNOVzVXaTJJaFFqa3VZNkdKK05jM1hPOGY1SGlkazY3enlKNFhVZjlkcnA2NmZmUUVKUHRnWkRnalhEcmtsVnNiR3hzL3Y4Q3hoaUdhWXpia1dlYlc0b2RlYmF4dVFVUWdJbEV0K3liOEdpVUc1R1lsSmtJcUtjbDdwTmZVblU3YW5BbmMyaHZKRVlnQzh0cjFuS0dIaE1kNDlvT3NXbFpSY2o1QWxNTWYrdlk2MC9GOVpyTzkxbnJPZkQ3SlZpL0N1Nzc2b1c0WS9wMytKbUVHOGpFVEZJczFOYTRlNXpyTlFDQTJ6WGxmaVJ3Q1JYK1NlenI4NzJHQzdORU1TbHhQSGlnN20yUDkyOHk5UlR1RlNyOCtySFhuN3FSVjc0alR5YzU2NGFwdHlUTnMrNG5VQmVqdllqalNjZU0rd25Cb2ZjTlRDcWNBUXptbUxkMEZRSmM3V01ESjV4T2NXZFl5ZGRkS2RvbVFFWWtLSXV1WEk2ckQ4L3pHaGx1dDFoTGtjZzV6c2w1cVc5b0xDSmQ2Sy9KMXhUTmJtMDgvVXJpY21MV3pEOEZzazUxTkQzOVFWN2x0dmthMTRzUmthVE8vMld5aVBqUzB1M1RuS2lLUWhIdGU5eVpsbThKZFVvT2dHRE11Z2NCdTRJQjU1aURkZDVtSTQ4UXNzSVdua3ROZGQwREFPM2R6ZU9OcDJqYWpGeFNMQlFhdnZZT3Vkd2JLY1JhZ3k4Wnc3bSt4NU1aMTR0Q3lGL3M3alpNVDlsWDVtbktzYUwvYk85UEoxazhMSElLTDNLYzN6OW9QWnVXa3JRYUVlWU1Ea1MrbWRpYmV5S1dWeGhUdWROY0IwaTZJTlVaRzZVdnJLZ3Faa3pOYVdrNHVhL0lWN1ZXVTJ4NjIxNFdWekpRNksvSmw4UldnRkxud3FZMjloNHJLalVXQ28xOWprQzI0clhMWFluempwTHJmMklPSUZzWXBsQzd4MS90WTRRdTRKUXVRTDQ0bXZydnFkaHhtOFpobVhMcW5hTVBOMlo1aktUVUZQMlRwT1ExaGhEdWFIREdaU1RNV2ZPWTIrV1lXc3k1YU5NUWN5akVXb1BCYnc4bkxGM2Nnd1g2UDdIb3Q3R3hzZm1ZUUloanZ4c0ZLVnM4Mjl4U2JQRnNZM01ySURRSmIyWGtPVG9YRVRHbEJKSU1qNW9vRVl4RWNKbURlOXROL1plakxzeWpGRlhVTEVjTi9tTDRndmJORTQxR1hFcTF4N2Q5S1hIbUZWd2M2QW84RTVkT21sZGV2WWd4ZHUrZ0tmOHVNWVcyc0x4bW5TVHFGVWlEQUFBZFRic243T3RiNU4vNTN3bkFDWklGRXRQRXB5UlpLNlNrd2ZiR3A4N201QmdPY3J2V0RGdnF0YTdBTTFmeXZOdm1jNDNOYnd1OGRTRFRhZVdHVFd5WnFBNjMwTC9UendoemU4TGFEeE5yb0dQSkw3SG1ha0JaN1ExN2ptVlFlaWtJK1VFU2cwS3A4RjNHd0JXeXREZUNDUkYzeldFV3FRaWQxcHlPQjFMQ3pzQm8xRDJ2Y3R0OGtKZ1piTkwySmRhVWV5cHFQdE1mWnI4Tjd2dnFoYUxOeGt3ZDlQdkFVcUdRcFE0bDNwZFlVblMrbWl2WjdYYXF1d0JZWDJkVDNWbk5JWFlpc1o2MkJ1MjFzWlpVcGRzWGM2VVdRVS9QNjZrT3ZZeEVaRzlpclRVQXdQS0tiZG5JYVJxN2Z2Vm9rblBLWDRZdmFDOEhtNDBlQUFBSGM5MEZRcHc3MFdoYzk1UnRUVWROcnNBZTdiV3paOGZYcWNOSVN5cUZWQmdadEY1SVN1TXVCV0pOaUFaZStFT1Izckd4bmtkME4xY2VaSHdSSVRSM3hkekR3c3JxSllwaFNsdGd6LzY4OGlVTEJZRFdYbC8zU214azN1T3Z2Z05KVHVXTWlvTVJSK09vV0Y5UnVtTUc2YUljQWE4R0d4MnZKcnB4ajVLVDh4Y3BEcWx0YVF1eEp1VHV4WmFTSVFWTUFzRGJIZlhSbXVZNWF4NXpJMk5mb3F0WDZtUHYwYXdzZVY5a1NMNU1uT1cycFo0K21KZ3hNRDAxSlljekhKQ0tmZHBTdzN0SDEvZm01SVpEMDlNV3hMMFdkY1RCVldVMStjV2wyNmQ5MVByWjJOallmQ3dnR1BzWmpxQTcvM05QeHViamhwMjJiV056Q3lDUUVTUXViMVVjaVloazlIczNRNW9xTVpyK09mYXNEQ2xUZW9TaTE2QjVWMXhrTTYrOGVoRXd1TCsxdnZiaGhFTmlZV1gxWW9Yc2M2VFU2MGNiNDF0UzVmdTNaNkdpdTZXaVg1OUtTSlAybEZUZlFRd2RVbGtuTkhUa0Q0ZTFRNG41cUI3UEl6cG1UVjlIUWpIZyt1SGdQaU11YXAxZnVqMkhTWm9SYk5yemV3Q0E1RGxRU0ZKLzU5Uis0NXFuYkdzNmNMWWNOQzFRWEpwOUJ6SG1QbjdnVkVLZHFjRUsvRll4a1Z3MU1HRHRQbi9vNlRCTXdxcVNxdG5jd1N2YnJsNzZmbDc1OXJYU3dodE1ReGNBSDJZbzUvUVBodytkYWY3YXpRaXExOUFLbkpFMWhDekVkTFp1S015LzJqb1NNZmFVYlUwbjBwWU9TcXNWNE1uWWEwYVByNlpZQVp3NDAyejA1UHUzWnlrcFN4RHBMREQyN3ZHbTJzc1RuVnRPanVGd3pSVWxJUEJEeFZVV0FBejNzV3NuQ2lwM1BFd0VOOW9hYXNlaTlSNnZrY2swc1RBNXpINDlPSDNHU2t1STA1MHhiWnBHeWZWVkwzQXk4dHlBdnQra3paaGVFWlpELzlMZC9hdzVlaytVb092dCs1ODZOMmZOWTI2bE85Y1NtZDJkd2JvSmhmMnFrcXJacUxQL0tRUjlWM083M0F6RVgxc21mT2ZFSytQcjJpZENUcDFXckVsYVlqRjQ5V2g5M1ZncTl2S0t4NllTd3UwNjlMMlo2M3M4a3pHMlVLamgxMk1qL3g2dmtVbWtjZ2x4aWdnTlBBbk5YeGN3a3JIZzRuSVRJRmh0RGJVL21teHVqOGRJWWpQazV0YTl0Yy9tK3FvWE9BR21XQWdoSUtHMU5ldzVQWHFzNlM1VmVTWFUvODN6TVFLOG9LeDZHWkc4N0V6Ukh1eTl6bjhFOWZFUFNYSjkxUXNRWVlsQzZ0RkEvMGt3c0R2dXdWRFJabU1tS0xtOTU5MmhVd0NRZFhNTGQrV1ZiL2NoZy9kYkdwMDN3R3RvaWZYL05qWTJOaDgvU0l3bTVpQ0E0ei83Ykd3K1h0aVJaeHViV3dBQm1BaTN6akFNUjFPYWtKaVNFZ0hHR2xXUngvT0lKb2d1ZHBsYW5GbFM3dHJIcDNNTjdoT0NmemZ4ZUt0S3R5OGlaUGVnZ3NQdGpWb2dkdHRxL3hOekdHbi9EWkJPbWhmMXVMNjl5eXNlbTBvYTVRQlRGelRON1kxd1IrdEVxYnNpTXlzZkNKWURoK2IyQmlNdXBiYlF0Mk1GYW54ZXNISFBYaGp0VDgwa3RRV000d0FBcURuOG9ZZ1ZwSkM0blRTK1VHbThkVnhMcW9yUU1xNXdOVlB3L0IrS2dPWnZycnBkZDFKdVQ1ajlzR0RhMUZ4TjA0WVJxUmNCRnlpU0xvcUVEOFcyUW9JdFczaWhTL2dJdEg1UzZGQmNIUnE5dmx6ZjQ4bkluZmR4cm5XT2U2Q3d1YWFZbEVMV2M3a2JBRUNUcklTUmtvUnd1cld4OXNTRUorYzFOUGRjdFE1Sk95OUpSSkJ4ZDdCeDF5c1psRjZLeEYwV2hmOGhkbDkwQzYrUzF1RkJwMVdBQUdtZDEzdkdIWGRGNlk0WkRsQkxiMEQvYnpKa2FnbUY2VmpVd00xZ01tdEduaVM4MGI1djk1dnp2VjkwM1phV2NpOFJPNW1ZVlRES3l0SnRDelVuLzNNekhQaytTaklaazMrdVFQdCsxeXNUTzNFblVsQlJzNEdodGx3cTlhWjI1Zkx4MGRmenZFYUdHNU1xSUJScUZ5bzEyWUZKR3lMRVdtTXpFM0o5eG5SMHlUSkd3SVNnZzZQbWQvTzlobXVhU3owRWpOSkZpUC9xRDU3QWRMRStJcWcxMS9mNGRCMVZqb1VrQURFajJMaG5MTlYrcWxNV0NhRk9uWTh4MXl1c3JGNENHaXhEd0xTd3BYNXo5a2k4T1YxZWVmVWlUWVBsU3NuTElPV0ZJL1hHKzdIYmwxY1lVMG1KenlvbC9sbVJpTXZtMFBUa0JjcXlMckNleTkwRnZuRCs4a2pmdVBJTEd4c2JtNDhiakZoTTVOa1d6emEzRmxzODI5amNBamloU2Jld1ZSWENUY013VWlvdTNoME1mdHZxQ3RTOUV4dkJ5czUrMUttbnU3NDNaTW9mZERRWkh5UWVUOU5aSlNnNEZXeGs5YkhwcURsZUkwVW81ejFBY0tHOXdkSFUzVzNjck5uMEdwb2JrLyt5bi9lL2lraDU0V0crTnpFTkhBQmdwYzlZcWdGdVVBUW5FMU90aXpZYk14WFRadmV6dmxjQWdEeSttdFdLNDBCTFErMmJBQUNGdnBvdlNWTWRac3FoSThmODFyVFRUWW5wemt2V1BaRktvSDhaaGF6L1ErN0t1YjdIazFIZ3lvRis4WG82czZacG9OMW1SUWF2SU1kMUJCVEdpSDRrR0N1Y0FTQy9iL0U2eGVFZDRDb2RVZlYyN04wOUZqRjNvT3VMdmV6R0wxcjNHbkgxeFo2eXJTdVpVTlBiOStrdHdlQzNyYUtLNmhxSjJJZklUZ1Zqb3EySjVEdmxjbUlzTkRnMC9MNm1hd1Z0OWZ5d1ozUE5TZ0lxVUlydmpSV1RuaVM1YlVBM0d3bG9sbEl3dTdXZUg0UUpVcFdUZEsyU2xId2pEYVk4WUFJNzFYRWc2aHJ0OFlzRktER3RJK3BTRGRPYzgwcERRcjdhMldCTUtKeXovVWFhUzNjOGhLU2VGelQ0UHRmWlEwRGlweDMxUnZkRSt5ZmlLYXRaQ1lCTEdjZjNPcHFpYmJGZ0pOTE9uZktCNFF2NkwvdENwcWtBMTFMUHBkL0Z2bzl5Zlk4bk85Q3FzSVM2YUlGOHI3T3A3dXpJSnN4eXFzOHloSGx5U1A1cXRNM1ZoR3RiV1gwZkUrcktaUWhmY1REWGwwSHF4NWprdktOK3oxaDd0bFVWTmNzWkVtL2ZWemRXUjcraWRNY01BT1lseEd0RTZ2VHgvWHZpTWdhV3IzbHNLZ2RZQUJJRUJ4NE9SbzM1NHZ3RjNDRC9Sa282R0F3OGVRb0k0dDY3d3VvLzE5WDh5bWs1ZGZwOHpod1pKdzQvRytjeFlHTmpZL054aElCaU1uRElUdHUydWFYWWFkczJOcmNBQW93Z3dTMUwyMVpJa2dFQ0VyQjBsWVpBeENhYmUrWGQyNmE0bFA2b0NnMy9QNmVhdnhZWElWMWU4ZGpVSkVqK3ZGTHdMcGpzU0dJZFo1SmJWQUtCMWRaUUYyZStOZDlydURMZGFsTlBhUERybVhyS1NrSjFZcUtJYzBIRnRteUc0bDRrZkxjMWNQQzEyRzJyL1VhYUpVU2hnSERMMmNCemtWeGY5UUpBbVJSKzEzRUlZQXNyS0Z0Y1pBSnZpVVFpMTVOU2tsWmY3dS83TlRUR1I1eUxTN2RQSXdmL1c2WFU5MXYyUHpscFM2VmMzK1BKR2s4cW9ZanNjam4xTk4zQjdyYUd4Szk1VXZJbkdkQTdpaHdYVzV2alJYQmVlZlVpRGNFaExVelNBZEphQXJ0SHp4L3pLMnZ1dEpob09yczN2aTdZVTdaMW50TDQ5R0REN3BmV3JIbk1iYWJ0S0xFRU5taGNacllFSE1jbU96OVAyVmZtQWNrRm9kRFFtMmxwcmo5dnJhLzlXbDU1ZFRaVDdNOEY2dDhhZmVBeDMvdEZWNlpyVG9tMCtQZVRpTHVZeGhla2hMV1hFdS9icU91ekdUWmZaVTVIcnBEaWFGZGd6enN3SWdnUklIL2duUnN2QVFEbCs0MGNBdXZhOGYxN0ptNlo1UFZxS1NRL3JaQ0N3ZnE2MC9ubFZaOVZRRjN0RTVpMVRVUit1VEVMdVNoR1VsZmE2bmZYajIzWXNvVTdCOVFHWlE0M2RVOVBWUVd1S1d0NG1CMXFqWHNJc0lYcjVGb25RZlZvT3NzTTF0ZjladlFlRkZYdUxGR29VaWdrZnRweDhLbXI0MmVPamkrc1dPeEJZRVBLcFoyWkovazlpdk8vUnhEZXNLV0NvMEszMkZlOVFESHd0TlhYamFWOTUvb2VUM1pvMm5vWm9TNnVrN010NFhxei9ZODYzWlI4SnhGRFFDSGFtdlljaXQyZTV6VXl1RXQ4V1NrNjNORzB1dzJpTHZseDRoa0JhTVhHMVRNNXA3V3RZZmI4UkszRmJHeHNiRDV1RUlJMStwVUdiZkZzYzR1eEk4ODJOcmNBQWpEeEZocUdnY0p3ZEY3VUxWZVl4NXhKM0pmdmFOc20vUXRDd1cvSFJWWDkyN1BjbUh5bkF0QWlVaDFPTkRncXFLaDVFQWtXOWFMMlF1TDBVOXh5TlVucm5VeFhTaDZoSm9JQjV6amg2cm5YeUFUU1M0RG96SWY5Z3k4Qk5OK01oSzgyMG9Td0toQlZzQ3Z3ekpVYzc5L08xRUF1NzJPT1lIZTNZWHA4eXhkcEdzT3U5Qk1uVTFOZDkxakNQSmJZRnN0VHRqVmQ2ZnhQRmRITHdjWTlFeHFVd1Voa1d1UE9FbFBLVG5Mb3lCMThCUW56NTFveTN3Q0lJUW5pZkRCZ3hBa2pqNjltTldkc2pxVlVEeEdrdEFUcVhoN2RWbGhSVlFRQWNIVDQ4TG5ZTVN2WGI1dENUTThkSGhBdEFGdTRsWjY4R29qcGpOT00zbk1EQnlaclNWWG8yN0VDT0swRXhkdGRUbWZlamJkNm44c3ZOMjdqbk80blVNL0ZSbmVuT3VjV0tRSHZkRFFaSDNKaVpTRWFlalBSc2R2ak1aTGN6c3dpaTBWZWM3andOZ0xvN3dvNHVtRkVwRHM0RmcrSHJqZWNQZnRjSks5OFI1Nm14S3p3dTNyN1pNS3QwTG51cnhuUnBXQjlYYURRdCtOTGlLRGFHK3NhSjF2dldGYVU3cGpCTlBFSkJYQkQ3eCtPS3dmSUgxam1WUkc2MUhFZzliMUNsN1ZGS0hVbThRRkcwZDFMUGtFYU9SRllKRVk0UTFGRmRha2tXS2dVdnRiZS9OUlptSVJWcGRsM0FHTjZhOE91L1dTS2pWSmE3VXlvaDAwMHUwYWp5Q3RLZDh4UURKWU52OHQvRmp0V1kwbnJTU2dKWEdhME5kUTF4eC9aWU9rMDVUTVNXQVFBaHZGcXo0SFlyWG5ldjhyUW5PSmhodmhHZTh4N1J4SEZ2WWNaZDJjNUhLbHJCZ2VzWDltMXpqWTJOalpSTUtZemdiTFR0bTF1TWJaNHRyRzVCU2hsbW5RTFcxWGhXUG9uT1lUbDRNUm93cmh6Qm1WOFExbnF6ZEgwM0RHOGhvYklQY1J3YVVTb255U21veFpWVkpjQllZa1ZIdnpucy9YeE5aNUZ2cXExR2dnQXhDUUZ6QmtNMUxaTUtBd3QrYWZBcUtlWDlUZkVDVit2b1dWTUFlL2dzTlVRYk56ellmYnFSOU9TM0k0SDBreG53OWw2bzMvNUdtTXFNcm14cFlFZktScGM4c2pRa0doT1BEOEFBTkMwTHlpQWQ0TU51dytOMnpiR0ZwNmM3bGduT2JRcjg4WU5obXFsVU1PdkkzZDhBZ0NUVUppdnRUZkdpNi9DeXVvbFNnSzczRC93SnVPNDRJYkZ4MW9TRlpSVkx4TVNidXRvNEVlZ3VUbFc3S0F6VmZzYnZIYWw4ZlNocHdjS2ZjdEtnRmc2TWpEYkE2ZnJKM091THRwc3pFUmtjNEtOSnh0SUV4NUJXdnZaczg5RmtJdUhGZkRXMkRUMy9NcWFOWWlLMnZmVm5mSlUxUHczT2FUMlJldVg0MkV6SVU4QlhkZVVjNEdsbUI2OTk0YnllTGFtQThxbFEwTldjM2Z6dHdZOS91bzdkTTRXdGphZWZpVXVIVC8yL0h4VkQwbUZwOXIvUC9iZVBEeUs2OHozZjk5enFxcGJ1NFFrTnJNakVBZ1FhcFhFam1rRDZwYXd5ZUtFckROSkpuTWY3cjJaeTNQSHZ6aHNrangxRVl1VFNXWW1renRiSmpQajVDYVpTWEF5SHNkR0M0dGxBMlpSZDBzSWtGbGtHd08yMmRHdTdxNXp6dnY3UTJyUjNRSlAvcGpvUG5kY24zL3NoNm82ZGVwMFNlcjN2Ti8zK3pidWJpeXJyUGtFSVdlaEpuMy9iNU1oTmMzTnFTNU4rd0lRcG9UQzJzdng3dWVsL3RyVnBPVGdtZGZxT3N3TjhndW80Rmg3MCs2RW51Q2xsVFZQSzhMTFNPQytjZmZXeWJnNXJaQkVFNENwdDBlOTEwbHdnM2tDNlJkT21odXNMekdNdmd2SUYwWGt3TCsxMTM5bnBEMldXOE5sUktvMWZnM01pdTArcGdRanhnWmI3OTQ1bER4dWFXVzB3bFlEYjNDbTVnVXozM29qMmQxYk05SStoNHhkYmFtdlMxQmJBR0tpa1IzVGN3ZDZQano4MnppVk96ZzRPSHhjUUtWRy9zWTROYzhPWTQwajIzWndHQU9rQzZJYWpHSG1HV2xnMkluU01MU0l4c2lGZ0VQNkpoak9PR2RSOWg4aTBmN1FvVDBuNHk4dEtySU10enY2QkNxY3dFQWNQWGY0K1lUQTFGeGZ1MGdCbVZMSXVqTnh4a2t3M01vS2tFMkpETnB2NnJwUkZMTFo0ZVJBcXFES3lzeFM4bk1JNmtNbDdaT2RCeE1EeDNLMzlBaXBQcmg0L0R1OXBtbWxRcFpZMjlzVC9YSGcrQjVocnQrV2hWeDhNWEQ3MWcvTEszSlhSNGdmZWV0b1l1dWxvaUxMU0owcXZ3QUlLbGhmOTVFbVVaNkt1UjZ1OEs1T1dpOTM1MVRZMGVnWlhYT3ZscUFJRkZ4dFRlcFZiYTdmTmswU1ROVWtQemNwTy9WcE5SaHV2Tks4Snd3QXNOQlhQUlVCQ3R1YTlyd1VmMDJ4NzlrMG5hVnUwTHQ2OTV5WWRWK1Y1dGFhak1sMEFUU0FZU09ZYkc0MjhoeGVLeDJrS0xGUnUxQmFXZmhKb2FCMWdOL3RMcXVxL1FxQXZCc1kxRjRmT3ROaWkvMXl2b2FZMS8rZTNsanVyMWxuSzNxOTdlaStaS2t5bGxmc1hDeWx5dURFZXdDaTdrRFQzb05ERDdaWngxeStCS1hXZWZINDdsN1QrODA4SWxid1lYZHYvYVBtVjdxK2VwbmtMUC8rNExVZm1mNmRIa1NjSzhMOFI0L0tvQ2ZndFRSS1VSc1JpUWNQMVAxWjNCRTBmVHNLbVVJamRQQlNjMmxWOVZKUzhseEwwOTc0V25YMCtHdUxrZkMrSWxVWUNVZVBmakRjTDNueHVoMXpKV0loQTVTQityb2pvMjg4eEtKVjIzUGNHZG9YZXFQeWw1N3V1U3RKbHhkQnVBeE5neHVoNFJac3BybFpwOXo4U3BMc25lQ2h1ZzlqYTExV0pSY1RVS3FTSUtqZkRpVFhrcHMrYXg0cG9Sdm8zdEJGM1QrQy9RL1diOHJ5WjFMR1o2WnZKRlJhb0g3WGIrS3ZXN2h1NTRUdzNjQjhHWG1nanBmUjdzdHZpNEFUT0RzNE9EakVvUkRsZyt3Zk9ySnRoekhGeVR3N09Jd0J4a0NDMnpZaDR1KzBkcEZpbVdjRVhRcWRFeUFIQUNBMW5QMitCeTdGMUtzdGpic1RzMmJEanM0QW1Lb0kzLyt3TzNJdS92RGl0Yzg4aGh6V0FLaURaNDdzU1hBTjlsUnNuWXpFWjdVMFh2aVY1amFXY0NXRHlWTFR3cFZiTXpKa2RDVWlNQ0V4MEhyd093bm1aS1ZWMWN0QWl0UldXMjhER0hKQUpoVG5MaDcvVG0vaHlxMFpqT3ZsZlVMK2l5ZHZRbEdVcUtlOTRXS1NKSGNUZDA5VFR5QVFEOVRYL2RWSHJaRlpXYjBLRVRQdE1MOHNWSFMxVU5pbU1UNk9JVXdueEd1dFRYdU94cDlmVW1uTlVNeTFnRW43RWhsUlR6UUN6VEdwdTJsdTFnM0F4VEtxSmNwM04yM2lHbmN2dFpVS25Eang1NE9ldm9KQzVKU3JnTG00d281UnZYNkhLZlk5bTVicVZoc0ZrMWNSb3JPNUxkcmFtN1Qzc2luTER3Q1pVUm45Uld4dFBSdnNxUWJRcEpiNnR3NmtUSTB1bElUMzQweXpSbGhTVVcwUzhEUWwxVHRTczhjRm1vekRJNTlkWHY0bkpLZjNXdzViN3dBQVlFcUtsek4ySmxrS1A3SVd2dW9WcU9FVDRjSHdpN25HcEJuSStHZHNzbC84S0ZPdWVNcFNWQVdDbXRKTlhRbk83a1hlYjAwZ2h0TWpPSERTOU05WkRBQVF2bm81U1RKdkZUS1FVd2hsTmlDMWREVC82UTBBZ1BtcmQwN2l1cmFDSVlVRGpZOXVTVlhpdGJMMU5HMnBBUGxpaXFaTlFXRDlvajl5RTNTYUZGYURzVXcxcXR6ODVZajBmdkJRM1VndCtxSjE0UmxLMG1NY01WVXg3VnhyMGdhRnVYN2JOR0JxRVVQR0kvM2k1NTMxRHphR1puaS81aDZmbFZiRkdLUUh3L29QazY4ek9Dc1g5djJFOGdJQ2l2Mk5SakEzNjcvTjJqbzRPRGo4WndjeFlWUGVDWjRkeGhRbmVIWndHQU9Fb0NqUkdMcHRNNGc1TDd0MGpXazByREpCR0dwaDFYbnFCejJ0QjRhY2xlTlpyTWxGVEpGaXhLYTNabDU4TFQ1NFd1QzN4dW11OUdjVnlzdkJ4cjJ0eWRkcW1yNDZNaWhPbFBzTGQwYW92L2wwVW5zbUFJQzBUS09jTTdaRWhIdC8yWFp3OStXRWUvdHJGNUNndEphRCs0NUNzeVhNRGJWZlFvTDNZckxwdEF4dGhRUnhKVVBUSm5MQUdXY091YzhrWjBXTGZYUG1NMUJGL2RlMGp6UlhLdk5YTHhFRVVieDc2eWltUkpjRFFJaWtRSzR4SDVGcWFSdXFZUjI1ZnZIYTZzYzBVb3Q3K2YwalRPTnpvc0F1Skd3ZTVFMzR3M0EwRWtnT0hrdDdDejVKSUcrME4rMStkOUdxLzU3RFNTc21wYks3c0UzdXpLd0FBQ0FBU1VSQlZPdGZIKzM4dllrYkxHVmpGOTcvTlNjK1hyUFZ1eTJIbjMvSDlFZExpR0JPSVAzQzM4UTdhek1GUy9venRUYzhhK2RPUVdSVFFrMjhOZm5aaTZ1c0taTHhqTjZCeUx1NlJrdGFEMXc2SHNzUWwvbDJWakJTNTF2cjkzVUFBSlJ0ZU82UEpNalhrMTNDWTNpcWRoUnBDTC9mamQxL3BqT0RJK2RiWlovNGkwZTFzQnA5ZmUwYVVOSWJWdG8vZGRiL0lFN3l2NG1ucHJpL0hnb2Joem1tRkNDeWlhRjYvWFJIeC80SGN1bTEzNW9OekY0S0FBTkNZVnZzSFo2MWZsdFdXanI3T2dMMmkzQi8vY1B2UElUdUVtVUt0UXVvS0F1SnB0cTYvWTZSWW53MU9IanNTR3hkemFxYVdVUktKdGZLNjVxMkJvbFNrUGdyeWM3am50VTc4cG1tUFFXb2JJSHN6TmxqenljNFkrZWxUSDRDUUdYZUdlUS9UM0M2cjdJeVVYY3RFQkIraldRMFFXYlBpQ0VBUUttdjVna3pOM2YyYjdPK0RnNE9Edi81ZVZBRzU4aTJIY1lhUjdidDREQUdSTE5ZUktjeGxHMFREUXk3YXh0U1NNNDFyZ0VpRU1JajUxRHNxNW1wTVZWQUNpblF1UHN2NG84VkxOMlM2VUx4aDZTd0pkUzROOEVNeXR4b3BhcUkyQ0NWQ0dycFJtbEVEZnowZkZOeXJlMG1YbFkxYnhrU0xDU0VsOXVTNU42ZWlxMlRHYVBIZ2hIakNIZ3RWdWF5eTZTdExyVWUzSE1SWUJNM0srY3VsMXp2MWNOaHBYUlZGR3pZTThxa3pLeXFtUTJFWHlXZGYvdFJOYm9BQU9YcnRzOVNRR2wzZXdaUGpzL0pONUhobFlFK0JXbnAraDlLd2lQc3pwMEUxK3NGZm11Y1Rxb29va1hmeUk1a0Z3RlRkcXordHFCcWl5dVRjcnpLWm0vRU1xQVFrL3ptVFZnR3FENW9yZC9UVWV5enh1dGNmVjVLZVFZazNlazgvUEFhWndDQWN0L2NwVUJ3TnBPeWwwZ1VrZGJEejcvanFiQW1BNU9mWkZIKzQ1Z00yRnkvTFFzMTF4ZElSUDVGdTIyUDUyNlhQOUJROThQazhSYjRyWEc2RkdVSXFqTXpUVi9kVXIvblo3RmppemZzbUt1aTJCdkt1WHpaTkRmcmJOeUVGYVRVb2RhR1VaSnZnR0Zwc1FaOFE3amYzdWxLeTAzanV2Z1UyZmpueVJuWVI0RGxsYlZsaW1ENWZZcDg3KzJtUFNQdlNKSFhTbmNiOWlmcEZ2K0xSZG5oYVp5eHlZSDZvYjdlSTJ2cTN6a0pRVnNZRVJUU0VNYTFINng3RndCZ2FkV1dURVhHbHdub0lvakk2ZVIzSy83KzV2cnFsWkpSSHdpaEkrY3JidmIwLzNKQ1R2cW5BL1VYbmdkb0hscFg3emZ6bUtTaVFkczEwdCs1b01yS3pDVDVOSUQ4QUJqY1BwVlU1MS9zZXphTm9WWWhsYnJHTmUxYXNQNUJZRzJhbTNVMUlYODVLRndZdGRWUHJqUmJJM1hOUlY0cjNTV2pLeVVaWjlvUGZyZC9ScUZIUUx3b2hSSE96MTJWaTV3dENOYnZmcVFNM2NIQndlSGpCQ0hHOWVBa0ozaDJHRk9jekxPRHd4aHd1d09pT0lhR1lSSkhYSHQxWGVNY01KWjVmbmp3YkZiVnpOWVlLeUVGNFlnVW81eXBzM0l5UHcxU2ZSaHNyRXRvU1ZWVXRNbkFpRnJKR1p4bEVqSTBvSjcycHUrK20zUTVsdnZtTGdVQWp5Um9IWGp2d3ZuNGd6TzhYM01qTjVZcGtLM1FiSWxTVGN3QnhmVFdnM29JQUtEVU42K0VTQ0h2Nzcwa2RUYW5HM3RlVHA1ZmFhVlZqQVMveDVUNnkrQnZIaTZGQmdEd3JLMmVMZ3lqVUdOR2NHSlcyaE5jWTVLSUJsSlQyS2VVcEJPUk1Ec1ZiKzVVNHJXeVUwQ3RKaFRuM0ZFMm5XazR2cVhwVXN5QURNZGg3aUlrY2J2MWNFSS9ZeFI1T1hOQmc0RlEvWjZUeGI1bngyc3M2Z0VGNTVCRHRGV09kaDRmbVYvVmpqV0tBWk5FRTRqendkYUdmU2ZNMVRzbmFVelVFUEZmeFdUVkJWVldKakxYRW9uMnIwR2s2THJMdmZoR2Q5Ly9HVFhlNmgzNXFTaThDS29UQUthMlJQVmZ4WTRWKzJwbWNzbG5oWVYrRHZidmwzSkMzZ0tKMEJjWUpZVWZwbWlUWWVqc0swckpJMmVQUGQvdFJ2bDdETmoxWU02RjM2cVg4MEpmOVJSRnRJTElmdkh0NGJwaUdLNVJOOXlpVERGNUhESjZVelZObXpVd2FDUkk1bWQ0ditaR2doSlUxR1Z3T2EzMTRJVmpBRU5sQmdLeTFpcWwrakdxaFlKSk5lb0phMUZadTB4cDNLVkl2OEU0bXhWczJQUGo4Wm5wWmRLbWxwaUNZWUhmR29mdXRBckIxY2xZYXpWem81V2FwYUltS1hrVENhTGRyUGQ4OHRnR1QzMWNnZUpNc2VzdEI2eTJrUU5lUzZPOENjczB4UjRuWWY4aTN0aXVjT1hXakZTM1dLc0R1ekRVYXN4aXJvd3BKZkhqRXFHV2xqTHU2MHFwdDM2Yk5YWndjSEQ0V0tBZWZKOGlSQ2NSNkRDbU9NR3pnOE9ZMEJHbE1XeFZoVVQ5US84RlEwcWhBV0FzZUI3VjdxWjhneldSUzVpUHFQbzFnZy9QSG40K0lmZzFOMWhmQW1CcFlkdDRLZm5hdE1mbUZFbWtXLzM5cWdkMGJYWkxBdzhtbjJOVzFjeVNDZ3VWcEN1aFJuNDhYb1lMQUpEcm52ckg0b053WTJ2OXZ0dmxHNnlKbkZGcDRDQS9BV0NwY2wvMVZDVEtEVVZjSjhpZCtsVFAvZDRUOFhXa01OeFNpNEg0ZEZScGYvTm9LVFJBK1ladlRlUUdXOTQ2eUE0S0ZUV2xMYThvblovWGlQczRvenVocG92MThiMm9UZE5LMVZQVXBvRnJySjdBU0ZNYUczKzZnUjJNQlZvTDErMGNMNldha0N4aFg3NjJlcktPK3V6UXEzVWgwOXlzRzh5OWpDbE5BVk42cUY0Ly9haVdRNlgrSGFzWk1Ta0U2OWNRNzdZZXNBTExseitUd2xMWi93U3U3UW8xV0NQTzBSbWt5b21yZDFycjk5MEdJN0tLUlFhRHlmWEpVNVkvazRKcGJGVi8rRjRUY3JiOFR0UjRiYVJPdW1wSHZzSEFGNHBvaHpxYXJUNXpiYzFzVG16R2tPVDc0UVpoNXZUNVB4UXFYQjlzM0JzeUs2dDNnaUlLTkw3MVNyd2gxaU1wc2d3M3gvOEZKQnVUM2N2ZDA5UVRYT0RkdHF2dUQ1Zzc5YiswUnJUbTVKN2dlZTVwMjJ6T2IwZ2tIbXpjZXlBMlI5T3d2MHlTMG9EanNkakd3c05Zdkc3SFhJcHliRzNZZFZnRHVleGVtTDFlNXJlV01PUThWaDgrdzJ1NVUwaXNIYmpLZnRWYS95Q1RUbEZwQWtBcWNod1hiTHo4UnZMN1YrYXYvZ3lBU2tNR2x3T0g2aExlaFhJOXVwQXg5QS9hOHUvakEvdUNnaTJ1dEV5M2w4TGFtNmVIVlF6bGxmSi9STVAzV3VLdjE0eU1tWVM0b1BmdDdvVE5CQWNIQjRlUE00Z1B5dUNRa0gvMDJRNE8vN0U0dXpVT0RtTUZRVXhLL1R0SFNCcmdESUFBRGNVWjE0WU53MVJTQUYvc2V6Wk5TbEdDSEtKY2duSDY0SjVBN0pocGJ0WWhMMjhWazJMMm9GQS83R2l1U3dob0ZxK3Rma3hwT0lNcGVTbzlWZnRjUy8ydTd5ZlBvM3pEdHlZcWlSWEExUHVocU40UTc4UnNtcHQxSERlK0lxejZmM2F1L2MvNnk3M2Ztb2dnUDNXNmFjL2Z3ckFqc3VKb01rbkJVcGQ4R2trMmRwNzZRWUpjMWx5L0xRc1Yrd05GK0VwN2szVXIrZjd4NTVGd2VVU1VOWGhTSW5OSmFXSWdITG1XcnNsUEFjSmdYMWhQY0pVdXFOcmlJaW1XMllQYWZwd0s2UnBHWjBjSEIwNEIvSVVhWHJmeE91T2ZEemF3L3gxZlgreFpXejNkTnBnLzBGRDN3MkxmczJuQTNSV1NWQy9qd0lQMXU1c2VOYit5eXBwQ2ljZzQ0OWMwSllwUE53NzFMTFl6MHA0a0JVZUNqYkg2NDAyOHZHcmVLbW5ML3U0clBkZVgrR3FlRWdvdXRqVHZHMVdmUERFcmJTa3AvQ0RWUGU3elBUM1JmN2x5ZkhjNDlwbWo1RXNIcm12L0JCMldNTmR2bThZMFhONVNYL2ZUaDgydG9HcUxLNGV5LzFDQitubDdOUDFDbVc5bkZRQnFnYWJkUDNqVTg4U3p3RytOYzZONlZnajVEMjBIOThXWmYyM2lKYjY1U3psU21Pbjh2YktwOGdzdERSZitOUDV6S0Z5NU5TTXowNzFCb0h4QkZ6UzN0MStjQkFBcUtyS010R2xxdFNReENNQS9ETmJYdmYxUjkrZGN6Q0t3M3pMOU83L1VkYi9ybFhFWldUTVZZM05DOWJ0R0pPeTVtbDBHUUJmaUpmOWwvdW9sQ0RDSmtJWGgxcTFmSm00c1dHeEpoVjBLd0Z4U1lYZW9rWjJPdXkyVytYWXVVSngvbWd2NVVuSXJ0Y3paNlVzWXFVdUI1bDEzWU5NbVh0YTdZRFdCYUZUUm5sbU1QL2dlaU15WVlJdnd2a2UxTW5Od2NIRDRlUEtndm9WUU9iR013NWppWko0ZEhNWU02djh0VHZxUFFXckRmWjdCNEpKemdxRS9Ma2dVOStWL0U5Y3c1VWtFRmlFRjdIVFQ3bGZpUmtBMUlYOHhJaXNSTnYwaytjdS9aMjMxZEs2emxXRGJJUUFvamRCQWdtc3lERHNJazNKN0VWVjNCUFhqeVJsWHlwMVFqS0ErT05mMFo5Y1hyZHFlUTI1WDZhMEIvZ0lNeTVLTlZHME5pNHAyaVdvR01nb0dHeE5iVWhXdTNKb0J1dlkvSmNISlVGUGRxSXgzL0xPQXB2bWluSjNscVhJcUFwK0lNdHFlbHU2cVlvRDVBa1ZqY3FZekc3STJBb3FyWFFEaEZKSytTQlRQeFdwcGgrcCszVXNHdy93ZjR6Y0RQQnVxcHpPZEZnWWErSSttTEg4bVJXT3BxN2lnNjR3ME45ajJxWWROTERZZUtEWk5rNHBJcWNKZzA4WGZBQUNVVmoyM2tRREh3NzFieDJMbmxsUVVMSk9nSWlHaEIzSm1aUzZWb0hXR0R1MGVKZWsxcTJwOGlzQU5uTEw2YlBsU2ZKOWduYnRYa3FDekhSMVcxRnkvTFlzMFB2LzkyemNmMmRJcmkzSStJUlhlaFZ1M1h2TzRaVGtCbTlIVkx6L1N5VHpHREsvbGRxUDhnZ0k0M0had1gwSy83VExmblBrYVozaDdrSit5S2JxY1FCNU0zc0JJemRDV1NCSnZjY0p5eWFsdCtEblFQU2s2VDVLYWhnRDlvY2pSRTQrNnYrbjlabDRLU2g5RTRUMUdXQmdHb3lFbk56Y1ZkRllRSHppWCttcE4xQmtGc2k2UHJHVnA1YzVpUlRoZWdleVhNaHBJN3RWYzdCUFRpZUVpUWdyZjdPazlFdjh1bEZYVmxqRE9ua1NpMTA3SG5PT0hLYStxWGNPWXBtSTl1a3Z2Rjg1RlcvWUhNaTUyQXJLRVBzK2s3UHYzQnE3SEIrVU9EZzRPSDNzVXFqakRNRWUyN1RDMk9NR3pnOFBZMGZkYm5QTWZBdklSdDIxRE1hRWhEZjF4b2JqZ3ViUnkzdStUaWh5VFNxWDBkSFcvR1gvOVhLK1ZxeEZzSUNYclc0OGt1bktiNjdkbE1VMTVRaEgrYTY2NTVnc2IyK0xkbndFQWxxemJrYXMwVmtJQUJYVDc5b3ZuRzYwRUE3SGl5cHBDcHVHVWxvTjd6d0FBNldsNlJkaFd3U3ZOVmhqTXpYcTJzcC9vNjQ4ZUpvYVRDTFNlWVAzdXBNeWl4ZEl6OWY5S1N2Njh0V25QR3grMUZ1V1Z0ZjhkaEdqU2JKR0JRazRNMVY5OG5USHRjUTR3ci84YSs1dDRpUzRNdTAyTFFlMVFxUEg1enJ3VStkK2lOd1ovRTNQV0xxamE0akkwNW9sSzFSSWZjQmNWV1FhWFVESVk2WG9kd0tJSldha21vdXFVSEorR096ZWFnb2UrM2Yyd3VabnJ0Mlc1ZFBaMTB1aUdBSUJBL2E0R2dQM1NyS2p4TVZMK1lKVC9NRGpjdzdpc3NxWVFBYlJRL1o2VFpxcWNUNXpKWUpOMUlYbE1UOFdPTlhKUTNXTEEwaUpSZGVaQ25PdTU2ZC81SlpEeWF1d3pWWnBSUlVpaFdKL2taRXI5T3o4SFJBdERUVys5U1BsNTh6V1M2MEhEWTUyL25VRVk1TG50cnhEZ2g2ME51eExNcmtxOFZqWWdGZ2JxK1lrOGw3MUpvSEUrZVhNa0c3STJxb2k4b1JGZk12Q2U5bkxzY3lyMjFjeGdCbitjVUYwTk51NnRoK2JtaDhyZ1RYTnpLcnJkRlFOWCthK0J3V3hiYW0zbkc2MTdrdXh5NnJOSGVwdVhWZFY2RU9YRVFIM2RpWmdFdmFSeSt3d2lOcDV4bkFGU25rMXVxUVlBekdEd1ZRUjE2MzVuOTZ2eGt2bnlkZHRua2FMSEJhbTJRSVAyUnZ5bWtlbXJYU29Jb29INnVqY2h0dUdpVVVuTFlSNkUvZnNsU2txUTNzdG96OXR3N2NSRDI0VTVPRGc0ZkZ4QkZaZDVKbktDWjRjeHhYbmhIQnpHQ0NMb3h6R1NiV05ZRG9ET0FJRU16amtuQWcwQkFJZGsyMmo2TFk4Q2VaRnJ4Z29ab1paNE9iU25ha2MrQjdtTENIOFJiTm8zS2poRHhwY0lwdHBNVjNTMWpNTHRNMGYySnZSN251SDltbHR5dnBvQlR1dkdyci9zVE1yWWVkWldUMmRBeFlFRHUvYWJwcFZLK2JZZmlJZk9IYTY3Q1FEZ21aQy9HS1QrWVVZNnpBZWkxTmJHdXVQSmN5anpSZGNwd3JkRGpjOC9zczUxU0hZK2NaVkMxU2lVbG03bzhKZ3lqT09sdm5rbHhLaVUyZUovZDNUVVBhaS8zclNKbC9VV3JwWmgrVXBiTStzcDhWV3ZFSUplYlcrUGJReHM0am1VczBweGV2OWM0NE5NdkxsK1c1WmkwYW9vUlk5ME5QOTFuK2VKYllzUmNCeUFOckhyUGp5Zi9Qd3hDcXFzVENSWnhXMzVqN1lPSmN4bEhBVUFXclRPbWdWTWVBSU51LzlIL0dlaUpNeTVlYzkxeEZOaFRVYXBaZzFjWTZOYU1wVlYxaFFDUUJweXlKWEV6anhRREd6aW5zcUNKYUQ0MjhHbXVndFRsaitUTWlrcnJjcVdGR3c3K0pCQWVOTW03dW1ldXhLUmVZSU5kVHRLL1ZZQkEvVTBnRG9XUEZCM2R0VDVEMWw3eWgrL0VRa3lRbzI3RW5zYWI3VHlVTWdOUFlQaEEyV1ZXR2t6L1ZUN0FldjZnM1haNHNwU09TdHNvTGVaeXpWUmlraFRSOGUzb3pBa09aK3BjL2ljSW13YjZCV25BUjdWL3MxaWxDdVdFYWp6cVZQdEtoVHlMSGJkdWwvcXEzbUtRSHU3OWFoMUd3REFVMkZOUmdVVEFvMTFyOGF1TFBGYTJVeUpoUXlKazQydko1dVFMWHB5ZTA2SzVIOGdFZG9vYkFmakpkWG0rbTNUbEs0OWlhQXVCUWVOdy9IWjZKTEs3VE1JS1MzeW5uWU1BR2p4MnVySG1BSnZvR0hQajJQbklKT0RSRWlJc2Q4VXY5TjI4QTRPRGc3L2I0TDRJUE9NektsNWRoaFRuTXl6ZzhNWWdRaGpKdHZXdFA0QkdQcnFiU2pGZU14UUF4RkVTVVZOQWFIS1I4Q0pRSEEyUHJOc2VxMDhWT3pMUUZRZmFOajlldks0NWY2YTlZcGpyNjc0WkNLR3dTT0pmWEM5WGtzYmwvTFlaNURoZUNMN1FHSWYzK0h4TlZ6VTNkbnpjbEdSWldDK1dNSUFPMEtOVmljTVp3RkJVUmFpSkNES0NqVHRQVGhxRHBVMVR3UHlRcng5dS9IUndST0F5czh0UTBaZG9OUUExOUNEUXJZcUFUTVloNmNWYVQ5TDdrTnQ5c3gvWEJMZWJ6MmlYeXV0akM1a0NsU2JmV3pFUE0zMHozOWNDdGtmSHp5V2VLMXM0dnB5SmZCb2U5TjNiNVZVMXBZend6VUZBSHFpVWdRN1R5VzJOSHF3VUphV3FjUUtvZFJWcVduTFVNaVR3ZDlZQXdBQWhpR2ZscWo5SW5icVFsLzFWQ1I5RlNyN2FONTRHTWU0dmJLM0wzd2t1UjFYa2ZkYkUwSEJJZ0RRRk1LWjJKb0NBSlJVekpqRnBjYUNUYnpGTkRmckU3SlNUU25ncmVSZTJ3L1dZczVpeG5FeGhQbjN6UFhic2hpS2pReFZXMHZqN2tPUFd1ODRrUElucmlWQW82Vng5L2ZpRHl4Y3QzTUNTYkVzSEpXTjJlN1VPYVMwZDg0Y3NCNjRqM3U5V3JiS1hDeVZ1SzhUWlVrbGJnWVBmZnM2QUlDNS9rK202Wml5SEltdUlvbjJlQ242cVBuNzFSckdRREVGRXhUSTh5MkhuMytINVU5OG5EVHRSbXQ5ekJuZFlob1h5K3dJakdTaFM3eFd0dWFXbFVnUVZReHVCZzhsYmhTWTY3ZGx1YVMyV2hJYllGSFIzaExYbnF4MGZjMTgwdlF5QUhsTkFnWGlNODRML00rTTA5RllaUGVLMW80T0s3cm95ZTA1bXM1TGJCVjVNWDU4RzVFUUg1ajZFYUR6TjlyQndjRmhOQTkyRnAzTXM4TVk0L3hoZG5BWUkyZ01aZHRYcmx5SjFVNGFES1ZHT1B6SEJWMFpHb2UxQk5RRElONk8xVjBDREFWMG1DSS93UWl2QnhxMFY1TFRYcVZWMWNza2dWSWtid2hHS2FHbTNhOUJFZ051ZXlNcFlGRWwzM3hZVnBoU3hUSXBxTFd6OHdjUjExUTVuMGoxeE9iZ1dWczluU1JOdHhWZWlpaktDRFJkSHRYWGRxaVdWODI4RStFL0NqNUNhZ3dBVU82elZwRGdycjZvdU1xUXI4TzcycEVCemxJWnFLK0hwZnJiK01BU2h1VE1UeXFnZTYyTi9HejVPcGhCd0l2dy91MWdUQkpjNXR1NWtJQkU2TkNla3crdXNwanVWaWJaOU5hWkkzdmVMMTFmTTE5SFNBVVFBMEEwME42MCs4cW9pUTFUbGhMOUVpRjJjNlNjT3hIV0dKTjFsMVhXL0syUzZuUmJnL1VlQU1EU0tpdlRqYnpVMWQzYkFBQ2dTVkZ5TjZ6L0pqbHdMRnk1TlNNdDFmVjVpZEJsMi9KQ3ZNeDlodGR5YXp6bGNicDM4elNBcGFLNXViTTVLUG13V21tSUJlSEFQd2tST0JCc3R1NkE3dnFLSXUzOUQ3cjZHeDkyZmpKTGZEVXpPS2w1dmRqMXJ3bmpGbG1Hb1dzbDBZaHEwVUJOc3dFZzJHUmRqRCtubEs4b2tnUnVqYk5zYWN0SWU1UFJBUURLTkRmclRKTmxEQ0d2dDlkK0pWbmluVENHYjd0SmdnUVJRMkRpYXFqeCtjNnl5cHBDQWlWYkQxZ1BEUEdxMURQQXREZmJtcTB1R0hiQTVpbkNLNWs2UVF5ejhkYnRVWFgwak92bEVxakFKdjdybHNNUDN1K2w2M1pPNEJ3ZTQ0Q2V3Y0h1US9HbEFBVUZXMXh1VFA4OXBiSERaNDg5Zng4QXdCQnNoVkxoMXVSeUIwQWtvTGdOSVNLdWxNS0ZhMnRtZXlxcXkzNmI5WGR3Y0hENHp3Nmlpak1NQXlmejdEQ21PTHMxRGc1akJFSXM4encyVWt4RmNKY2g1a3BpR1d6NFoxMVBHVGMzaXRHL05NZ29wdHQzUmdLSmdxb3Rya3dsUHdsRUtLSjloMkt1MGpIS243Um1nUkRwUGYzUlUya1oyZ29VOG1UeWc1VDVxNWNvd0hFbzZYejdvYjNuNG84VkZWbEc2blMxenBiMDdwa2p1OTh2WFY4ekg0bG1CcHYydmdURGpzZ01vZ3NCNkpTTDJGSlE5bXZKTFpOS2ZiVW1FQ3djakJoL2Q2WFpTakJXZW9ERlN0ZUxRa0JJalFydFpKb09LK3d3ZndYSFI5SU14VDZEVXJ4d3JtbnZ0Zmp6eXl1bFNjTCtvUFhRM2pOTDErMmNJSFcrcExXaDdsOWlaNWorblpPSXNjbENEajZRajNzdHJTUkZMbzFJZWJQOXlONzNpbjNQanVla0pvTkVtNWhtQkJ0MmpkcFlnQkhuNm94VjBzWkwzTUFNR2pCT1hXbTJ3bE9XUDVNeVBqUHQ2d3pZNFVEVHJ1RWE3azFjS2JIRXRpa1FPSkVWS2ZORlY5a0E1NU9mM1RTdFZNcFVueEFLem5HUXZhMkg5NDFrY2hjOXVUM0hKY1NYdWpxN2Y5VForVVBiWFA4bjA1QUp6K21HUGYvOHNQbVo2LzlrR21ocUM1RDhaK2cyUGpUOXRWOENSWU1JMGFQSnJiQWVSdms2YTVaaTRyOE5rdlo4UWtzbnI2VzVEYkdLS2ZXK3J2R0pHamR5V3c1WURYR1hzbUxmemlJRU5ndDB1SWhFK2EySDk1MEFBQ2p5V3VtWUlpcUIwSzFJN3Yrb2pITkpSYzBjNUpETGhPcFRRUDJCaHU5Y1hGcGxaVVpsZEZadmQrOXhHQTVtTXd0eXZMWlV2MjV2MmpXU09jNllsYmxVU2JxSGpQbERqWFYvbi9CK2I5ckVpKy9OVzZFUTVnTGg0WGhuZDlOcjVVbE5yVkpNdXNPRGtiL3FhUDdya1UyeWdxb3RybXpLOHZmWjRtY1hHdW9HcGl4L0ptVnlSdHE2cUlLTGJhUHJxQ0V0ZmM3TWFQOFZGaE5VSUFMUG1WczFPY1VOcTFzTzZEOU9QdC9Cd2NIaDQ0aFNTSHc0L1lkTzhPd3d4amlaWndlSHNZTFUyTGx0QXdDU0dzcCtLY2dCQWgwQXdCNjRIV0RrbWlUQ2ZXL0czSU5OYzdPZURSbHJrZEZNSW5VZzVpb2R3elEzNnlUc1JjQzFjMW1acms5emhSM0pCbGlsdmxwVEFTNldpaTRuWm1jQkFDem1tbUl2VTVKdW5XbXNPMS91cjEwQWpCVUVtM2EvSERzakJlelZSUHdHb2JaTWNYbDgxUGorN1FXTVV5VlRhbit5TTNZOGk5ZmFrMGpIOFIvMmRCOVBjd3NmUTNxcnJmbDhyd2JhVjRucm9VRFQ1WVJzYTlsNnVWaVJsQUhoUGp2RGE3bWx6a3dTMFpGYTRoS3ZsWTNJeWhYSStDd2hsaG5SSnd4VWtmYW12ZWVLZmMrT043ajdjWUdHRFp4aHFHSFhJekswRmt1bjdHSWh1UUFOSjl0aDJSRnN0dTRBQU9SbnBWVWc0UDNURGJ2Mmo2eDc1ZnlubGNTYlo0N3NlYi9NYjM5YUlyL1ZQdHdUT0I3S1Y2dVpra3lEYUUrZ2NjK0lNM094NzlrMGJyT3luc2pnTHpvN2Z4QVpDaXpKMDlYWjgxQm5iZE5yNVlFbXYwd0VMdzllTTg2cFhMc01HRTJWaWw3L3FFeHZERStWVmFRMDhXVTdTdDlQTm9nck5VUWxvdFlsQ0RSRzRFNEtuS0YwZlUyaEJtdzhBd3BLb1NaK2VIK2dCUUJnc21tbHVuUzFGSUhsQ0lLendjWkUxL2Q0NXEzYmthdHhtRThTREtWVE9OaTROMlJ1dEZJRnFVOHpoTFpZWFgvR3pNeEZLT2lEK0xVMDExZXY0Z3pUR2ZJTTFQbFBSMjBNOWMxYnBtbktSSVF6clJGK2Z1U1pLNnpKNkJZckZLa0kycXk5by9sUEUrYVhnNWxMYmNLM0x4emVkNitveURMR1o3ckxDUEhkaDhubEY2K3Rmc3lkUHVFclJHcEVVWUhNeURIMDdPVTkzZEVYNCt1bkhSd2NIRDdteEJtR09ZbEFoN0hGQ1o0ZEhNWUlJaHd6MlRZQUFDQzdDUURBR1dURHNHeWJRUFMzTlZ3SXhRZklkbDdlSWxEYXlyNmU2RjgvTEVoaTQ4ZC9yV3VnNTAyVWNpMUV4YXN0VFh1dXhSOHY4KzFjQ0VqRndPaEdWbFIvTS9uNmtnb3htek9kaFpycVFwNktyWk50U2ZuaDYyeWtYcm5NLzl3bmJTbXZFbElPaXNpUlpQZHJ6K29kK1J4ZDFXSlErNnZrZThkVDVQMUdPamZZazVIMytJa0oyV25mVU1JKzNOSzA1MXA1MWJ4cUllWDUxZ1BuajhkbnMwdDl0U2JwbEIrTUdPM1FiSW04RlBFVUlWd2NDZHk5bHNaZDhndWthd2t5M05LcTZxVkljUHYwZ1QyQndwVmJNd3lXdXE0dktsOURwbkx2WCs0NitZanB3V0svbk04VVRlQWNKdlgzUmcvR0hMd1hQYms5aHhFczdtWmR2eHBaMDZybnFoaFJSL0JRM1ZsUDFZNDFBeEY2dTdXeHJqMTV6RkpmelZPbzVFU0pxck9sNGZtVytHTTZwaTVocU42OTFQeTlPNHRXYmM5QlVOTnU5UFEyUGFwbk1MckZIMGhTN2FGR2ZqeDFTblF1Wi9nRTJmRHlvK3FpRXo2aklaTzVUd0dEbjhlZUswYTVyM29Gb3ZvQUlyMVhOVTJiRkd5NkVJZy9YdUw5NDJ6UVlQNkFsR2NVeDZmNldlK2JRMWx1aTAwWUZ5bEhEV2JaVXA1dmJlUm5IMTNqdm9sbmFQd2JpTmpOT0w0ZmJCeXF4V2NSOWVsKys0SE0yN1AybTlPUllWNHc1MExIeUZwWDFLNUVaTVFVTUpDUnM3SGE4NUUxOWxzRm9MQ0VLYndVR09TbllyWE1CVlZXSnVlaVJIRzhqMXlMQmc5ZDZJai9RbGRlVmJ1R2JDYlBOUEszQUlDTUdkRWlZTXh1YWF6cmdOR2didUFPRWVuOUZXQ2M0emJUeC9YM1hUMXk4ZmgzZWhldDJwNVRWR1FaLzk1bjRlRGc0UEF4WU9SM0xUckJzOE1ZNDd4d0RnNWpCTEt4TXd3YnVpSGRBa0Fnb0hGQTZBWUVJRW1SK0FDeXBLSm1qc2JZMHlUdG55YkxZWXVLTE1NOVZheVZTbnN0SXlOenVwVHlRakRKWkt2WXUzVUtNTFpTSTVTbjYzZi9KbmtLSlY0cm0ybHEzc0FndkxabzFmWnN6cldTQ0Jjbk9qcDJSd0UyOFNXVjg1YVFrcmU1cnVVd2dtdUJwSXl6dVg1YkZ0UDFyNmpCdm0rMU5YK3ZLM244a2ZPOFZoNmtpRTJENy9GL2NFOVRUNmcrK1pQSTNaUkIwMS83SlNLODNOcTBOODZaMm1LTC9YSStNTW9LMXU5dUtpcXlESmUvWmowcDlVNndjZTlRcmZDbVRkenNVYXNacVZkYmZsTTNFa3lWVmRZVVNxSFNXZzVlYmdIWXhOUFNqWldneE5rTWpYK2lwemY4NGlNQ1V6UjlPd29CWURFQjNKQlJkVGEyMW92WFZqK21DL3hlVjVlMnVmUFUwTFZMcTZ3aUllVzlRRlBkK2JMS21rSWh5ZTVvM3RPV09PUW1Ycngyem1KQW1BUkFIN1EyN0l2cmRXeXhVcjljU1VBaTFQaDhwN25SU3NWSWRCbEc3ZGFIU2E4TFYyN05TRTkzZlZrQjNPNktHSWM5RlFNVGdSbWZrWXBlYTgyNWRDbjUvR1FXcmRxZW81SCtYd1RRYTYwTmlTM0ZTaXEzenlCQVE0TCtBWGZ4VHdYcTJUOEM3QjhKZ01zM1dCT2xrcFU5S0Y3TjF2UU5nZnBkZnpOeXJDSmFURXhicEpSOXBxMXAzNmhObVJqbVJpc1ZwUHlVYmNNUkhkRWRhTmpWQ2dEb3FhZzJGWXEzWXEyNlBHdXJwMnNHZTdLbG9lNnZZOWVXK3EwQ1FkRlVqbUJJeWQ5TGR0WXU5bG5qR1lwMVNzRjdJVnRyaWdYT3ByazVGWVJZcGpRSW8xUVRndzExK3g5Y05mUitTVUozNk9DUUNzSDA3WmpIbEpiYjByRHI4S2dIOEZxYTZiYS9MQUdQZGQ4TUJuV1hNZUxPVHFMLy9YdjMybnM4RlZzbmN6UVc5TkxBU1FDSWpockR3Y0hCNGVNRVBtaFZCWTVzMjJHTWNUTFBEZzVqaEtLeERaNkpZS2d1a3lBSEVOM0Qvenp5eGJ2c2lhMkZHc0xueUpZTndhek81T3dpcGt5TkxpUkZkeFNDQU1XejdrYU1oSXpabE9YUHBPZ3UxMU1BMkgyNnNlNUhZS3dGRFFBQUlBQkpSRUZVeWZjdjhWclozSzBxY0xEL1JBcjB1dDNwMmhOaFd3WFB2anBrbWxUc0s1eEdDSVppOEJncHZKdGdYaGFiQkRkK241UThHbXorM3Qza1l6RUtWMjdOUUVPVjkvVkVmNXJ5bVBDQ1VGZGJqKzY3NDU0aWZJUmczT2p1ZlNsaFhoVmlOaU9WMndQZHh3RUFqV2x5c1liWUhjdFdBZ0FzNlZyZ0lTa0hXNW91amRTbEx2YlhMaUNFNmZmdEQ0NEQ3SmRsdnZrK1luSVFHSnNXb2ZDcmo2ckZOZGR2bXlvQnB5cXVJb0JpcE1leXVYN2JORjFuWDVZMmJZdTVjaGY3YW1aS0dYM002TzFyTi8wN0o0RlNzeFJFemlTUFdlcWZQVk0zMEFzQTE0S05lMStOUDFaU0VTMG1VaGhxckRzNncydTVLU3FmUW1sY2pIZUdqbEhzZXpZdEk4dnRZMEJTaFh0ZnlqZnNmTTZOS2xKd1pxRGZibzMxUGY2b3RYZWxzbTlJb21PdERYVW40bytWVkc2Zm9hT3hTQkxlMTFETkg3ekdmeEl2UGZaVVdKTkppVklNRDd5U29maGlPV0NQU0xuTEs2d1N4WGdaRUY2ODFSTU9KTi8zQVp1NENzdHlVRXJuVEJxeDRMVFlWek9ESStYYzdCbDhDNGJyMW5VTkY3VTBIQjFwbTJYNmQwNUNVSVVNbUlzcGVEL1pXWHZodXAwVERGUitJdXhWMGI1anNjQzUyUGRzR3MvUDk1TkdQVXdxVnpDc0p4aWpMWDdLbnFReGVpelU4TlloR01yS0Z3SGk3SWNHemdCUWhtSTJFcWJmRC9PWGtIRkZGTysyRFh6aUpHOGhBMk1oUlZuclI5VjdPemc0T0h4Y3dIalpOb3hWRTFBSGh5R2M0Tm5CWVl4Z1kraTJEUUNBaW9ha3hzaHlBTWcxUEllaGZybFZXNmVBb1ZjUXNyWmd6cVVUeVVHUzZmMW1MZ0xPN0xmRFZ6U1F2bDY4Znl6WnFHcGlkbm9Ob0JxTXFzRlJHV2ZUM0t6cmJyR1cyL1lSeU1nWVFIZktpakFYcnozb093emdZcmlTcEV3bFlaOXJiYXdiRlNDV1Y5VjhWeUZlRGpUcWdZOXlXVXZQY20wTVN4SEt6SFJ2QUpSWFE0ZDJYL0JVN1hpY2NWeCtxN3Z2Ri9IWjFtS3ZOWVV4OUVTdTZ5Yzc2MzhRV2JScWV6WW5ITi9Td0VlY2xVdWZySmt2d0o0YUVub2dscVZmdEc3N0xKM2paTGgxNjdVcnpTK0V5emZVVkVwTjNtYUN1MGpZNTlxYnZudnJZWE1ycU5yaUltNHM0d2pUYVVBL0hHcDh2ak8yUHNEMVRSTGhhQ3lZTHZZOU85NUFYTjNGZTkrNHgzUU5HZjcramQ3QjVsR096QURBVWY4cUVYYUVHbmNuMUZjWCsycG1jcWJsdERaZE9nNEFrT2RTZmtHOHVlV3c5ZEIrMkJxNlY2T2lDU2prci9zR3BiSVJTZ0Z4d3QybzF2RHZCV3BGUlphUm1lbitBZ0VkQ2pYV0hVMmN4N1BqZGRLWENMQlBjcVRIQmdidkhJMXZyVFZsK1RNcHdFUVJDZnM0TTlMV0VZck8xcU5EMHZoUy8vWUNTV0lXTU5LNytQMDNQc3FvcktTaVlCbEhtQzBJM2dvMjduME5BQ0RmKzQxMEY0ZjFYYngzNUZvaVpvWkJPdzB3NUo1ZTRyV3lBZmtYaWVnR1ozaXo1ZURlaE14KzRjcXRHUnJpTW1KVURBWi9LVmJtVUZSa0dScHFxMlU0ZkJRVm14WFIxY240bGxRQUFMcmdsWU9EMnBzQSs2V25ZdXRrSkp6YXpYb2YyZUtMWFBpTk1OSExWNXF0TU9OTUljQkk1cG56bEFrNlQ1bHgxOWJlaU5YSE96ZzRPSHpzVVJqZnFzcUpaUnpHRkVlMjdlQXdSa2lDL2pIOWdjT2h6RE1CalVNQTk5RC9RN1RFKzhmWm5QUjFBUHpEWU9PdVY1TXZXK0MzeGlHSXowYzA4Zk1zNXQ3UVVwL29QRHpEYTduejNPTExCSFFEaEhpcC9kRG80RTVOeUY4c2JmVk8yK0Y5OThzcm4zdENrdWlJWlp3TFYyN055TXh5ZjFZSStUYlRlQ1IwWU8rRitHdG5lTC9tem5OTi9ad1U2bmhNOXZvd2lyemZTRTl6ai9OSmFaOU80YnhRMnFvOWRHamZ4WktLbll1UjJCT0JocnJxK05Yd3JLMmV4blc3TE5DNDU1Y3diREJsNk95cG05Mjl2d1Q0Y3dYRE1tb21XRkhnNEs2Uit1T0Y2M1pPY0hGdE5pZDI2bFJ3c2l5cDJGbGlDK3BCZ0ZRRzJxMldRN3V2UG14K3B2ZWJlVWdwbndSUWR4U281bGhMcEtLaVRRYms1bitSQTM0WUhNN1dMdkJiNDNTMDF3UWE2bjVpbXB0VFdYNzJKMXZxNjc0emFzejEyN0pRMC8rWWxEaHpxemY4ZXZ6bnNtalY5aHdOWUFISXlGR0EvYktzcXRZRE5sMXRQMlNORHV5OWxsYXVSMVlDUUtGQ2VpVjRlTi9kVWwvTlU4aFlnUVQ3NzY4MDF6M0N6WHdFbGpKZGJKQkFBNkdzem9UTWNKSFhTbWVnRmtkSXRSaW9QOTRYdFpzdnhEbFFsM2l0Yk0xbHIwRWh6b0ttTDFka24ybHJlUDRLRE5kT2s5VEtOSTRwTFhFUzd0Rll6TFBCTG1YQUZpa2wzejNUY0RrSXczSnFkT2MrZFIrNmZ0SlovNFBJREsvbHpuV3BkVkVSN1RoN2VQZXQyUDJab1ZiYkdQbWxnYnJaRXRaZlRSNDdMVk41T2FpQ0Q3djZub3NQM2wyUHllV2srQjB3K0RxVTBXTm5HNzk5UDNac2FaV1ZxVkI5cGpkaXYzU2hlVitmcDJwSHZpNmhWQXA1dFBQUWFEbC9RWldWbVVYeVcwRHlwUkVIZUQzYkRhcmZCVFMwbDZYSWp0NitjZXJJOWZNbi9yM1B3OEhCd2NIQndXRU1jSFpySEJ6R0NNYnRzWlZ0RHdmUEFEQ1NlZVo2cWt0elpYd0NpT2tERVRZcU1EWFhiOHR5b1NxbmlQWUx0OUtMYllHbms3TytlVzZ4VmhHb2FLLzRhYklyTmdCQXViOTJBWkJLaTc1dmRKUlYxandsUWR5T1pWeW5MSDhtSlRQZFdDcWwrcEFEdVc3ZTcyc2ZOYjVybWg4QUlKUjk2ZVhrc1dNVVZHMXhwYVhrbWdyaERBTStUaURyRGgyNmVNbFRZVTNpakswSmg3WHZ4cDgvMi9kc1BoaThnTzdvOVRBY3BLVnl2anphSjErT0JVZFRsaitUb3VtOHBJdmRQeml5SHQ1djVybDFaa2FCblRsVmIvV1UrbUVXQXMvU09NOWlERlRMUWF2dElkT0RKZXQyNUZKcVJoa1NLQnRZWit6NUFUYngxS2x6TnlLQXErOGFmekYyZmdxS1pVQjBEQUNBY3NjdnM4RStsanhtNGNxdEdjajVKd0hvMGtEVTFSQWYxSlY0L3pqYlNOWFdSS1ZxQ1I3NmRuZFpWYTFIU2NvWitPREMrZVJ4QUN4bUdoR1RtRjVoSy9WNnNINzMyK1ZWdFdzNHdteUU2SkhXZXRjakpmSXhTbjNWWDBTRlUvcDc3SmVUVlF2cGJydUNBL1Z3WVBQQ0VYSHNRbHlkdk9tMThwaExMSk0ydEpIRzg2U012aGRzMm5jaDlueWMySHJPSVZWRjJDZzFROEw5L1RDTEVhNGhLYzczZFBZMkR5a0VMQWI1K2FWSzBKbk8raDlFaW9vc0k5K3RWaktnSzJmamVqSnJickVDa0xvMDRrdWlGRG1VbkRrdXF4SlBNd1hUS0F5dnhLOXhtVzluQlRKUWlIb21vQXpHMTBlYnBwVXFwVnJLaUIyOGNIamYzWEt2TlpFVFh5NmowWk1QK3hrcEtyS01iQm45TEFLMXhETG1BQUJaNCtiN2dHZ2tVQ1lsQm8zQm14OHBuWGR3Y0hENE9JTUlqbXpiWVV4eGdtY0hoekhDRHV0akdqd3JPU1RiUnNDUm1tY2piZElDWURoWFJucGZITjN5eVdKTU4wcUEyTnZBb3ROc0VLTHRvSlpnQUZWV1dlTWxvSGtJcXVIc3NlZnZReEx6L1RzbkFjTVZrZmRjSjlLbWlzZEJxWGRDRFh0SFhLSnpzMTN6Q0NpTkllWEV5MnBqbVA2ZFR3Q3FranNSL3N1UHFyZk5rWmttU1hsWEVZNEh4dlRXeGd2bkFQWkxyc2xhaWVMZjRwK3RxR2lUTVk2NVB0dUw5NDhGZzliQURPL1gzRWhZU2hRTnhUOURmbFphaGJMbHVjNzZvWlpHUlY0ckhWM3VLcnF0TmJjM1diY0tWbS9KWnlqV2NLWUdRZGc5d1lZOW93SmNnS0dzcnREMU1rNXlvVkJhNDVuR3VnZXRqU3JuTFVIR1pnNWMxMStJeVpqTHE1NzdzaUp4S2RpNDk4UFN5dWY4cEZGUFc4UHo3eVVQbTVabXJBRm1hQU5YOVY4bFBwOWxNSGZhRTJIc2YrUGM0YjAzVGQrT2VhRFVOTHg3NjJoSHgvNVI1bElMcThSTXhqVS9TUHBWMjhHOWJaNTFPNHFFVXRNSTZFb2cvZTMyZjY4bFVwbnZ1UXFHYlBxZENQOVJzclM3MUYvN09RSDBOa1BLc2FVSXhjdjBDNnEydUNCRmxFYUZhZ1dkWlN0Z3J0Q2gxSXV4TmN0TWQzOFdBWEtpZzVHbWo1SW9GMVJ0Y1RFbVBnOUtoVUtOblcvR1ROcEsxNHRDVkpRU09xUmRCQUF3cHNuRmhIU3ZKVzc5eTZwcXY2NlE3aUZnWmcvMnZab3NpUytyMkxGU0tzb0RrQzJCMTdRUkg0RHlxdG8xQ3RROUJqekN1THovWUROa0NKRm5MNVRTZnY5VXZYVzlvTXJLbEttaXBOZUl2aFpzL3Q1RG44TTlKYnhJSWVNRFY3V1JPbSt6OHJtdjJvTzlyVUFxYmsyUktaWHBmREYwY0hCd2VEVE83MGlITWNXUmJUczRqQkhNRHZlQk96WEI2T0ozaVlqU2JXM29KendIQ0YyQUFNaGNLUU9EZzMvV2tkVExHUUNnMkJjdEl0UU1RVUxxaHJhb3JYN1hqeDhjdFppbndpNUZobjRiNUQrZE9iQnZWRXNyMDdSU2tjVEtsdnBkZjcvWVg3dkFKaHBvYTNwZ01tWjZ2NWtIcEM4SGp1L1R6UnN2ZGc3M21SNEdQZjV0eFlEOHM0R0d1ajk2OUZOdDRwNE5jejBnTVZNQzYwZEZLWUdtM1VkS3ZGYTJsakszVGdqNWQyMEhoeVRBQUFBRlM3ZGtwb3pMK25KTC9lNFJoK1VjOTFRUE1YVzN0ZUU3UTJaZ1hrc3Jkd212a1BSQnJQNjRxTWd5VWxKZ0JZdXFBNmVEMW9DNWZsc1dhY2FUUlBJQW9WYU05MjRmZmRqc0NncTJ1RElNdFpZQlRZMUd4Y3RuRHRlTkdJNlovcDJUQUtrcUlzUC8xTkh4M1NoNExjMWoyQ3VVdER0RFRlNTNQUDdheFVSS3RoN1lNOG9neS9UdFdBcU1Ga3FJL0VOSHg3NkVnTmc5M1M3bGd0NDlmL0RQN3hWdHNDYVNGRE9DRWUxVkNQNVFKSS9qcWRxUnp4VjlYaWo1ZXVzaDE1bGkzN1BqT1RJVEFjZTFOTzcrUDQ5ZTl5RVcrMnNYRUtQbDNkRDFGMWVhZnhBbkpiYVk2WlBsa3RSMVZKU2pOTGljSERobmlJeFZ5T0U5NUpTakljMXVhZGo5NjlpMVM5eHFuU0tWcWtnMnRqZC81L3FqN2wrNGNtdEdKcm4raUpBdWRyUGVOMk0xNmVVYnJJbEtDbCtnY2UvM1lhZzkxbFFDbWhTbzExNkJXSy95M1BHcnBWRHRUTlBITVE3QnpnT0pVdXB5ZiswQ0JUQ2ZNM3d2VUw5cnBGKzI2ZHN4VHlwUWlybnZjaENsTGZXN0UvcGtsNjZ2bVk4RWs0T0g5NzFVVUxERmxTbEZHUXE0ZlBISUl3emsvRHNuTWFaOXNYK1FmWGRvQThWaUpUNTdHWkE0SzJCQUlUZXlTQTE5eEFqRXBWTE9GME1IQndlSFIwTE83MGlITWNYSlBEczRqQm42a0hrUklDUDlkLy9MbnZUd0hSanE2SkFiazIySCt6NTRyZU1ocnN1ZWRUdUtkR0FGL2IzaW5JNnFLTml3NnlmeHg4MzFjZ0ZqdUJJaTl0K2ZPYkR2b2UyTDJIaFpIcEVpVk82dlhhQWp6Ny9UTzlBYXkySXU5RlZQSmNPOWprRDJTTExmRENZR3ptQ3UvZFlzaHRxYWJ1ejYveDc5UkJZcjg4ODFrWFF0Q25pTkViaERVZTJOZ2lvcms3dnRyeXVBbjdYRkdUOHRyYkl5czNPeVZvRnQvM3prUHI3YXBhZ29KUzVBeFJLMzlBQmlkK3ZCQjBHcmU1cDRTZ3J4N3VuRCsrN084RnB1TXZUbFJORldJbWJhZmRIVHdlQVBCNUltQnpPOGxqdHJadFlhenRROFNYRHF6T0Y5STluSmhiN3FxUWphSHlsQkw3YzNmZmRkQU1BU1BicVFJNFNEVGZ0T0ZWZUtPUndwcDdWeDl5aGpLVTlWN1JwQzdSTXNyTDh3cWdkMlJYVVpFNHkzWkY4K084UDdOWGVxdEpjT0NObVNMRVVHQUNpcjNGcUlTdjhVRVhiMGFxNVdBRXNaTEhVak1LYmZsZllMajE3MzRldDkxa0lONkdrUkZmOFN5ODdIS1BaRml4Qmtwc1l3ajRCL0VLeC8wTEtxMlBkc1dvN0tlb0p6ZHAwRUdnYnFreDRFemdBZW43MUtrcHhKRXQ5SXp1akdVK0sxc2pNeWpDOEIwQ1hTdEFPZDlVUEI3NUoxTzNKQnFQSzdFZTN2WUxpZEdBQ1VkR0YzWSt6OWsva1RTcVNnUHNiWVhJWDJ4WllEVnNMUHdPSjFPK1lxa011UjVQdUIrbDBqYmMzS0ttc0tRZGNuQWNHQVJ2YmlsckNXVUVwUXVyNW1QbWhzWHJCcDk3K1pHNjNVekptWkd3VEF1OEVqaVMyN1JwNmhvbVlPSXZ1V0xkVGZkVFFQemFHa29uKzJ4aGtTZ25DbDVNOGxKZTdGemljQVRya1RVLzY5ejhiQndjSGhZNHdUUER1TUtVN3c3T0F3UnZReVJqQ1VUVEpJcWQvNXoxNFVJRUlBQXdCb0lDSWpJa1h5L2lnWnFlbmZPWWxwT05QbzdXOU1TOUZLQUNBMHl0MmEwUmZ0S0RTMHhOV094bE5hWlMwRFZHU1FoZ3BnOGNCVmVETW15UzVjdVRYRGhWVE1PUlFTVW1OeUFBZ0FRSWJydjlwaCs5ZXhnT2hobUZWaXBtS1lqcmJzMTBET0NFWjVFSm90a1NYdHJ3SHhpNkg2UGFmano1Y2tOZzJTTmxKeldycStaajVEeWdnMVhYdzlkazZKMThwaWlpYTBaRndZYVZOVlZsWDdGUlIyb08zZzdzc0FBSGtwNGltVTZoWkhyZWhXYi8vaGg4blZBUUJ6REhzSjA4RVVFbDVwYmF4ckJ3QUZ3MFplS1J3K0Q4cXViejI0SndnQXNQQVRPOGR6amMwSVJQUVFBSUFCNkxrVHZuNXkxTHI2clFKTzlFUi9YK1Q1bHVha2dNOWZ1NEF4UGlHUWZlRWs3Tjh2ODR3cDMrenE2bm50UWxJdmJvajF3VmJHSW9ZcS9XWnZmMk5udmRWVDVxdjVyQ0tiQ1VGSDMzbElYVzdDOVd0clpnTVRYeEZDL3VMTTRjVE5FM1A5bjB4ek1WNENqT2tDUkh0czNRQ0crbVViV3VvS3dla3RFdllONERnTjd0d1lrYnVYK2EwbG5MTmlaT3hzOEJCL1NIMTJESXZwS2VwSklMcWpidC82VGZBMzF2RG14U1p1YTl3VEZUSjBwZGtLei9mdm5DU1VtcWJ1M202SXZVdWVkVHVLbUtJTXpZRDVNc0lQdEI3WWt5Q0pML2RWVDlVMGZCeVJzNEhybDBmYVNYbldWazlId0hJcG8rOEN3N3c3RWIweGZsUEM5SDR6RHpRMjdWNzRhajE0TFE0Q2ZLU3BZKzFOdTk5OTJCTXNlbko3anM3aHM4cFdMOFRXYU9uU0xaazZjM2tKb1FkQW16UjQ3K0lKSWpWU3lzQTA5Mk51MTdpc2ovcHNIQndjSEQ3V2tCTThPNHd0am16YndXR015RkFLQVRnQW9NWUU2ci9yK3pIT0NZQjZBVEFWaGt3MWhKUXNvWjYxcU1neVFJbEZES2xkWkthdEJFWTNndlY3UnlUWmk1N2NubU1JYlE4eCtrbDcwNTVSZlpoaHVEMFNBMWtrU1AwR05iNDAxRmozOC9qanFlbkdVa1EydDkrT3ZOQng2TnNKZ2ZNQ3Z6VXVCZVUraWVMN0h5WFg5VlR0eUVlRkswbFNDMm8wSjlDdzkrVVpYc3VkWDFuN0JVV1VFdThhYm02MFVwa2QvVnl2TFYrNmNIajNQUmdPSGtsVDAvckQ3SGhNNmx1d2RFdW03bEtmN3VtTHZnaE5RNFpUbmtxNWxLUTRIVHowN2F2Z3RUU1BXNjFSd0s0RHFud1JsWTlzbTdUSXU2TlE0MnlKZ3VncmJRZS8vU0I0OUhvMWwxdjNBK0NIZ1lON2pzT3d1WmNXNFY4Tk5OWjlwOGhycGFmNm4vdXFDTE9mWFdsK0ljRlJlV21WbFNtay9Ld3Q1TStUYTR2THZkK2FTRWpUQXcxMXJ4WVZXWWJMTjhjWGxyMC82anlWbUJHRzRjd3ZvcjFHQVdhRXIycC9kYjNqeisxU1g2MUpEQ1l6NE8yaCtHRDMwV3UvRVVpOW1CdzRlNnAyNUFNcUgwblZMcEJSekRWN0NJdVYzSk9scEltN1FsTTltb1liYm5mM3ZuUjlXSFZRN0t1WlNXZ3ZJNXN1aGc3dFBmNFJVOEJTWDloTHBLZlJIZjFmNDFVTHBxK2dUQkZGenh6WjgzNlIxMHAzb3lvV05ORGFOblFPbHZxM3orYW9MUkVBRjFGZ0tPWjRQdks1cmRxZW96UzJXa21sM1E5ZmUrSEtjSTI0cDJwSFBrb28vckM3NzFjVE16SzhxTEhXK0ZadFJVV1dvUXhWRHBLZHVkTDhRcmk4c3JaY0FMLzBzSTBoR0ZZbHVKVDh0RVIxTGpUdThua1lycWtYTHZVSE1DQitDZWxzMGIwd2YzMXdzQ3ZUcllQQTRYMXRKZTNlZ1R1WG5CWlZEZzRPRG8vQTZmUHNNTlk0bVdjSGgvOExLSjB5ZnRmMzRGMHVoUVFqUVJjUlNtUXlJWGhPbldwdkZFcTdRc1NtQWRGQW9MNnVOWGFzM0d0Tk5JVDJkWkwwazFEOW5sRlpVUmlXekhKUTg3b3VkLzJNSzdZQ28xckNlV1grNmlVY1lSRXhPdFJ4Nk52WGtxOTFvL3lhQXZsWHJmWDdPa1lOUGt4SlJjMGNwbkFKU1dnRmpubDArMVo5UWRVV1Y2N2Iza2hLR25jajE3OGZPOWMwTjZmS1FiRmswSWI2V0FhMm9HQ0xpMXh5clc2THRwalIxZ0wvTStPeXN6T2ZpQkI3TlJhWWxsYlpTd2hBQkxNNkx3TllyTlFJTDJZazdnT3BMQlQwd1pramU5NS8yUHc4bGJYTGpSVHRpN2FRaDRKcDd5UThoK2xlK1drQ0dLL3N5Q3NBQU1VK2E3em1UbDl4bzZmdkIrYjZiVmx1bDFnMXdBZC9sUnpVTGZBL00wNlMvQk1DT0pnY3NBSllUQnF1TWdvUG5nWUFjRStOTEVXZFhUbDMrUHVqV2xJdFdyVTlSMk51UHpDV0pRaWFPenFzcUtkaTZ5VGs4QVFSWFFvMDdHNSsxTHJEc0dxQUFmOENFSjRQWkY0S0poejd4TllNTHZVeUVxcVhnRVJiUTEzTGc2T2JlR21scXVDYWxJend0cWFNWlFPOWFzUzlldEdxN1RrNndpY1lZVWZvME41SHRpTURBQ2l0clA0VU1uMWhiMi9rbjROQmEwUXVYMTVobFFEd1NhMU5lOTR3VFNzMUxVVTl5WlhzaVBYY050Zld6R0xFWmlvRmJ6RWxWRkR3dDVMSGRxZHBuMklLbU5HbC96eTJlV0dhbTNWT2ZEa0hhSnVVbmZFMEdYZytRZWE5YVJOUG1Tby9TNlE2V3c5YUg1ais1NTRVQk5IV2V1dWg3M0J4OGJOcHVXNzc4d0Fnd29QNmE3Qi92eXhjdVRVakpVV3NVTUkreUZLMHNyRFNBbGVhclREbllZV0FJOWx0SkNVWTZ4OFRqd1FIQndlSC94ZGhUaVRqTU1ZNHI1eUR3LzhGdUlTMDMvazkrQjBpZ0JFNUxnSUp4QWVaWjdPcXhpZVFYZVZhV0VrdTNTMU5lMDZNSERNMzY4cVFuNU5FSjBLSEhoNDRBd0FvcnBkS2Jwek5tcE85azZSb2puZEpMdlZ1TDFBQVhrUU1CUTljNkVpV2dpdWRmNFVJV3VMZHVKTXA5bG5qR1dlemdPaHRwdEVjdkhQelpERDRRenRMWmF3QXhMei9uNzA3ajQvcVB1L0YvM20rMzNObTBTNTJZekRZRmdZTEVFZ2pzUmlNSndZazVPeE9TTktrTjAyWDY5NWZXLzl1M2FheDJaS0pXV3luU2RNMnY5czJ1VzJTMjdScFV6dExreGdrQWJhOFlHSzBzZGdZTUxZeG00MVpoQUJKTTNQTzkvdmNQMllrUmh2QitZVVpwenp2MTh2V2FNNmNjNzZhMFloNXp2TjhueTliODhQTWpDMlBIVnRIbHQvSWJGWlZOSzMwc3hUUVQ3Mll2cSs4ZkdVZ1pQT3JpZEcrdHltMUJ2SzhGZXNXa3RYaDNmSG5PdkQ0NHlaeTUvbnhyRlFKSE9jR1luVzZiZHY2bDRZYlgyWGR1amtPT0VyQVQzWnZEZXpON0JCZVhmL0ZlbUlzU0hqbUIyM2JIdXRDTk9ZRVlDUEdKSGNmMzFtY0lNZXR0QmF2N2Q4OGVBNzZTaDFHL3A5cHozeWx2V2w5MitCelJ1cnRBMGxqVzlxYXYzYW1lc1hhS0JQODlpZWRnNE9mMzdMNis0UEIvTUFTRFZzRUR4MTdtelljQVFCU2dZK1N0Vy9RbVhlMkR6NzJ3QlBkNXhZVUJQNVVXVnppczI4M0QrNStYcGdNdnArSlN5MVRlMXZqcHZiTWJaVXJibzg2U3IxeDZrTHZLNzZoNmR4N1lXZG05anhZNFB4UEFuVzJOQjU4R2xjUXFmdmkreFRqeGk0Ni84M00vU3VYeHlheTlpZTJKWjJmQTFBMDF2OHRCYldscFduanNiNmYzYm84MTJmZEE4M0ZiY1dIVzRjc1NiWGlpdyt3SXBOTTJxZGZmREhXbjdGWDQ4YXU2dTNxZmg2S2FxeVgrSG5iejc4OFlCM3Y2b3N6NjR6bGx0MWJON3hhWGYvRmV0LzNYdTFvWEw5bjJCOGdHbk1DazRJclFEVG1USy8rajc2TE4rSDgwQUxyOHpudE9vc1Q2SG5xNWNiWXVkUnJvNWlBakhGS0l4d2hoTGdpS2RzV1dTWmwyMExrQUt0VUtmVzFGQWdFTElEKythOU1NTDRoaTFUZ2ZLc0dmTS8yN2ljRWxyZys5Ni9uSEluY2w4ZWp4LzQyS1hwcmQ4UEdGMFk2L3B5Nk5mTllXUW9ZdXlEUjQvLzF2dWN2ejV1ZFdSY2JSY3F2SitEMWxpM3JuOG5jYjJvMEZob2Q4SCtYUUozdGpldUg3VnFOZE5ZelFONUNZM0RDVVU3VnJvYjEzd2RXNmtqdHV2a2dMUElNLyt2ZTlGemRxZEZZYUd6WVcyNk5mYVg5cVVmU2MxcFg2c2lLMnhaNnh0KzVkOHVtL3FCZVQ1d3huUWxuVzVvMkhBTkFrZHBWMHcyYlVOOTZ1elByWXFOQTNrb0NON1BQeGUyTnNmYmh4bGNUalUydzhKY1o0cWZidDJ6b3lOdzJwMjdkVExhMmdvaSs5ZEwyamFjaWtmdGNEdnBMMlhqSE83Wjk1V1IxL2JwS01teDNiOTA0cEdTNnV1NjJEMWgybm1yZEhqczFZRU82akp4dDhqOWYyaDQ2UGFmdXdaa2dHKzdZOHNpdzJlTUN2NlRhT2dneDBlc2QyOVozSUJwenFvUGVod0VncWJ3WDl3NXEycGFwdkR3V3lCdHRmcHNKM1MwTjY3OHpaTnRrVzIrTlNTaE5uYnUzYmhqUTVLdTZkdlVzWTQwWHR6MG5KaFRsMVhvZXQrNUpkM2VmR28yRnhvVHM3eER4cFphRzU3NFBOSSs0SEZuVnNyVzNFMHlOOHUwL0hkNStlUzU4ZVhrc0FOamJlOW41QlpwalptN3Rtb1crd2JPdFcxTUJjTm44KzR1S2JjbW5sVFcvWUpmR3RtNWUzNVI1M0Vqa1BwZkdqTDJIclRtbjJOMjc1Nm4xSjVDK3FCS2VmUHZ5aEZIL0VDak51OFg0OUdiN29MbmdsZldyeXVHYnJ0MWJuZGNxNjFlVis4eG45bXgvWk1TeTk4cUFkd2NiVmRGMS92elhqcno0alhpcUszbWlCdHFTWVJyWEU5ZmYzOTk4ZWJrc3R2bkUyaXBLWHdkaEltVnR2bnd3RkVLSWdmanlEU25iRnRrbG1XY2hja0JCRlZ6cmN4dzVrbWNCNmcrZWljbFR5cHJ5YUt5QUdEUFBlRjViZ01JZnN6N3QzWlV1Y1o2MDhJRXd4bzcvSEN2OVdsdkR3NCtQZE93NWRldG11a1FUTEhIY2tyOTdjQk90UFBnZlZ1QnpyVnNPL2pqei9yTDYrNE5qUStaVHpQeDJTOFA2RVRzOHoxdTZhblJCZm1CcGt0WGJqdGJGbDQ3cEo0Q1lxbHAyV3cwUlBzU2FmOWpYbUttcy92NWdhY0NiNS9sMG9LM3BrUU45eDZpc0w1dk9QbnozN0puK3VkclY5ZXNxZzhwTWFDOCtzQnNBNWtZZm1tSzFNejYxN0ZFcUlNNVRkaEg3dEpWWmpidWd6dThhYm54VmRiRXlEcHJQa3FWZjBEdW5CMlNIYTJyWFRIYkJVVXYwYkd2RGhvT0lSaDA3ZHN3UzBuU2liZHRqKythdVdGZGprMzVCUzlQR1p3Y2Z0M3JGbXQreXBFb3Y2TE5ENWdEUGNlS3p5Zkw1OXNaSEQxZlZ4Vzl4eVIzYnVtWFRsc0dQUXlwaiszNmxjQ01iODFiSFp2ZDVBS2dPK1l1WjFBSUxwM0h2bHBIbmx3TkEzbFQ3UVJDRmNWci93NERqUnU1ejh5ZDUxUW84bGdsbitmUTdPekkveEVSV3JGa00xc1c5eHI3c3FMekZ4R2p2TDNlUHhwelJJZnRCQzA2Yzd0WC9IOUE4cENONC8vTlFGNXVuRk83MVBQenJya0VOMFBJbTIzcE4vcW1YRzJQbnF1dlgzVUhzSm5kdlBmZzYwcjgzUmFXRkN4WHduSVVhZDdFclByUnFZdXpZK1piVmVMYTBxMlZyckw4N2UvNmsyNnFKL1RkZG1KdVZSWWpPbmhwUUVURnJ5WnJKeE83a0pQWHVybDV1RmhKVTBlN1RwM1lQYWE2WFZsbTdab2tpdm92aGZhOXZMdnFjT3EvYUtMWnNvVFRoNE9DMTFrZFBxQzdYVHQ2NC9qdVlOYk9SRDRaQ0NERlF4dDlGbGxoR1pKWDh3Z21SQTluSVBBUDdMWUV6bHIzaHBETGE1SVg4LzM0aDdyd3dTcm5MTGZRTGwrZnl4dFFOaFlVZkl2RHhqb2FIUnl6cG5iZDAxV2pOZkRNQTM3R3F0NzB4TktBRGQxWHQycnVaN2NST1hIaWlyemxYbjBKYmZLZUY3VzdmdXZFbkl4MS9ZdVMrUE0rbHViM2RYbnNBUExtVE9wL2Z2eitXbkwvY3YxVzU2b1BHOS8rMS9ja04vZk5YaTJ6QlBFdnFiR1lHdEhMUkZ5WVMzRXJxUE4zVzEyQXFVci8yVmpEZjBKb01QSTNISHpjVnRaOGY1d1RjdXhOdjZwMkh0M3dqTVRVYUMxSEl6ckZlWWc4RjZLNkxxdXU1NGJwL1Y5VEhKaW1ZZTJGNFYydkpnVjlrTnJBcW14OHJZazJmaGFLTEhZVUhkZ0ZBZGZqTzJacnBZdHZtOWZ2bUxsODdUVE1WdEc5LzVQbkJ4NDNVcmY2MElycmxBcDMvdDhIbm5YUDNtaHUxbzZlMkovVWVZS1YyU0MvcU9lb01XeFZRcytLTFMrTklIQ2ZGbzlYWjB6dUJtSjIvZFBWNFFFVXRKLytsdlRFMjRuSlFTQzNQZEE4eDMwd0o5Y1BNT2NZQVlFc21UbU9pU3MvM1grNW9PclFqODJldnJsc3p6M2dtd2VkMFI0RjJxNGo5dlgxbDFBQXdKNGdxWW95N1FQcEhtYzIzaGp3UHl4NmNEV1UrZkY2azBzZDhBQUFnQUVsRVFWUTczeGc4ejd4Nnhkb29MSjlwYmRyMGN1V0tkUXZCN0hhVXZOd0JQRzRRalRtKzYxWWIxc2RCV0hyV2M1NGQzR2l0cW5aZEJFd1JkbXg3KzdiTHYwTlY5YkVGaHBTMkNncGt4clRGM1lHdmEzMnNLSmhQSHprWFY4K0VWTGlDWGZqdEJZZGFNRUwydnFaMnpSMkt1Q1poMUJQdGpZKytsdjY1Ym5Jc2xXZ0Vwckl5Ujl1MmJCand2cW04WjgwVTVlUlZrSEw3bDZaS2R4Z1VRZ2d4TW5zVmp4SGkxMGJLdG9YSUFiSjh6VFBQQUF6RG5xWExuNys5dkRIVDU1SG4vMmVCZzdGVzgvSDJMYWxBcXJ3OEZnamY2RWV0VnFQTzlqcmZ1ZEpCMmRHVnhNYnhyZHU5dStuaGxzeHRWU3RXVnlqZzAyZmlKLy9rU1BOM0J3U0FOVXNmdWdXRW1wYTQrNWNqWmVzUWpUazNCSlB6Q2Nya0ZhcjYxb1lOMzBSNjdyTlAvcjNXMk1hT1VZY1A5ajIyTXBTb1VkQzZ2V0Y5L3pKSHR5eDdzRmc1enNmYnRqejh0MzMzelkzR1NzZ2tiMk5yZHFCNWcxOVIrL2x4cmdyV3R6YXMvM2Jmc1VxRC9tTEwzSWxBNEo2Mkh2MlBhUDdHa016bzdQYy9WT3BZV3c5TkhhMk42d2VVUzBjK0dNdFRTZjkzR2RUVjA2dC9oQzJQbTBqZDZodXNzWlBpeDkzRzJZc2ZLblUwcHJHZjJESDQ1NitzWGJORWdXN2R0V1hEK3NIbm5Ma3dOa29IemUrMGIxbS9hWDU5ck1pdnYrMitTMjhlK3R2OTZjN1FtZWJVclpzSnRtNVlPZTlMbXZqLzN0djJMUS9ScUdNY3B4YU1qbzdHOEw0UlhsWUFNVFYzaFlrdzgyekwzZy9ibTljUFhCcnI3Z2R1ZEFMbTQ4YmcrV0lUYk1tOE1CS3BYM3VyOFUzNG5mT2hsdkdqVEEyMFB0R1IwYlc5Y3VtcWNrMyt4NU0yL3RYRFc3NDZwQ040bjVyYU5aTVo5Q0dmOWY4KzNCQWI4TGhJL2RwYnJVV29mZXY2NXBxbHNWc0FtOWZTc0g0NzByKy93YUMveERCM0ttQkdTOFBHdngxMGFJclVycHBPaXBjQWVLMWo4OGErYWdHYVU3ZXVITmJjWkR5N1E3dHFkbHZqaGljemR5eXJ2ejlZd3VhZTg5VDFyZEdCZ3B1dGdXcHJDTDRJUEQ3c0I3Wkk3YW9aRmhRaHVNKzl0QzMyQ2xLQmN6RzU3anhyY0E2K09kYXhiV0NEdkxuUldJazI1ak1HL0lieHUxOEhNQlBwc3UwOEs1bG5JWVFZQ1kzMGVVS0lhMFF5ejBMa0FPUGFOd3hMSlp2cEhET25QK1NUZCtuMG9lZDduTVI1NWVCbTN5VDJJUjMwaFNiNXRkQThJNm1TLzM2bHJPQzhlOVpVRzZKSlRNN1ozVTBQYjgzY2xzcklPblYrM1BuODRHV1hJcldyNXJQcmZMYVR1djdYNE1aTi9hSXhweXJQWDZHZ2drd0l0TWFkZjBJNmFBcHErekZtdkp4SXV1MnB4bFVyZFNTWXJDQlNuTmt4ZXRMQ0I4S2xyanNmOGZpQTViS2NvRjFxSE5yZnR1Mnhydm4xc1NLWDhtb3VYZlIrbE5vYVUxVWh1MVFyNnJWTUJWNVA0dWZEalRHeTdNSGlBTHVmMU5hK3dhZmVIalRQZUtXbXBMZWNtUzZ5TlQvYzN4eTdWQkg5d2lTMnRNRFY3alBoaWIzaFlIN2dibWJiMFRaNEhtM2R1amxhMFh5UC9POE5QdWZzeFErVkJvdHR6VHZuTDMxOWJqUldZcTEveHlYWCsrWndnWE5WM1VObGp1SnBobFM0Mi9JUDlqYWw1dEpXaGhiZlEyUW5KYnFUendLeEVhL1FSMnB4bXdZV2txS205c1pIQjJTbmE1WStkSXNUekwvWE1MMTRRWGUxTm1jOFAvUHExczFoZ3lsSkZkODNZVFFXYURKbk16dFBWNzEvN2UzS1ZmY200ODdmOW5YQ0hrN1ZzclczTTZuZll0QzIzUTJ4STVuYm90R1l3NnpLeUhnN1p5MWRQZDRHL0xMdStKa1hrUTZjUTFQOHhiQjgzbVVlRGV2dUhIenMyVXNmdWhuS3VSdldIRHQvdUt1eDcrTEZyTm8xazF4TkUzM3VmVkk3VkVrQnAzWHd2a1cyWko3MWVVOWhzdUJXeXhqUG9XREhTTTlqcEg3dHJVejZUc3QyZjJzaldnR2c4czVWWTBrSG8vRHBMY1VtUVowRHkveW5SbU1oSit3dkkvQmJ4dXZhdzhhN1BBV0NXVE5iQWxicThtaXNZR0Nwb2hCQ0NHYkpQSXZza3VCWmlCeFFaTE1SUEFQRVhRQWwwcmVUV2hzVFZ2bi96OFdMeWVkU3dkVkt6UWx2cWRJMDlXemMvZGErSndmT1hjNDBkL25hYWRicWlJSk50Q2Ywa0FBbFlMMVBnM2piNEdXWHFtdFh6eUtsbDV3bjU2OE9ieG02RG5IZlNLdERmcTJ5ZUpYQlk3dlE5UXlhWTM2a2J2VU54RHpQQVA0RjNiVzFiNDVveFlycFpaWjBzSDNMeGhjekQzSkRVZjRpQzNPOHJmbHIvUTNDcWxlcysxVENTWFowYk43NEpnQVlOcDh5Q2JXanI2UTNzc0s3ZzVuZk5qNkZtT2pzM3VhdkRGbVNxcUwyOC9ta0EzOE1Rd2RiR2c4KzNUYW9YTGQ2eGZRNkVFMnc1RDNiMXJqcHJSbExWNDEyQTRIcUM4NkZ6V2R4TnNFNlVOZVRVSTF0alplenNVaVZhbGNwcGU1bFJRMjdHeDU5Yy9CNWczbUJCV3ppKzQ3di9IcXZDc1lYK05iWmUvQ25BMHVSQVdCZTdkcWJOZHdxdG9oYlkxOTZKWDJleXJwMWN4U3BUMWpmKzd2Qjg5SXp6WTNHU2tEbXR3RGIzcnBsL2U3QjI2emoxcEpWUitOSDFkT1pyMkhWaXRVVlNiYjU1NUxPQ3dIa1YvbnczMmh0MnRUZm1UeXk3TUZpNWVGZXEvQzl2YzJ4RWVkWlIrclgza29PZmRnZzJkald0SDdJUFBPTEllOHpmanorTWpxQnNLcy9lYmJYZVhaLzg5OWRBa0RoU2FhU2pITlNPVlJqMk4vVHNUVjJjdkQrZ1lDekVreHZ0aWFEUHpsOCtISkpmSWgwOU9RcHRTT2d3NnQ5eEo5dSsxbHN3SnJLTmJWcmxtaTJoalVGeU5FM3FYTm5YMmo3MmNCUzlqN1Y3MXM3bllHN2lmaThPbmZtV1NCbUsyby9uOCtGN2x6UDkxNWhoU2w4N3V5dXdiODdZOXhFaEpsdTZrNGt0cHc1MVBZbXdQMFpmVXFYalVUcXBxM0lDM3JsSTFac0NDSEU5WXBZL2k2S3JKS3liU0Z5Z0NrYmM1NEJ0cXFMTk1jQkNnTkl1Z1UzaldYSCtmckJIUnQ2SWgrTTVaSG5SeTB3MFV2WUh4OXBYbitsZWFqRnJGQUxJSysxWWVNM003ZVYxZDhmTEVieG53SjRMWE9kYUtTNkU0OWxxKzhGOGI4ZTNoSWJzVnczVXJlNkVzd3VBKzlyYTl6NEQwZ0hiWXFTUzYyRjd1Nk8vL3ZoSGFtZ0ozTDMybHNKWE5YYXNPSGZMaDhocHFycXZYaytLKzdZc21GLy8zMjFwdEphdkxxdjRkSFhKeTE4SUR5dU1PL2VYdFpQdkp3TzhDdVh4eWFDa3k1YnYwQnBjdG9iTmcxWmNtaHE5SE1oeHdsOUFrd2RiVnNlSHJTMDBrcGR1ZnkyU211NUZFb2ZhVzk4OUhBa2NwOUwycTJLRzMvbjRhWnZKQ3VYcjF1aU5POFozQnhxN3ZLMTAwalJIUXl6bzIzemhvSGwxTkdZVXhuMG83NzEzenJ2NVoycnJsdnpZV2IzWVBzd2dXRkZiV3ljVmY1c0dKd2dyV24zMWkrLzJ2ZjhhWGgxaXV6RHV3Wmx1elBkc3V6Qll0ZTFEeGxqTzlvYk53NllpeDJKeFBJNFpENEMyTFBuNlVMRDRmM2Y2TTk0ejEzeDBGUllOZWFTN3RwUm92TXJpTjNPdlUzcjMramZkOW1EeFhDZC93bkxEWDBYTG9aVFVmK0ZTUUJxcmZGM2RteDliTkR6djFKWHI1aCtKMXM2ME5QYmU2RjRiRkZkUzhQNi9wTHNpdHJQVDFXS2J5UjRFd251ejE3Y3VtSEE4MU5XSHlzcWdma1ROcncvNlNaZlFPT2pQZ0NVUjJNRm9UeC9aVHpoYjU0d1d0MTk1RUx5MFRNN0xuZTk3bnQ5akZZM01KbGZ3TGRUMnBzT2JSMDhoNzlQelQyeENURCtIWXFoV2hzMnBodnR4VlJBK1RYRzhpWFhjZXRiR2gvK215SDdMWDNvRmlqOVFldnovOW5mL0pkdlQ1dzRNWTk1aktGMDgxaUdjb3VuTHYwRFpmbTVscTJiaG0xZUo0UVExemtKbmtWV1NmQXNSQTZ3cGF4a25obDhnVmoxZ2xBS3dFdGNPbnJpME05KzNqTTMrcWNsMXJNUkRUVWQ4TGZ2ZVdyVGtHeHJKdVc0U3kyWVd4dlUxekx2ajBUdWM0bExQZ3JtUzYyTkc1N0kzRlo1ejVvcDJxajdMSmtmdEcvWjlOcEl4NjZwWFhNSGs3b0pscnJha3VvZkFXRFcwdFhqSGRlZmI1VzJ2cWQzSGR5eDhTSUExTlN0bThsTU43VTJQUHh2bWNlb1dwR2NSVkJGN1EwUDl5OUxWTE0wUHBXVlUzaWV1blpPV3ZoQStJYVNnbm5kWHZLNS9kczJua002Y0hhMW5XOUFwd09rZ3JzYU5qUU9ONzdSZVpNL3A5aWU2SDVURFdtaVZsbGZOcDBzemRiYTZUN2RnMmNBZ01hT3EyYy90ZFowVmUyNkNCcy8yYnIxOElBeTZNcTcxMHdoYlJleGRkNW9heHk0bEJJUVU1VUI3dzZYVlBjNzNza0RZMEtURmhDcnc2MU5zUU1ZcEt6Ky9xQmovSG5NMWhBcnQ2M2h5LzNsNUNwZzZ5elI0ZGJOd1JFYmhNMnZqeFVaTnArMGJGNXBiem8wNFBVcmovNVJnUTE2SDRWbDVibDIyK0VuTDJkc0s1ZXVLbmZnM3VBbFZWdEpvSEFKSE9wcWJieThKdlhNdXRnb2d2Y0haT21GbHNZTkl3WjlWY3ZXM3E0TUxiVGdZNkZMOFNHUHE2bWJNUU1FYmszcXR1cmkwdVZKMjlPLzdGbGwzYm81bXMxRXovTGI3Tmd6ZXpZUHpHelBqY1pLSEd1WEF2YVlaWGZYdmljM2RDSzlCRnBCeU41QjdHeGw3VTBIK1FmT0RHb3NWbk5QYklMMS9Kc05KMTlVY0c0bDY3V05GRGpQWFBqQUtHT1NTeFJSdkRYdTlwZmVWOVg2VVdzQkRWUFNRNEVoSmZtVmQ2K1p3a0g5UHl5Ykg3VTNibndGQUpSU1RFUVptV2NxSURibnVrOEVoMVI2Q0NHRUFBQ1M0RmxrbFpSdEM1RWxYSEM1OFE5UlZ1WThnOGwyQVJ4SGFySmswdk90ajJqTVFhamdEZzIrMVpEWDJONndhZStWamhHcFgzc3JNODh3Y2ZmN2crZDYycEx4MWNaeWZtdlJ3UUZMR2xYV3J4cXJMWDB1cVJKL2Y2WGoxOXl6Wm9rbERpclk0SG5kK1JTYVkzNWsyWVBGWVVkVld0QW9KSlA3OW15UHZRb0FrV1ZmdW9tWkpyWVd2eklnMkp5eGROVm9zSnJZKzZiVEh6aE9YL1NGUW5iZFpUMUhuUmNPYi9sR1ltSnAvbEpqdlJQN3R6MTJET201eEtUTjNYR3Jkc0NZdkV2SG5TSGRyNUZhMnVveFdQdFN5NVpEbS9mdmp3MllaencxR2d0cDFuY3FzcjJkZlBZL2p6VEg0dFYxWC95dzlmRnEyN2IxKzZyclZ5M1NqczN2Mkg1NFYyYmdOZWZ1TlRmcWdLclQwSDdnd3NXbmhweHpoVC9OVmRiYjFiQis1NmpBaEptK3dZbVd4c3NOMFRLVlV1bVhvT3hSVnFxM2RadlR2L1JWeGQycnE3UkdaZnlvOC9NcnpYUDJPSG12TmFZSHA5M0hCelFBaTl6bjVvVkdmOEFoVlhqNll1Ky9aWmJ6UjJwWHpWQ09PNzd6Y09mekZQQXFDSFNndFhGamYrQmJWblovTUVUZXB4aThyYVZ4dzdhUnpsMjlZdTEwN2VCMnEwbkhqenROTzNkK3ZUZHplOW44KzRzczh6VG4vS1ZkMVNIdjk1ajgzWDF6cHF2cVltVmdXd3c0SUZMZGV6WVBXbXM1R25PY29IY1hZQ2NrT2ZHanpGTHV2UHk4U25qcURkLzQxYVQ0ZkY4MzdFek0vbUlvNTR5RHdNSUw2Tm94ZUo1Nm41a0xIeGdWS3NyN0JFR1A2b203UCt1YksxOVR2KzR1WCtFRU1SeTI3c3N2TjhiT0RkaXY3b0ZSRktCUFdKUDhWdnVXamYzTGFSMTNuQUhCTTdQMU96dGYyakw0ZDA4SUlVU0t6SGtXMlNhWlp5RnlJeXZCczdMb2hrWVNxWDlndk9MU0tjVVRnK1o5MXJlbldPazlIVTBEdS80T0ZvbisrUmlBSHU1SkpQNThmL1BHQVhPWkk4c2V2QWtPN3ZXVC9OZXBKbDRwNWVXeGdHYi9YZ05xdXRKNnduT1hyNTNHUHNZcGhYRzdHamIrSGRJbDBuRGQrV3c1SDJ4ZWE5djIyRDZrbDhkaWx4ZDJvdk1ubWVlS1JPN0xVNjYrSzJIanorL2YvOVVrMGczUXRHOC9kK25OVjc0SnpFVGxpaTh1VFhyKzhkMWJVMDJ3eXVydkQ3ckdXZVJiM2hGVXBqWitDVThPQ1U2aU1hY3FiRDlwZkwrcFkrdW1JWUYxV1gyc3FNajZuN1RBYVRiK0x3NXYvVWFpdW41ZEpSdCt1MzNiaGxkbUwzM29GaGpLYTJuYU9LQ3BXbVg5cXJIS3Fyc1ViSUxqeVcyREE4YVpkUStNc3RaTU8zbjI3Rk9WZGV2bUtFMmoyamMvM0RiNC9PWGxzVUI0a245UE1uN3hmN21CL0lnKzV6VDNCY2t6NjJLamd0bzg4RmJueGZ1TzcvLzZzRUZYSkhLZnE4ZU8vWUJsRlBTNDdoUDdCeTlKTlhyc1FvZjRSdnVPOC9mSDJ5NlBzYUkrTnNteXZmSGk0YzduQzI0cnZOMGgrQzFQWGw2T0toSzV6OFhvNG5waVB0WGFHTmc5K0x4OWFtclhURGFXNXhLcDB2YUdoLzloOFBhcDBWaW9OT1F2UzFoMFVISCtjaDkrMCs3R1I5OUMrbmZCa2w5dWlSTXczb1dPcGtjR2xIcEhJdmU1RkVvc0J6dVRmZkordnJmeGNqbDIxZExWRmFUOUVJUEhRT0hNNEFzN1pXWDNCMHZLU2o3S2JJOHpKY2UyTld3YVVPR1FhZnFpTHhUbUZRYnZzUXhZNWY5d2YvUDZTMGczYm1PUHlkV3F6TGoraWQyYk54d2RjSTc2KzRONU52OWpQbFI3eDZER2JIQWN0c3hXVWQ5MU5yWW0zaVdCc3hCQ1pGSk0vZjBUaVNSNEZsa2x3Yk1RT2NDY3BjeXpVak9KTUE0QWxBN2tPM2szVlRETVMxcXJVVzlkdUhURmpITmwvYXF4WU9mM0NkNVg5emYvNWNCbGkrcld6VlJFbi9HTjM1Qlo4bDFlSGd1RUozdS9aeTBkNzJoYS80dGhEOXcvMzVjWE1QUzUxcmo2RmdCTWpNVHlSZ1g4dXkyclhnV2NhMjg4OUFKU0haRW4rNkE1OGQ0elR4NXUvcnYrMHVGSkN4OElvekMvMXJDL3R5OGpPVFVhQzdIdkwvQjg1NGZoY0NsamRLSktxZURabG9aTi9ZRmNDUmN2dEVSZGpxSlpNT2FaNFJwcFZRZTkzN0pNM2FuR1R3UE5mdjlEcFFFL2VRZVVPbTNZUDdGNzYxZE9ScFk5ZUJOYktnbGN2UGlMbVhXeFVVRk9UdTlKQnA3TDNLODgra2NGNUt2RlJMQSt6STcyUWM5cFRUUTJnY2xFTC9uKzFnbmp4bFpveXdVdG05ZHZIWHgrQUFoTk52TkowV2xYNXkrTUorMXpMNzJZbWs4ZVdmWmdNWkgvK3o3NGI0NFBDc3o3UldPT0RYZ0xpZFcwSlBQait6ZkhCb3dqc21MTllnTE50OWIrUytZNnoxVjFENVZwNjArTk8zNWJ3UzFGRVljVnRXeGV2Nk52ZTFuOS9VRXl4UitFd21oMjNlK04ySkg2bm5XejRkTlVFSFBTOFg0d1pIdmtQbGZsK1ZFTGV0WHg5WGhyL1ZkM2IzdjBDQzdQNzE3QUJuRjJBK2RhRzJJRHUyTkhZdzZIdlFnWVZjVG1KN3NiSCszdjJwMzZuVVc1c1hpRkxZZmJtemErTVBpOGRuVFJmR1p6Q2tybE9VazdwUE4yQmxWVUdGaHVHZGIzN00vMlBQWElhYVJMc2NFMGd6VGlsdm50M1pzM0RiaUFNTDgrVnVSYjh3a0FYY090cFY0MmVuN1E5cncraXYzK2wwNnhaZW13TFlRUUl5Qkl3ekNSWFZLMkxVUU9aS3RzV3hPbUVtZ1VVam1zQzhicmZBWFE4enBWMTNNakJsY0FzSEtsMXF6dlplSmRyVnNlSGRBRWJNN2RhMjRrYTJvSXBxTmo2NnZObWZ1RXAvaC9xTmpkMjk2MDRjbVJtbmpNV2JycU5xVnBrVU5LRnlaVUk1cGpmaVJ5bnp0eHJCK2xYdHVtd2JmMkhsTTdnTWROWmYycXNVSHQzdTRqL25TNnUzSy9jWVg1U3hXNExYTlpwZEVocjFxVFBkZXhOWFpTanhvN0J3QmFOcVAvSWtGVjdVTjNNOWdIT0Y4YnM3dWw2WExXdEU5TjNib3ZXK0ozMnVQT1R3ZDNSaTR2andXMGNlYUFsYXRaOWU1dUNMWE5XTHBxTkxtQlpiM0gxSTZkeVc0L0RQTS8zSXU5elFNYmhNVlVmcWowVDBucDg0Ynd5dUNsb0c1WjltQXh1MzRWbno3MTAveUFMbUVmL2tnbHoxVzFhejlnTGF4bE95NXA0bHRlMnI3cFZOODJkcDBsVU9yMWpIV01oKzd2K05PMFZuV2MwTi9lMjdUaGpjeHRsU3ZXTFNUb0QvWEVuYi9QN0F4ZXNXTHRkQTJuckZOMVBSZjJuRXB0L2VPdFd5NEh6b2pHbkNJdXVnZEVFM3FPT3Q4WnNTTjEvYnBLYTFIQXloUWsyZTRjdHJ2NzZQRlYxdGgzeVBKb1RZaTNiM01PSWwwaUhkRCtFckR6TnBUeU9qYWpmZkN1YzBQeFNtWHBBMzRTMzhucytsMVJ1L1ptQmI0aGFmbEYwbnhEdTc5amFHQTh2blNHSWk1azBsTk9uZTkrYnRmMlI4Nk85QnhXMTY5N3lEZndqZVdXUFU5dFBJSDBISG9WMEZITHpuRURTclEzclIvd0dzeU54a3A4YXo1Tm1qcGJHZy84Y0xqakZoYmRITTBybmRWaERDMWo1b3V3YUVyb3hJak4zb1FRNG5yRW1jdjJNWWJ0UnlIRXRTS1paeUZ5SXp2ZHRobEpwSzdLTW9oT0IvSnVXTmpXdVA3dnJyUlBOQnB6TGwzMGE1bVozdW5xR2RDb0tMTHN3V0p5c0FSUWVsZkRoc2N6dDFWMTNYWVBLK3BzYVlxOU1PU2dhUlgxWDVqa0dtZXhZcWhkamV2L3NlOStPM1o4dFlLOXdQbnFRNmU2THYzejhmMWZUMDVmOUlWQ01ucStCK3pxVzdPNC8xeDFENVVSOGZtV0JyYy82MTFaOStBY3RsVFMwdUMrVUxVaVZtSFlqbTlyM1Boa2VqTlZMVnM3UXhPVVphZUh5WmlXeGcwREErZG96S2tPZVNzdDA2NzJoazNETkErTHFkQmtNMSt4S2piSzJyYUdoeHZMNXQ5ZlZPaVVmcWhseThQZlhyandnWENrZU1JbjN1NjYrUFhNQ3hPVEZqNFFIbGRpNy9VVCtKNTJ6ZHlPeGtPRHM5bFVyTjBhby9sbHIyUk1ZY2p5M0E3UC9jK2g1MStwcTJwbnpDV2lib2M5R0E4SDkyNi8vTHlVUi85aWdvSmFuTGlRZkhTa0N4ZVJhR3dNSFBONzFyTS9iRzllUDJCWnB1b1ZhNmVEK0c2L1YyL0tEUHdqZGF0dnNJekpweE5PODVqQTZHbFdtMFJiMDJNWnBjZ3JkVTNZTExLZzJ4TGErOWIrL2V1SExUT3VXZnJRTGI2aENjUW1aQU8wKzZXR0RVTXZYRVQvWW9LQkhjZE1YUXFXV3JmR2RxT3ZGTHM0ZjRFMU9HZkp1MkYzNDhZaHowL2xQV3VtT0ZaOUNOWThrVmtOc1hEaEEyRVBhb1lsLzRSTHVyNXQ4OURmLzNsTFY0MDJ4cG5Qd0lYMmh2WGZIVzc4Nk9zc3owVWY4anpUNWpqVTNkYXc4VldrcXdxZy9lcUU1YWRDaXQvWDJyaituelAzbTFrWEcrVW84eEZZMC9OMlorL21vYzNIWXFxbTFsdHM0RmYyZGg2Y3FEVnZBc2hsWUVGQlhPZWZBWVlzVHlhRUVBSmdncC9yTVlqcmkyU2VoY2dCeXRLY1owdXFsNGc4RU1XVjBzZk92L1djS2IzbGx1SVJkNGpHbks2QWR3ZUk3dktVOS9QTUlIRFcwdFhqU1FlWEdZV2tqZnZQWk81V3MyTHR2YVJwS3ZuSm40MTA2TG5SV0VuUUJ1cXRvczVkUlFlKzAzZC9kZTBYbHp2TStZb3BSR3gvZW56bjEzdG52LytoMHJ6Q3dQdGM3ZXplMnhSN0ovTTRrV1VQM3FUSUtmZHNvcU92TkRoU3UycUd0dTZON1UwYm5xeXVUWllUMjlGdGpRLzNCYzZZdFhUMU9LWFVKSitvbStHUDYyalFMdzRhSGlJaDd6UFd3dlllVThPV1NsZlZtVVZLVThpU0grZTQ4eXhXcnRURm80b1hKRDNUQkt6VXlhTENCWjYxenc3STZLOWNxU2NVRmk3V1JyM2h1R3IreFV2ZVU0TURwOHJhMkowSzlod1o0d2ExV25nbTRUN1oxM2dxVS9XSzZXVWc1REhZaDFGZXgvWkhYdWtmZTkzcUcvSkN3ZFZzelE5R1dzOTVWdTJheVJ6Mi81QkIyOXEzSFdvWjhMUFhyYjZCUUIvMWt1Ynh6SFc2SThzZXZJblltZVg2cHFQVVRTNkNObTVteHJtcy92NWdaTVZ0Q3dGYW9zbjU4VWpyaEZmWHJabEhibUNhVnJhWGxYcTkvY2tOcnd4K3pQUkZYeWhFTUxSRUUvVnF0cWF0Y1ZQL3NtQjY3SVFQV0tpZ2h1TVBGempQWGI1Mm1qTHFkeXhzb3oxM3ByKzUycVNGRDRTVEpmbDFyTXhGTnM3WXRvYWhnWFBsOHRoRTY2aDdBUFJvclllVTZXY3F0Y1YzZ3RsMU5KSnREWmVYOWNvTGphcFdoSGhRVTZUbm1QNzNqRjBvVXJ0cVJnakpoZGF5OWp6YVBsekZSNlRXMUZpbGxuU2YyWFBZK2wzMUFGd3dKd240bHlOSHdpTm13SVVRNHJyRW5ObUFWWUpua1ZVU1BBdVJBNXlsNEpsZ3p6RzRtd0RYbXNSSHlmcVBGYm9GdnpQUzR5UEJaSVZTcXBvWVQyUTIreXFiSHlzS0VPWUM1cGoydWFlOStiWCtjdC9xZTlaOGpJa2lseTRrdnp0U1YrTHBpNzVRNkFUOFAyYW9jeGVvYzNOZjA2K2FGVjljYW8xL3loTEhEZGwzMmhvM3ZSV0p4UElDMXFrQm1aMHZiaG00L05ETXV0Z29jZ1BSbnJqelZGODJlbTQwVnNLa3A3NTlxZnZwMit0V1Q0REc1TGJHVndZRVFTRlhmOWdpZWM2U1YwaG4zdGsrZUQ1dXBIN3RnMndSdjZBdi9HUzR6c1p6Nmg2Y2FZeGxhMDJCOGZpTjNjMng4elhkMDVjclN5ZjJQTFh4Wk9YeUdZc3QrTnplSm1mQWVzYVI3aG1mdEVpZU04cU83MDdvelFjSExZbFV2V0p0Rk96MUtOK2VKNmpKdmNlZHpVZWFZMFBXMjU2OStLRlNFR1pydG9aQVR1dm9RMjE5MmVXSzJzL25zMUlmSU5DdXRzWk5IWVAzUlNySUxRcENmUkFHZTlyamFudG1BRDgzR2lzaGNyN2ttOFEvNzluK3lLSCtzUy83MGszV2NlZWU3MUl2bW9DT3VKYVBEVnpIZTZVdXRvVjNnTlVzNi9GUGRtMk92VHIwektsU2NOODNiSzEvZ3NGK1IrT0JsNFo3WEg1aDhHTVc1ckJWVUh6dWJILzM3a2o5MnRxNHRWMUV0dHVlUFRsa3lhYjU5YkZKU3VNRGxtMHpUcDkrTWJQVWZseGg0WWZzcGE0ZGl0WEUwS1dMUXlvaXlxT3hBa1grUENaMVd4eVhHbG9HemYvT1ZIWFB1azlZQzBXTTAyMk5nZjZMUnpWMWExZkFxakFBbkRyZjNaajUreE9wVzEycFNFOVZXbzBqTnMvMWxYaG5pa1QvZkF5MHJVdjBuUDFob3Zmay9RQk5SdXJGUGU0UnZndTBlWVAzRVVLSTYxeC84TXhTdGkyeVRNcTJoY2lOckpSdHc4Y2JjT2tjZ0ZJaW1nWUExdUJGQUdyaUxlV1RFRDkvNXVUSmt6MUlsNzJ5b1lYRTVtQkw0NmJMbWNsb3pDa0pKT2NET01IS1dkbTI1Y3RmNnRzMHQzYk5IV3d3czYxeC9acVJobEJXSHlzcVl2TTV3M2kxdmZIaC9ybWVsZldyeW8xbnVxMXJnNXFjdlBZdEc1OUhOT1pReUovSHhoenRhRW8xWWVvek5Sb0xoWlMvUk1QNVNWOVo4YVNGRDRSMXdJOG1mTHR6VktFdURBSHYzN1ZsMDdlQjFOSVZVNk94MEppUTkxR1BrenUwQ2s2S1g0aS9jREFqdUNvdlh4bkl1K24yL3daalgydHIydmdFaGxHNS9Bc1ROYmxUU0NQSlJPKzBqenIwV2szdG1qdDhwdDZPeGdNSDV0U3RxZEZNZ2RiR2gvZGNQbTRzRUo1c2wxTnZ2RTBGblVud2tudjJOejg2WU01MjVkSlY1UXoyL1lCNVRYdHFRVzhpOE54d2dYc2tHaHVEa1BrRGs3RC9ob0F1Rzl4b1NsTm9JWUJ4M1VmMVh3NWJyaDJOT2lVb3JyV3dYZTNGaDdaa2RpdWZ2dWdMaFU3SS8rK0d6THFPclYvcGY3N0xvMzh4Z1pRM1BSRVBQRlZZNU0wZzQ1N2N0WDFEZjJDTmxTdDFwSHRHTlZtK3pmcDJkL3UyamZ1R2Vlb29VcnRxT29HRDFzRnBnQmEyTld3Y3N0NHhBS3Bjc1dvQnNUa05vdGx0V3piOG45VGRNVlZWNzgxanc4R0E1a210cWRkMTRIT3o3TUZpdy83N21iR3ZvMm5qc3dPT3VYeE5SSk05eTRXbG43T24zdjdybllQbXJ3TkFYdGpleVV5ejJocWUrekxRUEd6MkloSzV6MVZqeHQzbGUvWjFFRTNvVFFiNk9wdFRaTm02V1pZNVJBUk9YdlQ3cXc0bUxYd2dQQzR2VkUya0NuMVFwMDNpMUo1dGp3eFpwM3ZTd2dmQ0hBeC8wazkwZDF4OFo4Y2ZLNkw1ZmR1WTZkdkhEK3dlOW9LRUVFSmM1eTVubmlWNEZsa213Yk1RT1VCRVFRQWF1TFovOU9NWGNUQ3ZsUGVENk5hKys3UldINzk1ZXNVU0p2VVpCTWZ1bkZ3MDlpZkJ3SmpDNUxuWHFxMU5udk9URjRxbnpwZ2JCUXlUSWh2c2VYbE9UNi90Z1FwT3Q3M25ucjd4bGptM09TNTdoYU5uVDJQLzR2dDZlOS81ajZsVDU1WjBkeWY5MDhWSkQ0Y1BKekxIVU1MbVU5YnkwZmFtZy8wbDNaRzcxOTdLbGtZcmJST3d6dmkycGcwL3g4cVZ1dnE4WDJ0aGo3YzNEUTAwUmdWTmpXZnM0YmFtMkVXa0E0OEpSWVcxdnJVdkJ3T3FnRGcwODlMUmcvL2NGemlYbDY4TWhFTmV0V0cxUDBEdTlBVEZkMlZtZmlPUisxd2FNK1pUQUhlZlNUby9IKzc1SzQvK3hRU2xRcFcrNGZQSzRXRDdsdlV2Vk5ldW51a0RUc2VXOWMvVTFLMmJDYmFobHFhSE0wcTlZeW8weGF1eXNHOVF5QzFWdm9xM2J0ODBvREZYWk5tRE43SFNFenpnUk1nR0ZzZmQ1UFA3bTJLWEJwOS8zdEpWbzMzdExmUnQ0dHVPRzZxeWNUV2dnM2xsM2JvNVdtR1c1MkhJT3RSOXFrTjNmcHdKRXhQa2ZEY3pjQWFBZ3FMQWIvdnNOKy9lOHVpQUN4VmhKeTlndVBmbGNCQTFCQjZ2RzdvQUFDQUFTVVJCVk9wdWJZejFaNHZMeTJPQi9BditFbVl1VVJxdmN1ZnBZWnFUcmRTVnRiY3RZcEREN0I5VkhKalcydlR3Y0lFekttclhUaVhHTEVzNDFkSFFGemdEa1dWbUpoalRvZW10MWkwYmh3VE9aZlB2THlMSC9aUUZUbmNtQnE3VEhhbGZld3V6bmNHc2U4LzBIUDNHa2JidkRnbWNxK3JXM2NsczVzRDMvM21rd0JrQWVOellpR1VkSjRkdkplcy8yM2ZoWm1aZHJKUnRjZzVCWFdMNHUvcks1ZWZYeDRxczllZFpUYWQ4TDM3Um10NVJYVy90UERMeDFsbVRGWnNRQWs0STFvUURxcmkzdENnODMvcVhnaGZlZnU0T0l2cmQvbk1Dci9rVUg3S0VseEJDaUVGbHMwUVNQSXVza3VCWmlCd1pWVmFXZis3dzRRdlg4aHluVHUzdG5sUTQ5NjljRngvc3UwOFIvNzhBTVJHQ3pKanRBQjh6ZnFmYmMvNmNCMFVPMkNaQnpJQUNNM0d5KzQxQ2EvMExSTXBoYTN2Y0FDeVJzajFkaDRyUUJWaVQvQWpDWkF2Q3JpMWdsL24ydWFsL3lKZ1RwQnpxUFBGVXNmRjdYNTg2M1h3S1ZCRUhVN3p6N2NZQVFBbmxoSXY4NU1WRFUyYk1tYzc3RGlVN0E2ZUt2TVM1VVRkTnI3Z05aT013U0RDcGVFSHBMVk43dXc0RkwzYSt1bXZTTGJlWGFkZjZSZTZGaFQwWHpoNDJwdGZQeTU4ODI3aHErLzc5ai9jSGtNNmthYmNCZ0daRUVvbGswOTdtakRMMCt2dURpa3QrbjltZU9CUFhqY09WU3MrTnhrcDB5TjRKOXA5M3RLcTVlQ0g1ZEdUWmcwVldPZE1TUjlXVEZSV2Z6MmRRV2MveFExc3k5NHVzOE80ZzZ5WVp5UkN6SGNQblRqZG1ab1JuMWowd1NpTlFtN1Q4VE1DcXFRbjBQTFZ2eThDR2FIMnNxeGVaSkxlNWdmRHZ3VS8rL2U3bURmMWw4VFcxYXlhRE1KdVplcjJUNnVYaDlpOHZqd1ZJMlFxL1IzM2w1WXk1ekVpVmpQOHRlL3dmdTdlRmhnUy9YZTY1VTBXMitIMGU0K0NBanR6Um1CTU8ya1hHd1FsbDZCYmo2TTJETzVJRFFPV0tHZk1jeHRudXhOazM4MEtqbGlTNTU1bkJqMEg2QWtoQTQ5TVdmS1N6MTIzcXU3K3E3cUV5Qmk4QTZHejhUYWQ1OEg3bDViRkFxTVI4MW9jOWRUN3VEaWgxbjFuM3dDZ0MxYk9semtSUDhxa2p6MzkzeUd0YnMrS2hHZ1krNG5uMm0zdTJQemFrY1ZtYVU3SDRqNWIxWGppbGlQMXhmdS9ieDd6dXR5YmZORzMyVENKVm1EejlpenQ4cUFuSitObTMyUGJNbnpLOW9vaTBMamw5ckdFS3M4bGo2eEVwcHdqV0dHSnJnZ0d0bWJVbUlnMmxORk92T1gvaXFYeHJ2VzZ3UDRaQWZkVW92bS84dnpoeDZJRE1kUlpDaU9Hb2pEblB6RExuV1dTVnJCOHBSSmJjT0dQRzZBQ0YranNjWDd6VWUrT1pZd2RQWnVQY041ZFZmSWdkK2pvUkpnRVU2TjlBcWdYTTR3RnlVMzhQakFjR01aRW1VbUZZbTBRcVM4NE1hd0ZTeENDQUZSTVVRRVRNQ3VuYnpGQkUwTm40bWE3QVorWWtTQkdCRTJCNERPNEc0QUdVQk1NajdlYUQvVTVtMncwZ21mN1BTMzJsSkRGNzVCYU9aeHMvcVFQNUU2eVhPRzVONzZsQS9zVDVYdS9wSGNaNkYvT0xibDdSZStIb1R3MjhCRmxsbEdMZkRZMmVwSU1GNHhPWFR1ME41dDg0Tjk1MStCbExaTWxZUzBvWnRrcUhSNVV0aW5lOS9reTQ2T2JxWk84N0x5ZTh6dlBNbWh3d3NXVUZhR0ptS2hoVnRzejN6eDkyM05MYkU5MXZQdWY3Q1k4WnBNRkUyZzBHQ3lZdkFFSDdpYTQzVEcvblNWWWdnQWtNWWxhS3dSUXVuTHdvRVg5bmovRjc0NXBCREVWZ1ZxR2l5WGZCK0JjVFBXL3RZd1pCSzJKbXBaZ1ZvTWdKRk44RXNtUVNYU2RacGZZQm1MUlRlQU1wTjAvcDhFMWU3NmtXaHZFNS9mc0FBaEZJZ2FHWW9BRmlOMXc2MnlRdXZzbWM3QVdER0tRVXMwb3RNMExraGtwbmt0S2haTys1ZG9iMUNHeWgzSURyRnQ4S3BVTEozdE83d0dRSnpDQllDMkt5bHQxd3lSU2xRNk9TUFcvdnNoYWN1aGhrTGFBNW1EK3VHcVJjTDM2MjNmcGVBckJoRUlYQkhDS2lQQ2luUk91ODZkYkV6N1AxUElMTkF5akVxY2VFQVlRQjVCTmx2RSt1SVdhT0F6Z0xJRUdFY2N4NG9yZVQvK1RVcWIzRFhsQVJRb2pyM1pRWmMvNU1FWDBOcWIraDN6MXlZTS92L3ZLOWhQajFrT0JaaUN3WkhEeDdDZHgyL1BXc3pXbWttMmJNcmlLcjdsSUtFNWxRU294ZUp6eitQNHkxbG16djcxdnJUMlVUdndnaWg4QUJVcUVKMWlTNlNMdWp3SmJabWlRSUxqRTdETGhFY0pqSkljQUZ3V0d3QzRhVExra1hRbHdKNDAxbS9uZG1lNHdzdGZuV08rdTRnY1dza2cxdnZ2TEtXMWR4QkNHRXVDNU5tVEhuenhYUlZ3SEFXdnRQYng3Yyt3ZTVIcE80ZmtqWnRoQlp3dFlPeU1rNk9wbVZqdHQ5cHo5NllGOGJnRFlBenZqeEZjRlRoVDArT3BvUzR5c3E4c09ldm9HSW8wUjkxOU1JYkJNZ0FtQlRWYm1YTnhFeWJ2WWprRnlPRTFtUjZxN0tDUUFlQVI2RFBGSktBNXhrYTd0VDk4RmpESndMcDNYNFJtTjYzZ0xJam5Sc3BWUUJnd0t3ZmxLcHdCaHJreGNBMGd4MkZNZ0ZVWWl0dFNCb0VHa3doNG5vWGYvbU0vaDEyMnNmTzNwMFgrYnlYdElnVEFnaDNnVWlrckp0a1ZVU1BBdVJJMVpSTm9QblRQNnBVM3Q5bkVwOWMycXY3MDJaUVljQkdnOW1BM0NTbUF3VEc2U0NEd1BBRUdBWVpCanNFOEhBd2hMQlR3VW9iSmpKZ0N3VHlJTEpNckVGd01Sc0FWZ21ZbGhZRUZrQ1d4QTQ5WldzdFdBaXRnQlpabGlBbVFnV3pOWUNURVFXbGl3UldRdkxSTm9oaGdjWUQwUTJWYm5GcHY5NFRJYklXckprTFpFRk9MVXZXMFBwTW1xalZQOXRVbVRKYUdPVXNVVEdhaDFVT2pCMlZMejdyYmN0KzBuTmp1Y3JhN1JsenpHdTd6bldkd08rbnp6dit6MkJwQi9zTGZKT25lcnhnY1BKWVR0ZS8zSUtVNmNHeG5ibk9jbXdkaWRPclpvZG9JSXA1OTk1YXB1WDFFN0ErTm80anJhTzFzYjNuZExSdDFkWWEzVFBoVmNQV3FNY3JjaFIxbXFyeUdGRm1xMTFpTWhSNmR1S3lHRVZDSWZ6Snl6b3ZYRDBSU0p5d0wvQ3BRNENFNnkxcVZKcWF4VVpXTExLc2pGRWxzaGEwbTZBV0Jsamt6MUUxbHBMaHBTeVpLeEpQYy9LRWhscmxEWmtqRFZrTENsbHJIVjh6ZXdaSitFNXpKNXZqT2Vaa0JmMzJITkNDZjljUE83aCtQSDRjTS92MUdnc1ZKTG5qZS9ZdlBITjRRZitMa1ZqVGszQXEwL0FmWEhnT3VNck5mQzRIZWsxbmpyM0l5V2Q1OW9wb0FxQytiQWhCTndRV0lmQU5zUWFlYkEyckpTVFo1aERsdmowOFFJanBkbENDUEd1Y2YvVmVvS3M4eXl5UzRKbklYS0VqVk9RNnpHazdFKytlUUIva3V0UlhPY3NqaHlKbjBZcWNDc0xKTjVwYTNyazJaRWVQT0htajNxOVBjbTNqeDM4OGNXUkhqUFkxR2dzZEtBNTlwMWZNYmgvVHp2U0hJc2ZBWDQ5Z1RPQVNDQlJ4dXljMjdzMU0zQUdNdGZISG5ZY3UzL1MzNVR0OUpVZUtJUVE0bGZHcVY0cmZiZUhOSzBVNGxxUzRGbUlIRkdFWEdXZXhYdFpjOHh2QTRZczFaVnA5OVlONzdxOGQ3aU80bUlFWjROSHp4VGlTSzZISVlRUVlpaWxMbGRPY2FyWnB4QlpJOEd6RURuQ0Vqd0w4WjdVMWhicnlmVVloQkJDWEFXUzRGbGtsN3FLeHdnaHJnSEpQQXNoaEJCQ3ZFdXNMcS96RENYQnM4Z3FDWjZGeUJFbWZvL01lUlpDQ0NHRStFM0JsOHUyMlVyd0xMSktnbWNoY29RaG1XY2hoQkJDaUhlRCtYTDh3cENHWVNLN0pIZ1dJa2VJSlhnV1FnZ2hoUGhWS1pheWJaRmRFandMa1NPS0tDL1hZeEJDQ0NHRStNMUMwbTFiNUl3RXowTGtDRVBtUEFzaGhCQkN2Q3VaUzFVcENaNUZka253TEVTV1dKdFBtZC9MbkdjaGhCQkNpSGVIK0hMd1RHd2tlQlpaSmNHekVEbENEQ25iRmtJSUlZUjRWemlqWVJpU3VSMkx1TjVJOEN4RXJwQ1N6TE1RUWdnaHhMdHllYzZ6bHVCWlpKa0V6MExrQ01OSzhDeUVFRUlJOFM1d1J0azJNMG53TExKS2dtY2hjb1FrOHl5RUVFSUk4VzcxQjg4K2tNanRVTVQxUm9KbklYS0ZFYzc4QjBBSUlZUVFRdnd5M1AvWlNVRXl6eUs3SkhnV0lrZUlRQ2dyQytSNkhFSUlJWVFRdnltSU11TVhYekxQSXFza2VCWWlaMWlOT2E4bGVCWkNDQ0dFdUdxWEc0WXBsbldlUlhaSjhDeEVqakJEQmNlUUJNOUNDQ0dFRUZlTEIweDVrOHl6eUNvSm5vWElHU0xGSE16MUtJUVFRZ2doZmxOd3hqclBjZW0yTGJKTWdtY2hjb1ZZZVFuSlBBc2hoQkJDWEMwQ2NkOXRGeVNaWjVGVkVqd0xrU01Fa0E0RkpYZ1dRZ2doaFBnVkdJWmtua1ZXU2ZBc1JLNHdLZVd4Qk05Q0NDR0VFRmVKUWYzeGkyKzdKWGdXV1NYQnN4QzVRNHA4TjllREVFSUlJWVQ0alVHWDEzbE9Na3ZadHNncUNaNkZ5QkVtVmtTT1pKNkZFRUlJSWE2U3d1VnUyK2VQSUo3YjBZanJqUVRQUXVRT0dZSUV6MElJSVlRUVY0bVJ1VlRWRWNrOGk2eVM0Rm1JWEdGU0JBbWVoUkJDQ0NHdUdoTUJBRE1uVTdHMEVOa2p3Yk1RT1VJQUVhUmhtQkJDQ0NIRXUwRHAvMG5XV1dTZEJNOUM1QXF4SWluYkZrSUlJWVM0YWt5Y2psOWtqV2VSZlJJOEM1RWpESkNWc20waGhCQkNpS3QydVdFWVM3TXdrWFVTUEF1UksweUtvQ1Y0RmtJSUlZUzRlcWs1enlTWlo1RjlFandMa1RNc2M1NkZFRUlJSWQ0RjVsVFpOa1BXZUJiWko4R3pFRGxDQUZtWjh5eUVFRUlJY2ZXVU5Bd1R1U1BCc3hCWndteG93QjFFaWdBM1p3TVNRZ2doaFBoTmsxNnFDaXpCczhnK0NaNkZ5QjBpa3VCWkNDR0VFT0pkNkV0R1NNTXdrWFVTUEF1UkpVU2FBUURNQ1dZWVpwQzFVcll0aEJCQ0NIRzErdVk4UThxMlJRNUk4Q3hFOWlXSllBR1dzbTBoaEJCQ2lIZERVU3ArWVpMTXM4ZzZDWjZGeURxeURFNFNFVUhXZVJaQ0NDR0UrQlhJT3M4aSt5UjRGaUlIbUZOLzhOTnpubld1eHlPRUVFSUk4UnVCMDNPZUNiMjVIb3E0L2tqd0xFUU9FRk1QVWgwdkF2SStGRUlJSVlTNE90elhNSXhKZ21lUmRmS2hYWWhjU0Y4dHRZQ0xzako1SHdvaGhCQkNYSVcrRDAxRUxNR3p5RHI1MEM1RUxuQXFlQ2FDT3lrZWwvZWhFRUlJSWNSVllJWURBR3hadW0yTHJKTVA3VUxrd3VXcnBRSFBHeVh2UXlHRUVFS0lxMEhJQXdCV2luTTlGSEg5a1EvdFF1UkVhcDRPQXdGVGtwRDNvUkJDQ0NIRTFTQU9Bd0NzemZWSXhIVklQclFMa1NYTWhqSytTWlZ0VzdqRzgrUjlLSVFRUWdoeE5aaENBQUNDWko1RjFzbUhkaUZ5Z1NpMU5pSEJMZlR6NVgwb2hCQkNDSEVWQ0FpbmIwbndMTEpPUHJRTGtRT1ViaGpHUU1Ea1NlWlpDQ0dFRU9McVVEcDRsc3l6eUQ3NTBDNUVUcVRtUEJQZ0d0K1g5NkVRUWdnaHhGVkp6WGttc2hJOGk2eVREKzFDNUlBbGpxZHZ1dGFFNUgwb2hCQkNDSEUxT0JVOFd5bmJGamtnSDlxRnlJVjB3ekFtQk1MV3lQdFFDQ0dFRU9KcWtNcEwzNUxnV1dTZGZHZ1hJZ2VJMG1YYkROY0VBL0krRkVJSUlZUzRLalkvOVVVeXp5TDc1RU83RURsZ2tWbTJMWmxuSVlRUVFvaXJRYVJDcWErU2VSYlpKeC9haGNpRmRMZHRBQzVMMmJZUVFnZ2h4QzgxY2VMRXZJeHZKWGdXV1NjZjJvWEloWFRaTmdBM0VIRGxmU2lFRUVJSThVc1FGWVV2ZjhjU1BJdXNrdy90UXVTQzdTL2JEbGhqNVgwb2hCQkNDUEZMY01pN25IbVdzbTJSQS9LaFhZZ3NZV3NKU1AreEo1dHFHRVpTdGkyRUVFSUljVFdJQy9venp5UmwyeUlINUVPN0VEbkFVSEdrQ281Y0RnUW8xK01SUWdnaGhIalBjL3p3VlR4S2lHdEdnbWNoY29Fb1hiWk5ybXVsYkZzSUlZUVE0cGR4ck1wb0dDWkxWWW5zYzNJOUFDR3VTOGJHNFdnQWNLMEV6MElJSVlRUUEweWFOQ21zOGtwL0crQzRVdm9kejdjWFdORnRuTzRUeHN4Ni9QaUsvSEQ0Z25zRWlPUElrZmd2UGFnUS96OUo4Q3hFbGpEYi92SnNoMVQ2RHp5NzdHb0pub1VRUWdnaE1seHl4Z1JMbFAxdFFOMEpRcS9qcUhOZ1R2UnRKMUtmQ0pkeUZhSFl2WW54TDBlQi84anRpTVgxUUlKbkliS05RUjZadUFzSFJDUU53NFFRUWdnaEJpa08ySThUVkRrSUJDQ1BDSG1nQVcxaUtnQ3FRR29lNnJMSnQ4KzU4ZGdyZTc2ZXN3R0w2NEo4YUJjaUI1UmhIMkFmZ0tPTmtvdFlRZ2doaEJDWmlLYUFNQWFwRW0zMGZjMzhEOHlYVWc5RldERW1BZEE1SHJYNEwwNkNaeUZ5aEJrSkFQQWREdVo2TEVJSUlZUVE3eVUrKzA4dytQeVZIbU1aZS9xL1lZd0hZTEl4Tm5IOWt1QlppQndob0JjQUhMYXk3SUlRUWdnaFJJYWt3NitCOFZ6Zjk4d01JdXIvRHdBVDRkYitIZGgrUDBkREZkY1JDWjZGeUJFTHBKcUdzUXJsZWl4Q0NDR0VFTzhscC9mdnY4U1dHNWhUeVlZaG1NOFEwWVMrMjI4ZTJyYzF5ME1VMXlFSm5vWElFUUtsL3pGUVVyWXRoQkJDQ0RFSU16ZUFjRExqbm95dDVQYmRza3lQQS9DeVBEeHhIWkxnV1loc285UmZma1pxdVFWU0xKbG5JWVFRUW9oQmpyNjY3dzJBOTZiTHRKSHVHNWI2U2loTzNXWkxScGFwRXRraHdiTVFXWklYNWdIckt5aHczMXJQa25rV1FnZ2hoQmlLcmNHUGg3a2JxZll4QUFndHZ1SlhzejR5Y1YyUzRGbUlYQ0ZLQjg5U3RpMkVFRUlJTVJ3ZnZWc1k2T25MUHZlbm45Tlpad1kvZS95UWR6cDNJeFRYRXdtZWhjZ1J5Nm5NczJVcDJ4WkNDQ0dFR003SlE0Zk9rTVhtdnUvN1FtY2lBb0V1d2ZEVHdQNWs3a1lvcmljU1BBdVJNNm5NTXdHQlhJOUVDQ0dFRU9LOXlsUDhmV2EyL2Rubk5HWit2YWZUUERmaWprTDhta253TEVUdUpGSmZTRExQUWdnaGhCQWpZSTliQURyVjkzMS9BekhZcjU0K3ZmOVNMc2Ntcmk4U1BBdVJLK2wxQzVVMERCTkNDQ0dFR0pGL0VaMEEvd0taZ1RQajZKc0g5MG1YYlpGVkVqd0xrVHVwekROQmdtY2hoQkJDaUJHY09yVzMyOEkyTU5DRFZMazJMTXozWlcxbmtXMFNQQXVSSTRxUWFoZ0drdUJaQ0NHRUVPSUtMUE12d0p6UlZWdWR6T1Y0eFBWSmdtY2hjc1NtMTNrbVNPWlpDQ0dFRU9KS2VydVRaOEdjNEl5bHFvVElOaWZYQXhEaU9wWnVHQ2JkdG9VUVFnZ2hyaVJVb09KRTZxaTExaVhMRHg5OWRkOTNjejBtY2YyUjRGbUlIQ0ZRQWdCWUdvWUpJWVFRUWx6UmlRTUhPaWZlT3V2M05GU3hSNzJucm1JWElYN3RKSGdXSWt1c3RhUVV3S2xPa1F4R0FnUUFKSmxuSVlRUVFvZ3JzeWRmZStrWWdHTzVIb2k0ZnNtY1p5RnlKalhuR1RMbldRZ2hoQkJDaVBjOENaNkZ5QkdUTHR0V2tua1dRZ2doaEJEaVBVK0NaeUZ5Uk1PbTV6eEw1bGtJSVlRUVFvajN1dXN0ZUo0S1lDMkFOUUJHWFlQamF3Q1BBbGlRV29Ib2wvbzZnQVlBaTYvQldNUjdIVkZmMmJaa25vVVFRZ2doaEhpUHU1NkNad1hnZXdEV0E1Z0Y0TncxT01kZEFCNEU4RFNBOEZVOGZpR0FPZ0FUcnNGWXhIc2NwOHUyQVpiZ1dRZ2hoQkJDaVBlNDZ5bDQvbnc2dy9zT2dQdXYwVG51VFg5OUdrQlB4djN6QUh3TndKM1g0Snl6QUh3SndQTUFqcWZYRG80RE9Bbmd1WFFtL1BacmNONWZ0OGtBVEtxS0dUNkFpYmtlMERWbmpKUnRDeUdFRUVJSThSdmllbG1xNmk0QUc5TzNSd0U0OGk3My81dDBxZmVWRUlDUHBHLy9mTkMyOXdQNHMzVHdQdjlkbm5za2t3SDhKWUJQakZBaWZrUDZ2OFVBeGdENGcxL1RlYStWLzVaeE1VY0QrRXo2NS9zdmk0RWtVaStlbSt1eENDR0VFRUlJSWE3c2VnaWVwd0I0SXYyenZwWE9QRitOQWdDM3BtOWZUVm50RWdBM3BqT25QeDIwN2E3MDE2WjNNZTRyV1FqZ3h3REdwNzlQQUhnV3dNNzB6K2NBbUpRTzFCZjltczU1clgwMi9UVU9JQVRnZC82ckI4K1dLYWxUTnlYekxJUVFRZ2doeEh2Y2YvWGdlVnk2SWRlWTlQZE9PZ1BiK2t2Mm13WGdSK25idTY0eWlQdkQ5TmNYMHVYVGZVb0EzSkcrL2VzSW5pc0FiQVdRbi83K3UrbXMrTWtSSG44amdKbS9odk5lU3dzQVRFL2Yva0U2Y0o0SklBS2dMY2RqdTJhMGs4bzhRekxQUWdnaGhMZzJLQ01aQkFEZDZXU1NFT0pYOEY5NXpuTnBPc2ljQWVBbEFIOEZZQ3lBNW5TVHJwRjhHc0NMQVA0dmUzY2VKMlYxNVEzOGQrNTlubHA2b2RsQkJBVmxFd1NhN2tiRkpYWkV1OEVsbWdYSHpHU2RKRTdpeEV4OE5VWUVNalZzR3BPWkpHUDJ5V0pXa3hpekIyZ1dKZTVDTjRzc2lxRGdMckkyVFhmWDh0eDczai9xRmhaUFYwTURUVGZpK1g0K2xhNTY5cXB1VEozbm5IdnVDSmZkcmU1QXRycDMzbmpuMzRiV1hlT0NvMllBNjExR08vZklmZjZ4MFBMY0k1eVJMSEhYbEF1Y3Z3RGdrNGNKbkFIZ3RVN01lSjhvSDNjL0d3SE1jOW43L09XbnBMeXliV2tZSm9RUVFvZ1RvUmpBbHJ6SC94M2pjVmE2NzJjYzZ1dHpNam5mVlREbUhsZDI5d1dKVTgrcEdqd1BCdkFQbDZYZDVvTGxXd0VrM0g5RS9nWmdnUXRhY3dZQStKVjd4QUY4SGNDSEFMUjI0SHlmekF0MC94RmFOOTM5TEFhd0YwQlQzbU9TVy9lTDBQTGM0d2VoWTMwZXdGbnUrWGNBM0h2MEg4MHh1eXl2L0x3elJRSDhrM3YrQndCYlhmTXpBUGp3cVptVlpRWUFtODRHenl6QnN4QkNDQ0ZPYnZreEE3ZXpqZTZpYTJsUEx2R1VlMlM2K1hyRUtlaFVESjZIdTdHLzR3QzhCT0NLdk16c2Y3a0ExQUNZNFRMQk5RQnVBckRaWloxZmR2dDhDWUR0d1BtaXJobFlUdjQrZy9QdWVtMTBKY2o1ajJhMzdzVUM2eHBjNEovajVaMm5zUU1OekRyYlNKZTEvMHNuZCs5K242c1NBSUQ3UXovN3VtWnJweVRMbEN2Ymx1QlpDQ0dFRUNlekl3WFBjOXozeE5PNjhKckNpa0t2azkxMEhVSzhvL2dBZmd4Z2t4dnZXOGdFQU0vbWxaL2tIajhCVUhxVTU3c3BkSXh6ODliOWwxdjJVanQzNDU1eTZ6L1VnZk5jbUhlTzd4emxOWGFHeTF6UXp1NU8zdmZ5R3BZZGo3KzVZKzdJKzR6NklGdlN6SGxqejkveGhvd2FOV2pZT2VVODlKd0plODRjY2U0NVo0NGFQMnpZT2VVOGRIUjUwTjNYSm9RUVFvaFRVa25vZTJwNFJwaU9XcHQzaktiUXVobDU2OTQ0UVZPemRzUU5vZmRhMVlYbi9tYUJ1S0s5UndyQW0rNHovVDhBSDNGVnIrSWQ0RlRNUEdkY1U3RHozWGpmc1BIdWo3U3N3THFwQUw0SzRPcThiT2poUkFGOHVaMTF4UUErNTU1LzIyVzdqOGQ3OHA0L2RKekhPaFlQdVlZVDMzTFo5Yys2RXV2WkJlNzBkVlQvdlBIbnY4djdqSGE3OGVwd3Y0cytuWEQ5SngybE1wYVpMUkgwS2ZwdlVRZ2hoQkNuaHZ3a1VQNTMyak1Cek1wN1BSREE4cnp2d0YzcHJORHJWOXZacnJ0RlhBSnFnb3RaZnVHdWRjYTdvSm56Tzk2cCtvVTkvNjVZTDllMDY5dXVESG9kZ052Y0grMGZBVXh4MmVPTnJ0VGtjd0QrNmdLNFRRQis3VXFrUHdDZ3dqVWR5N2tOd0JtdWNVSzROT1R6YnR0R0FEL3FoUGMwT08vNWxrNDQzckhZQmVDTHJqUDJyOXdOZ2pudWV2NzFHUDZlL2lYdlB4TDNoOWI5MnYzMDNkam5VMDRxUlV4QU51czhkS2lVYmdzaGhCRGlaSlgvSFM4L2VINEp3SHREelhWOUFOOTEzNzI3Y2h6MHlMem5LVmZWK0U3UjIvVmplaUp2bGlCeEVqclY3bTU0ZVZNY1ZiazVqc2U1TnYwNVcxeGc5ak0zRnJxWEs1djRuc3RXZjhnRnltZTVzYjJGeHZmK0M0REhBZHpwWHM5ekRjbnlHNURsL3ZDLzVocUZIYS84ZjBpZGNiempzZDFsNzcvdU12VTFybFQraXdCdWQ5T0RkVVN1bS9aTGJweDZ2ais1bXhKRmJydHZkL0o3Nkg2a21FR0dBUFQydk1nZUdac2poQkJDaUpOVGU4RXpYQ2Z1Q3dBc3lwdDZGQUQrM1gyZnZoN0FnWGFPZVZrblhtTkYzdk85TGtIV21SNXh3d3BQcEVrQWxya1lwcmtEMnd0eFhQNWZPMk1MMWdLWW45ZmRPdWRxdC82cEFzY2E0ZVp1L2cyQVYvS090Y0VGNDk5M3I1OXo1UmU3Q294NS9uRGV0RktGSE0yWTUxL21YY09JRG40ZVhlVXlBS3Z5cm0rSkswVTVuQWw1MjkvZHpqYjM1MjB6NWdSY2Q1Y0tqM2tlZFBhNVE0YWRNNkZwMkRubFhIcjY2Rk95TkYwSUlZUVFKOXg0QVAvUnpyck9Hdk84TmU4WTdVMlIydHRsVHNQZncxZTEweHcxZGhUamhFK0d4OEREZkQ2RnhqeGZDYUE4OUxqUXhSOTNBSGowTU9mNjJqSCtuc1FKZHFxVmJmOEl3SDdYdmZvK1YwbzgyUDJ4em5UL2VEdHFpNXNxNmdZQVExeVo5MVh1TGhxN1RHbmdzcUx0M1lXNnZ4UHZHdTNPZTM2OG5Rei9kSVQvT0J4dHVjaERBTTdMbXp2d2lnS1o1TEQ4T1p4LzA4NDJ2ODU3ZnNyTitVeWtHRXdHQUdLK09nV241QkpDQ0NIRUNUUVJ3Ti9ka01SdnVDRDZSTW12cm16dmUrOGU5eDF3ZVdqNTM3b2dZM3N5MnVRU2VQbVBKOXpuY2JkcnJIYXBheDRXOW9WMitqT0pibmFxbFczdmQ0RnVpd3VZNFFMTjlvTE40ZTVuY1FjNjhnVUFGdWE5L3AzN28zNjZuZTJYQWVoNWhHT09kaisvNnU1QUZmSkQ5M2d1YjltRnJuVGtaRUJ1dXFrN1hRQU5Od1hZZngxbUg4OU5DNWF6cGdQbitZaHJwTkNSNmNQZUVVZ1JNN0VoRUh3dHdiTVFRZ2doanNyQXZDbFJDVURDRFQwOEVhSjV6dzhYQ0RlN1pOTURydWZRTDQ3d25mRGQ3aEhYc0xnaE5ENDg0bjYzNFo1QW9wdWRhc0V6WEFEZDl5aXp6T2QyWVB2R1VERGNDdUIvRDdOOStWRjBpUTUzQjh3M3lQMWNrYmZzdzRjcGRlNkk2NDVqM3h6dHN2SjM1SldxUHdOZ0xvQUgyNWtETUdmcU1VeHpOUWpBNWE0ay9KUkFwSmlZTFFqd0ZFbndMSVFRUW9panNjZ2xJQ2E2MTllNTV4MUpTaHl0amdiUGNNMjZQZ0RnU3dEKyt6RGJKVHM0dTgyUm5BR2czalVxQy9zM2wvRHFESTJkZEp5d2RhNHE5SU9oNWFQYjJWNTBvMU14ZUliN1IvdGdCN1liNkFiazd3SHc4QkcyUGRyeTZ6TkRqY29LZWNpTncvNm8rMGRUU080L1VNKzZ1MUtWcml6bmhzT1VPNTlJVVZkQy9lVzhvUDhaMTNYN0QwY0ltbk0rRm5vZW5pOHczekFBLytPZWYveFVDcDZCRmpERkFnSWhrT0JaQ0NHRUVFZnZucnpzWkM3N2ZPMEpPRTkrOE55UkJxY0JnTHM2c04yKzQ3aW1uTytFQXVmR3ZKTG5yN3ZzN25QdDdIdXllTFJBOE55dm5XMUZOenBWZytlbUFrMjR4cmw1bi9ma0xidmFUVXUxSmJSOXBCUEdablFrMk02VklDZmI2VUlZTnM5TnJ3VTNIdnRaZDdlcUt4Uzd1M2UzNW1YRDE3bWcrWThkREpyaHN2ZnZjOCtmZE9VOGgwTnUzTWRRQU84SDBNTlZGN3pqTVBNaE4xT1VVZ3dtQ3dKMGtKSGdXUWdoaEJCSDYvY3VRRHpkdlg3ZkNjZytVNmpoMThrME84aVZvU2xOWDNITG5uTGZYVXRkY3VmaVVBeHdzaWwwYllkTExvbHVjcW9HejJIdmQwSGFkamV0VW50ZEF1R3lxWThEK0lzYm8zRzRiYnZhbjl3VVd4OTNRZVNqcnJ2aXp3NHpGbmlzSzZ2KzdYR2UrNk41cFRmSEVqVG4zSkIzOTdJajR6all6U2s5RTBBY3dIUTNMZFk3SHJVU1U1d05RRkFrbVdjaGhCQkNITFhBemFrOFAyL1p2d1A0OUJIMis5eFJOS1FLejlVODhEQzllZzVuZDE1ejJjNHd6TTFHazUrY21PbG14cm5Well3RE4rMXNuWnNkNW1RTlNIc1hXTGFsRzY1RENOenBBa3QyOHcvbi8zRVdtcXJxQmxkQ3dxN3gyRHgzMStwSUNrMVZkU1JITTFWVlR0eGx5L083WTI5ejh5Qi9BY0FuQU56c3htT3ZjZXQvZEJUSGI4OW4zZkhlMzRGeTlNTjUwbDJUT1VMTC8zd2o4OTdyeWRJbzdhZ05Iam55OVB5cHFvWU9IVE53Nk9nSjI0YWRVODZEUjQ0NXJ3T0hFRUlJSVlRSUcrQXFKblBmbFpyekF1UDJwcXJhM2cxVFBYVm02ZlRwQURhSGpyODR0TTJ2UXVzZk9ZRWRyQXROVlRYMEtQYi9kWUg5aDNkZ1B5RTZUVDlYeXNJdWVKNVhZR3F1OXVaNTd1YzZYQnUzL2swQW56ckMxRjVkRlR6RFhjZC91bEx2anZ6SDZsdEhlZnhDZWgxbjBJeFFFTHpzS1BkOU91OTNlYmdHYXlldGNQQThiTmk1QTRhT252RENzSFBLK2N6aDR5WjM5L1VKSVlRUTRoM3I5Nkh2ZnA5M3kwL0Y0UGxNQUMrRWp2MXFnV2EwVVFDUGhiYmI0QnFNZGJiakNaNzd1eUdKK2Z1R2ZsOGpwZ0FBSUFCSlJFRlVwL3NTSjRsVGJaN25uT2tBTnJxQjkzdGQ5OEZaQlVxYkM1VklBTUJPQURjQ3VNQTE2UnJnc3Jjcjg2Wmo2azdXbFpTZjdjcFNsZ0I0MlhVQXo3aEFmcFVyNDVrSzRJdWRjTTY5eDFDaUhkYVJ1WjNiODNQM2swSU54OTZ4V3BSaUlySUFZS2xnaDBnaGhCQkNpSTc0WWVqMXYzWFRkWnhvVjdqdnVQbUpsQU91TW5KSGFOdVVpd0h5Zy9heExpRnphUmRkNzVFb1YxNmVYK1ZxQWR6ZWpkY2szbVcrRThwdURuYkxpOTFVUitOZDBIbWg2eEtkZnhldUVBM2dscndzNzdaUTA0U2Nyc3c4aTNlZ2NPWjV3Tm5qK3c4ZFBlRzVZZWVVODVtakpyeTN1NjlQQ0NHRUVPOVl5alhMeXM5ZVhueVl6SE9SVzllUng3V2hZN1M0QkZSSDk4ODlpbzdqL2ZrdWNXUUtaSGl2T01LKy9RR3NEKzFqWERmd3prcGVIRXZtdWIvcnNSVGU3OVpPdWlaeEFweUtEY04rRGVBanJxSFYvK1JsUzlrMUN5aVViVDljQ2JFQjhBM1hyT3ZIN3JqSDI0bGJDQkJwQnJITFBCdkpQQXNoaEJEaVdGazN4dmZMN3ZYRExzaHR6K0hXaGZVUHZZNjdaTlNLWTdqT1kxSHRxaW5QYVdmOUhBQmJYWUtya0xmY01SYTVLV0xoNG9FN0FGemxlZ2FkaVBkeU5vQlkzbXZ0eGx5UEFQQmVBTmU3enpMSHVtczYzTnpZb3B1ZGlzSHo0eTdiSE82bTF3TGd4YnpCOSt5bXJ2b0ZnSHM3Y054dHJrdWZFSjJrQ1VDeEJRaktlcWZpdjBVaGhCQkNkSjJmdVd6bjE5eXdRN2lNNy9FNnM4Q3ltaTRJbmtjak8yLzFQeFZZbDg2ckJMM0FOYlg5N0dHR0JlNEc4QjdYN2ZzamVjdkh1UnNOdjNlZHVwL3Z4T3MvbXY0K2p3UDRmMjZJcURpSm5hcGpudHRyUXovQ2pabjEzR09JNjhadE91R2NBMXpweDRhajJPY0NkejIvNzRUemkzY1lwUlFUa3dFQVZqWThEWVFRUWdnaHhORjQxczBhMDlDQmJZOUdvZUQ1U0tYU3grTWNOd1hWeGdLQnN3VndENERUM0RZNVpXNEsxSjhlNW9aQjBrMjllb3NiRDUzdlErN3pld0JBWlNlL255Tlo0Y1k5djlURjV4WEg0RlFObm8vRUhHWmU1T001WnRESnh4U25NRktLbWJKL2gyU3RaSjZGRUVJSWNUSWFVMkJaUllIdTFzZER1K1plU3dGc0F2QXZCZUtVclM1Ny9HVUFlMXdnL0xuUWNNcFBBRmg5aEFENG0yNTkrQ2FEY2tGMHZjc0EzK1JtbXpuUnFsMGw3S3NBSG55bnppcnpidkZ1RFo2Rk9Fa3dBd0NUa3N5ekVFSUlJVTQydWZITlljck5ibk84eHJuR1hkc0IvTkUxOXcxcmROMm54N3J5NW56ZmQ4SG42M25MUmdCNDRnaU50emE2Q3RBNzNEUlJZWk5jRStJM0FQd2R3TDhmNWJ6Tng4SUQ4QUYzYmRlZjRIT0pZeVRCc3hCZGovT2VXUUJnUlJJOEN5R0VFS0t6ZmVZNDk2ODhUSStrRHgvSGNXdmRVTWRuWEFBN3VNQTJLUmZBRG5manVOdHIyUHNrZ0tyUWVPR0lDNklQSndEd1ZiZmQ5OXNaeGhrRmNDV0Fid040S0RTbDFKRU1jOE16OHg4eEFQM2M1L3BKQUg4b1VFSWVjeVhvSHp5S2M0a3VJc0d6RUYyRXJhWDgxNlExRTdMelBDdVdNYzlDQ0NHRTZEUnhOeWI0ZjQ3ek9CZUVYdWMzQ1p0OEhObll0VzdjY2lFSFhNZnBzd0I4M2swSGV5UnZ1TG1iNzNldmw3cDlPK0l0Vi80OUVzRDNBTFFXMktiVmxaVzMxMWVwbzFMdS9hd0djSjhMa01lNHBtWDVGSUNmdEhOVFFYUWpDWjZGNkM2TkFNaVZiYk9TZjR0Q0NDR0U2QXpEWERiMlh6cmhXRmZsUGJldTJWWU91WEhIeDJKSDNyUmFPUzhCbUFYZ0RBQzNoVXF4T3lMcDN2TVhYVW41MGZZaWV0R05jejRUd0grR3ByNmE0YkxrSjhLTEFLWUJlRFMwdkljclZ4Y25FZm5DTGtRM1lsZTJyWmdsOHl5RUVFS0k0MVhyR2w1TjZJUmo5UVZ3U2Q3cnRlNnhKbS9aNTl4c004ZmlQZ0RQQWZpeks0MCtDOEI4QUh1UDRWZzlBSHpKTlI3N2xrdFJIS3VkYnU3b3M5MDB0Zk1BL085eEhLOGpVZ0QrcmNEeVFvM1RSRGVTWDRZUTNVUXB4WEJsMjB3eTVsa0lJWVFReDR6Y1BNVUxBZlRPVzk3ZU9PR091TTRGb3ptTDNNOEg4cGFkMXM0OHpCMFJ1SVpoMTdsakgrdE1PTDBCTEhkVFdDM3F4QTdaN01xcFp4L1NyK2JFZVRaMFl3THV2WTN0Z25PTERwTGdXWWh1Uk80L3hqTG1XUWdoaEJESHFCK0F4UzVEbXYvZC9nMVhEbnlzL2puMCtyZnU1MzJoa3VndkhzYzVPbHBhL1NVQXkvSWUrZG51QjF6RE1MaHUzVThER0hXTTEzTWpnQ25IdUc5bjJGaGcyWkJ1dUE3UkRnbWVoZWdtU21rK09PYVpTT1o1RmtJSUljVFJlbzhycGE0SkxWOEQ0THhRQitxak1RSEFlL05lYndTdzNqM1BUZCtVVXduZzZtTThUNzY1N2liQWpRRDZoOWFOZFVGdDdwR2ZkUGljR3krZE13TEFVMjRLcTQ0cUFmQXJBRDl3Y3kyZmU1enY1VmdWYWtoVzNBM1hJZG9od2JNUVFnZ2hoQkR2TE1xVmFUOEVZRkJvM1IvZFdPVlhqK1A0NFRtU2Z4cDYvYjNRNjYrR0F0cGpNZDJOMmY0QmdLMXVtcWlPZUI3QVJhR3NiVThYaUhkMHVxZmI4ekx0WmE3OFBmeTVkb1YrQlpaMXBOdTQ2Q0lTUEFzaGhCQkNDUEhPOGgrdVREc2NzQzV3QVdQemNSeDdjR2djY3hPQUg0VzJxUXVOengwRDRGUEhjYzV6UXFYV2Z5c3cvL0hodk9adUdEeVp0eXdLNEhjdU0zMGs4MEw3RG5IWFVISVUxOUFaTGl5dzdIaHVnb2hPSnNHekVOMnJLeHBRQ0NHRUVPTFU4djI4TW1xNGFacisyV1dqai9lN3hUMEFJbm12ZjlKTzkrb0ZvZGR6MjhtY2RzU0hRcTkvZlF6SDJPdksxeC9QVzZaYzkrM3dHT2l2QVBnQ2dEN3VkUnJBQjF3UW5qUFJCZDlkMVpmbXVnTFo3cGNCYk9taTg0c09rT0JaQ0NHRUVFS0lkNVpXVitaOHdJMUJ2aFRBL1oxdzNJc0JmRGgwbnErM3MrMkRvUUMrdnd2cWo4WEg4cDd2ZHBudFkzSEFOVWw3d3IxT3VhQjRjMmk3YWhkVXZ3SGc5MjdabXdEZTcyNUU1RXc3elB2dlRFUGFtUTdyd1M0NHR6Z0tFandMSVlRUVFnanh6clBaWld3bkhVZGpzSHdlZ0h0RHk3NTVtTEpoZHVYaitUNFFDb1E3NGlJQXcvTmUvdzVBNWlpUGthOEp3RlRYbGZ0cVYzNGRsc3Z3K202NnJKeFZBRDRUMnZhTEFENTVITmR6SkZNQVBGYWdxL1orTjVaY25FU2t3NjhRWFlTWnFidXZRUWdoaEJDbmxHUE4wQll5SDBCNTN1dGRBTzQrd2o0UHU4eHRmdG4xZHdBODQ3cUFkOFNuUTY5LzFjSDlEcWNKd0JXSFdYOUczdk53V2ZRdkFad1A0UE41eTc0UDRMblF1T2dqR2RuT21PbGlBSDBCVkFDNDFuVXJMK1FPQUR1TzRueWlDMGp3TE1SSmdCa1NXQXNoaEJDaXUweHpjeW5uKzRMTGZoN0pGMTMydEpkN1hlS3l2UmQwb05sVnYxQ1orTE9oTWNzbndtQUE4YnpYenhYWTVqWUFrL01DMjRqcllsNTFGQTI4anVmR3hvSUNIYzNGU1VES3RvVTRLY2cvUlNHRUVFSjBpNkVBZmc0Y2NpUC9UMGN4aHZvMUFEZUZscDN1NW9MdTA4NCtPVGVHcHFUNmRnZlBlVHpHaGw1dktyQk55blVjejc5NU1BREEvenZCMTlZSzRHYlgrRTJjaE9RYnV4QkNDQ0dFRU85T0F3RXNkV1hFT1RzQWZQWW9qL01iVis2Y2I3ekxJcC9aemo1RkxydWRzOThGOFlYWTBPdDRPOXQxeFBtaDErdmEyZTZGdkpKeTR6cDAzM1ljNXowY0ErQUJsK251aWhzSTRoaEoyYllRUWdnaGhCRHZQcjBBTEFrMTZ3b0FYSCtNWTIxdkJERGFsVGJuakhLZHI2OHFNQWI2YzY1RGQ4NVBYYmZzUXNKVFpWVzZobUJIS3dyZ0UzbXZrNkdPNFdFUHVDbTRIbmFQem1EY3RGcTdBV3dBOEFpQXZ3RFkza25IRnllUVpKNkY2RmFVbTR0Unhqd0xJWVFRb3F2a01zN2pRc3UvNUlLNVk5SHFHbUM5RmxvK0NNRFRBRzRQeFI1VDg1NnphelRXbm1kRHIrOEZjTjVSeERLK0c4TmNCMkJZM3ZLSDNCelBoL09WRGdUT1gzVGY1VHJ5OE54WTc5R3UwZHIvU3VEOHppR1paeUdFRUVJSUlkNDl4Z0pZR09vNERRRGZkVk5USFkvWEFkUzRZRE0vcXh4eDB5NmRDZURmM2JJclhQRCtieTZZREhlOXp2ZFhGekJIM092UkxpQlB1NkQ5U0hxMGs2ZzQxbm1weGJ1VUJNOUNDQ0dFRUVLOE81enR4aUdYaFpiL3hqV3E2Z3liQUx5M1FBRDlJb0E1b1czWGg2YUVhczhiYmlxdC93b3RqK1FGMUVmcnB5NG9GNkxEcEd4YmlHNTFjTzVuUHNLR1FnZ2hoQkRINndVQXZ3MHQrd3VBanhWb3luVThOZ0c0R01CbTkzcXZLOU0rbm5tTDV3RDREemYvOVBIWTRicG1mK280anlQZWhTVHpMRVEzc2RhUWhpSUFJTVdtdTY5SENDR0VFTzhLTjdsR1hwY0MrSlZyb0JXY2dQTnNjWE05L3hyQS94eWhMTHVqL3RlVldsZTZFdkRpRHZhTnNRQ2EzVFdzYzAyN2hEaHFFandMMFkyWVNSRUJiQ1Y0RmtJSUlVU1hNRzRPNDgrN1psZ25zdnB0SDRBck8vbVlhUUJQdW9jUVhVcUNaeUc2Q2tmZG5WRmlJbUpqTFNsU0NpQVFrd1RQUWdnaGhPaHNCOXJKek80QU1Mc2Jya2VJZHpRWjh5eEVOeUwzYjlEU0NTbVhFa0lJSVlRUVFuUVNDWjZGNkM1bEFKZ1VBSkN5a25rV1FnZ2hoQkRpSkNiQnN4RGRoSTBoQm1lRFp4bnpMSVFRUWdnaHhFbE5nbWNodWhObHh5RlpVaEk4Q3lHRUVFSUljUktUNEZtSWJzTFdVcTVzMjByRE1DR0VFRUlJSVU1cUVqd0wwWTBvVjdaTlVyWXRoQkJDQ0NIRXlVeUNaeUc2aWJXV21MTC9CcFdWaG1GQ0NDR0VFRUtjekNSNEZxTGJsQUp3WmR0YXkxUlZRZ2doaEJCQ25NUWtlQmFpbXpBYkFydXliU01OdzRRUVFnZ2hoRGlaZWQxOUFVSzhteEd5M2JhTlNrdndMSVFRUW9oalJVQ2xoNkc3OVlEV1ZwM0psT29lUFVwVUpwYlVRU2FpWTBGR20yaEVXV01VMkpLMVZrV2pFV0xMWksxVllKODR3c1RXS3ArWm1LMWkzeU5tSnQ5YXhjekU3R2VYZTB4Z2p6UmJCUUFCRVJNWnE0eXlBTEZTZ2MwUU1TbGxLV01zRVhGR0tVdEVUSm5BRWhHbnRiSXFuY2t1VTU1VnFaVFZXdHVrbHphNjFiTmErL1pBcE5Yb3hvajEvWDMyOWFJaWc2MWJMWUFBQUhmM2h5M2V2U1I0RnFLcnVmL2tzN1VFOHJKam5sbkt0b1VRUW9oVDMvRG82YU85RXB1aUVrLzVwY3JuVWpaY1F0Q2xURnhDNEZJbVZVSkFDUkdLR1lnUTRBUHdtZUFUd3dNNEFyZU1pSHhtMGdCQUZHaHdtZUpZVDRxREZZZ3B3akhsKzZ6Z1I4Z2pVbEFlVWZaQ0NHQ0NKdEtlQW1mdjV4TzBKakFUUVlQNDdXWGtidmd6c3V0Qm5Mdi9UeDdBZ0diNHhBUXc0TFBQekdBd2V4NkRpQ1BaY3pJaUhoT0RQWUFSalRJRERBTERqekVZSEVmRW9oUU1ZdTZCWW9zK3hFQi9Ia1pzY2M0RVppYWIvU2JGbHBtU0lFNFNLQVZ3Q2tBS3pLMVFsR1lnQlVzcGtFMEJsR1JRU3BOTk1aQm1ReW13U1RNb3BZRTBnMUtBU2xuT3BKT2dsQStWQ2hqcE5COUk3VTJuMDNqMTFkWnUvSU1SSnhrSm5vWG9JckhRcmRJaXRzUU1qd2pJL29kYkNDR0VFRjJFempoalhFOGJVMFZzbVY3YitzenJBQlNHRDllRGswbVZTdlhRUVdsU2x3YkZLb2lsdERFeEZZdGt0REVSWllPTTFrcjV5c01BTnJvM2xPbXBvUG95cURjSXZjQW9JK0l5Z0hvQUtBTnpEd2FWS1VJUEVHWGp5RmplbFJ6OE5rNXRMekw4bk5wdVJ3UXdjelpjQlhGMkdUR1FEVUtKczE4L21Ka0JZbjU3eDl6VDNHMTlrUHNmQUl5MzE3NjlDM0p4dGp0bTdtbzR0K1RneFZIdTJnQjJtN2dkNmVBWjNFOCtOS0IzZTdxM1NweDlGKzQ0VEVSRUFJR296ZWx5Sjh5K1VnaU5VRlVnQU5sYkRXK0hRTGtqYVBnb2RzOGpBSXJRQXoyakFNN3BDMlpPQVdoeGp3TWd0RERRVEl4bUFDM01hQ2JLZTg1b3RpcjdreFMzR0lzV3N0eENsbHNDWlZ2SVJKcjlLS1ZUcVJTVDhpd3BZcTNUbGxxSlc3Vm5pVnBZS2NXcXhiZEtLVzd5bWkwcHhibE1mQ1FTc2R1TGlpdzJiV0lBMWoxT3RveTh5ajdHS0F4dFVZUFNhWlhKOUZTbUxLM1lXaXBPeDdVdHlpaGpZaXB1VkhyNzlyWDd1dnVDTzBLQ1p5RzZDVE9UQW52Wi93Y0tKSGdXUWdnaHVzRGd3WVBqcXFqM2RFWDBjVVVvaHlJYU9ucjgxNWhRVEJiRlhGeGNXbHlDWW9aZlFoRVVSeEF2Z1VZeEVDM3hGSmNnNGhjVFVSVElmWlBPZnAwK0dOS0dBMXlpUThKZEJscVFEY1phQWFRQkpBR2tRRWpCSWdWQ2tvQVVnQlFUREpnTUV4dGlNaUEyQk04RGtZSUo5ak54QUhMWldFYUd5UVlFQ295QklVVUJNUXdUQWlJMmJGUUdzRXhFMWhJWXhsb2lzZ0J4Tk5wN1lHQVA3QTB5NlNhQ1pWSmtZSWt0dVcwTU1ibm5oc0FVS0F2S2xtUmJac1ZLS2NWV015c0Zac1dLbFdLbG9GZ3hLOFdjalFYQlVBeFdURW9wY0haYlZncGtOUlJwWnRZRTBzeFdnMGtUc1dZbXpVUmFNVFFSUEFZVW1CV0lmR1o0QlBhSTRUUEJJNURIeEY1MmVUWlR6MFFlZ1QwbWVHQjQ3aGZtQWZDSVNET3pSNERIQk8vZzlzd2VaOWZudG9zQ2lBTG9WZWpYVElmK3VnRUFPbThqVDcwZHgwY08vc2t3SWhFL1NVQ0tnVFE0a2tZTXFUaFJDbHljSmlDTlVxU1lrUzdqSGlrUUo5R0hra0MvSkppU1F5MG5NYm84Q1hEU01pVVZrQUpzbWwwMlhjT2ttZW5nYXdiU09sS2t0ZWRuVE11KzNWQTZ5WlJLR2FWU21WMDZ0V1BITTYwQUxDcHY5RkU2aUxIaWQ2cjM4SFFzQWtRMWlxSUtOa3F3TVlJWGhjZFJnbzRDSENYbXFBRWlBTVVJaUJBNENxV2lZQnRucGppSTRvQWZSeFR4U1BaNURFUXhSRkFFOXVMa0k0NklmaHJBalNmaERZQTJKSGdXb3B2WW1DVUNQQUxnTWFXNyszcUVFRUtJZHdIbEZmZitCQlROSjFBMkVHSStBRklMY3RuS1VDN3pVSlJMbHNLQzBNakFIckRkUjZCR0J2WVJvNUVKQjJDNWlZQURyS2lKTERjeDQ0RFMxTVJRS1VZbUE4VGhGL2NzU1RhLytZWTJIQmhqQXUzN1FXQ1E4WU1nU0VXQ0lKSXVDdlo3QjZ6YXAxbnJxUFg5M2Ricld4WHQyV2Q0Vld2VFcydWVXL256ZmNlYWNheXNtVEY2ZC9xTjdkdFgzSmNzcjA3MFZMSDArVzgxdGo3eTZwUGY2UFlTNWZFMXQvWDNLYUliNmhhOGNZUk5QV0NNR2pxMFJiVzA5dEFEeDE1NlVaQnUzdEd5YitPYmZtUlE3OGE5Vy9iRXJWR0I3MnUyZ1lwRUlxcWtiUGhJNDBWN05lNWF2OWEzVmxuV3lucFdlVVpyanNhTGlrclBlay9McnZVUHN3ZXlWbW0yVm1tbGxZR053bEtSVnJtQUVFVUFvbVJSRElVNG1PTWdpaE1oRGtZUlFERUdGd0dJdTBjTWhDSXdZZ3lLRXloT3hKcUlZZ0JpYmY3VzhxTHhYTTM4SVgrWm9kZjY0T1lxQUhOQUJBUDJBaEFiQlFRTWNqZFFVc3JhdElIV3pjUWNBSkdNWjJDOFhwUVoycXM4QTRDcFpaVkdDNEJ6ZkdMMjNRMEplTVRrTWJSSFJCNHpmSUE5SW1pRzhoV3hKaUI3MDRKVTl1WUVxYnkzUWVHN1M5a2Z1UTA0R0hER3lBbXZJR252ZmZubDlZMm5EVHRuU0pKUysvYSsrR0xqTWYwUm5VQVNQQXZSVFpoajVPNW9TdG0yRUVJSWNjSlYra05IcGo5UFN0MER3R1B3WHJhNExjaWtIdk1qc2JWRWlCL2hBQUV6N3dLd1QrdTRiMHpyTTRwcHR3SHRadEFlQXU4eVRIdkFkcmRpdTRzODA1Sk9hMHVrV09tVUJTbFdTVzI5MHI1K2NaOXhOUzBIWGx1aFd0N2NxNzBXMjZRVUsxaldUVkdiNnRsTGxhUmV5Mnd2OGl3MmxUSFFZQWRQdmlVeW9FZnhGMEQ2Y1E3TWE4K3QvUG51WS9zTXB1dUowMGJVcUFCdmJGOXhYeElBVVRTbzhsUmsyNnRQTG1nZGRkSHRwWkdZNnJkKytkM2IyZ3ZLeDljaytwTTJwNjlicE5jQkNWdndrNjY4MFc5bytHRW12SHo0dEp0N2xITHBKTFZ6MXlPRjFwOC9MZEhEa0oxU3YvRFozM1hnelFUQUptemZEa3lZTW1Pazc2cys3RVVmNzExeStaVU5pK2MvRU5xV0txK2NmUzZCUDFIZjh0akhzUG1aTnIxbUprNmRNVmxELzNIVGs3L2FuTGRZdVRCUFljd1lHdHJTb2t3UVVDYlRXMWtia0NsTHE1NkJwU0FvVnRZYThudVcrR2h1QnNmamhKWm1jSnpKbUloaXk4UnNLYUpMaTN1ZFBtbldydGNmdWtkWjNVUEI5bVdpUGd6dVM5Qjl0QmNaempib3dSd1VBYW92QTcwSlhIS3cwdUhJY3RseUY2L21sYkdEc3JYMXpBZHI2Z3VNQXNqN3RSUHk2dWtQcWFESUw1bHYrN3d3QnByQjNBaGdQeGhOVU1SS1JXTnNVcjFCTkZoci9CZUs5TTFEUjA4b0pxSjRERkdValpyd2NNQ1pPMTU5ZnRPcWt5VXJmWmkzS0lUb1RHZWROZVlNamtaZVlzWnVXSE54eHRJQjM2ZjFCT3FaTVMyRFgzMysrZGU2K3hxRkVFS0lVOVd3VWVPbVErbmZJZnN0L0FVQzM5ZWFhZjdCbTF1MzdqeHoxTVE1MnZPbkFxcU1iU2JOQ0FpTU9JQWlnT0lBRnhHUmZ6VG5ZMllMb2lUQUtURFNBQ1VKbklMU1Npay9ia3p5RlRCYXN5WGJuQUpVbXNGSmp5SXhhekk3bVZ3VExDQ3RJMlg5bFlvb3BTTTlrMDJ2L29NVUI4d3FVSW9EeTlublpCRW94UUY1Y2Q5azBpMGdrN0tXQTZVNVVGWUhBU2xiMG5Qb2NPMzNHclYvei9yZmM3bzFXZHAzd2tnL1d0UjN6NXVQTFBkVUg3OXN3UGlMMDZsOW0vYnNySDgxZjh5dFVrMmNpZlhYdlFlZGQ1NVBrUjZ0clkxUFBmdHkzVnZ3UElibk1iWnV6WTI5TlJPbXpCaGhXSnNORDgxN0lmL3pHRDd0NW1oUExwdlNFdXpmc0duWnNqZXo0MkQ3cUV5bVZabXl0RHJ0dFBNSGUxNmZpL2UvdWFHdU9mbFdNbTZOTWxHanJJa290a1pGSXI1aXl4UXI3dC9IcEZwYmpXa0tyTFhLanczb0dTczcvZnptdDlZL0hPOHp2TXFhMVA1MDQ4dmIyYkt5aWp5cnJJNUVldll0S2hseVZYTC9LdytsTW8zN0ZaTm1ZcTBJdm1YU1N2dkYwYUlCNXlXYlgyc0FRR1RoTWJFSGNKU2dJZ0JIQVVRSmlGaEdETmxHYmhFQVVTaU9rS1VvSzBTVWlnNWtHMWdRZk01R3pGRUFFU1pFd0pRdGN5WTZvVk1GTXpNVFVjRGdOSUFNUUlhVUY0TTFlNWh0YTdhQm1rMHJvaVNBRklOVEJNOXFyM2dJd01aa0RyeDQ4RmdFSDh5eGJNazZSVWw1ZmNBY1lSaER6RkdRTGdNc01iTi9GQUgrMGI2ZnB5aGxydHUyYmNPT0UzSDhveVhCc3hCZEpCdzhwdzAzUjMyOUNVUWxxY2FXZnErLy92eXU3cjVHSVlRUTRwUTBaa3hrcUkwc0ljS2x5SDRoLzhIMjU5WjlOcmQ2MUhrZkhSWXZLbnVmNFZSTDg0NTEvMkJPVXFEZ3F3d2lSUEF0a1IrSkZ2ZlIwWjRYcGx0MnZBcTJaVHJTWTN5UWFqb0FNa1ZnOUFTakZ5blZHNkIrektiMFJBUkpMakF5Mlc3VHNDQ3lCRGJNWkVGc3dXU0pTSUU1dzBCQVlNdkliZytBbGZhTEFZSzFtZDNFYkVsSCs3QU5kak5NaGxocDBwRXlhNUs3Q0s3aEdBQVFNd05NVEVyNXhVUFlwdmRaazltVGJSN0d1ZVpoN0Raa3JhUDlyTTAwTXR0RHF1cUlsS2QwdEo4MXJUc0FwdXo0WjFlVVRFeWsvSjVnRG1CTmtyTk54aWliT2lVQ1ExRnVtZktLd0NiRGdBVXpFYWtZa2ZLWVRaS1U3bUZOMEp3N0kxRnVmTFNPQVJRQm14UUFZbUlGa0NKbXpRU1ZEWkN0QlVneFF4RmxoeXlmS016Y0RIQXllME1GclVwSGV6SUhiN0V4ZTBDY1pLQVZSRW0yU0dvL1ZxcmdHUXUwS3UwaGs5ejdISWhhWVNrSnNpa0dwVXA3alpsK1lQZjZIMExwbG5qWjhJbmdURk5yMDdZTlJENFg5UnhWRGZJeXJiczJMRE0yblRHZUYyaGpnOEJ5eG8rWUlKbjJ6Y0JCRjA1VXNaS0xtdmE4OHJOZzkrYURWUTJaVEZKbklwNTMyaG1YWEp0cWZYTzlIK3RUY1dESCtrZURvTlVXOXg0NlV2c2xJdzdzV2Y5SWNkbW9pNHhwM3BOc2ZHTUhFWmN3Y1FrRHhVUW9JYUNFTFpWb1AzWTZLWDhvckNFbUxyVkI2MzRBSlFDS0FTb0ZjNk5TL2l1TTRNTFFoNVV5SEV4NWVmUEd4MC9rNzZTanBHeGJpRzdFYnN4ek9pMWwyMElJSWNTSmNycjFod0k4SkpjM3NqQWI4MVpUU2U5aFZXQ1R5c0IvOE1Ybi9tOVBlUDh4WXhJUmYzQlFiUXgvZTNQOS9GY25UcDE5QVZrc1dyMWtia051bTZIVmlWamZXSEJsa09ZR3o2Y1J1M2U5dFNyWSthUXlFU3JXa1doWmNjL1IxOW1nSmQyeVorczZwVXd4a3k1V1pJdGdWVEg1ZmgrbGk0YWJURXN6MlRSRCszMUJxb3h0b0xTT0RyTW1uV1EyWHQ0SVdFWFphSlVZUkVRVUk5SWVzOG1BMmJoeTQyaTJkelZUTmpna3pTWklaenRhVXlsSUtXdlNUT0JlMlVEZk1wc2tDQmlZbllvS2J3OU1aVklNaGcyYUdVQmY1TnA2Z3dCbXlxL3N0UzVtYmx2Q2EyRk5LNWg1WkY0Skx1ZDJndzF5SGNMeGRvZHc1QVh4cEFCaXNDVUdCOW15WXVVQm5HRzJDb3lBaldFQ1JVRmdCak5BSGlrdllxMDVRTm5tYkFDeHljMFh6YVFqQkxaRTJqRGJSbVEvTE5lNW5EUFo3dHJVckpRZlU3cW9SNURadTRxWldrRm9JVVl6R0MxUUtoMko5UjNNaEFOYUZ4ZTM3bjloRVl4dEphVmJBc010eFdVRG83RmVZMmRrVWkzZjJQVDRENThFWVBJL2xhcWFPNmNCT0sxK3lZS2ZoRCt4Q1pmTlBOM3oxVFVaNXJvSTFQRDZKWE9XSHJKQmRjS3JLckxYbXFiTXAxL2Fjdi9POGl0bWpkQ2F6MmhZUFA5bkFEQ3hkdllFaitBbGRlWUgyNTc0eGQ1Qy96WW1Ybkg3SU9YRnJnaFM1aHRiRzM1N1NCVmtkWFhDT3hETlhCVlllcmk0cU0rd0RMdy9iOXY4bzFmTHF4TTlJM0ZUc1hMUjNLOVcxdDVaWVVrL3ZtYngzQ2NMSFI4QUtpLy9jaG1VLzg5S3NjK1duMDBEYnp5elpNR0d2RTFvMUVYL2VscEoyZW5WT3piLzRlT2U3OTBEUWpXQmVvRW9TdGJyMzk2eHU1b0V6MEowRjdaRTVIa0FzR3VYbHVCWkNDR0VPRUU4eHVsUUtHTG1KSUFWWkxBc3QyNWk3ZXp4QkRzR3pBOXVYSkpvR3poWDMxUlNGTEdUVmRyYnZuSjU0cFdLMnRtWGdJSFZTOTRPRmtaZGRIdHBhU3k0eEFSNFZzWFVRQXZzZUxIaGg3bG1SM3NyYTJlL2g1ZzMxNmU5UDJIbGc0ZU10eDA5WlVhZjRraTBFZ2grMnJCbzNndVRhbVlPTVVxUDBkWnNZazNuczhYcEJ3NmtmN0w1OFh1YUFCQ0dEbzMyalViOVdMUG5wMzN5Uy9zTTZsZGNmT1kxeGlaM05iLzUzQ29nQTBNWlh5bnlpY2xYa2RLKzhaSmhONlJiZHo2YWFubnpkV1hoUjB0UFB6OUlONzVtTWdlYWRMelBLR3N6clRiVDlCYkF4QXdGWmlKV0NzVEswMFVEZEt6WCtFeHkxeXBya3EzWlhEUXBnQlVJNUhrOUJxdEk4UWlUYm56T21tU2JCaysrWHpZeXlEUnRZOWdNc3RGeDRPbFlHZm14WGtRNlNxVDlkSExuU3JZbVJTQkx6TVlTR1NLMmxzbVF0Y2FQbEphcFNPbGdBRENaNXBjeVFlT2I4Zmlnc1lGTjdpTE96bCtkT2JEamVWSmtMRmxMUmhsUEYwVmp2WWRONFNDNXJibngrU2VONVl4bVAyTThEb3hGeHZOaXVrZWZjWk9oZEFvV0xRZGVmdnFoMXRZM01qdjY5TW5nMlUwSEc3bWVPK1hPQWJHSSt2USttQjl1WDNUWHp0RGJvNG9yWmw1SFNqL05aSHV0WGp6dkQva3J4OWZjMXQ5WDhSdkI5TzExRDMzenNmQm5VekZ0NWdYRWFrUUxIL2hsZUYxbGRhSXYrWmtMbWpOMlVYR0VodTBqOVhUNDNCT0xNdVZnOWVLYVIrL2FXVm1kNk12S1RHeFlQTzluQUZCK3haM2xtdml6MXBwdnJsOThkOEhBdWZ5S1dTTzBvcHZZQnI5WTk5Q0M4UEJCT2hETlZDaW83UVJiWnRrMlBiTjQzbXRBUXZuUm9DcVQ0bjlVMU15dVpHUDkxT3U2b2REeDRjYS93L2ZmU3d4cldLM1JHcXBseTc0dCtkc01yVTVFUzJOQnVlRmc2YXN2Y09QZzBlcGJpbm1kSnA0SmtNOXNEclIzL0s0bXdiTVEzU1FhWldKbW5aM0pjRk9icGhsQ0NDR0U2QnhzclZaS0VSTmFiR0QvKytVdEc1NEhnSW5UWnZSVHdMVnNhSEhEa3NpbThINWp4a3lQUkNPOUtpeWx0OVV2djN0cjVaV3p4d1ZHcDliVkpWYSt2VTBpVWxRYVZKbzBiOVFSR3NiQTdvYUYrbUJtZTlLMDJWOHhHZk4wbzkrMEFpdnVQU1J3SGw5elczR1U5RVJyMCtzYjZoYThVVm1UR0cwcGZiYVh5VHdWYUcrb1lqclBwTlNDelkvUGE4cTlGV3pmbnR5Vm5kNEs1ZFdKbmpvU1hFS0t0L3VOTFgvYXVHWFZvZDJ5cXhOZVZkeDhETXhnL3lzMEFBQWdBRWxFUVZUZjJmakVyMVlBUUVYTkhaVkVrVGNiNnA1OTVMeWFVV2V3NXRkMnR2cEx0NjlJSk51OC8rcEVTWEhVenJKay9yTmg4Zk5QQWc4Y2tqVWRkOVVkdlNJWjd3WlMrTzJiamMwUGg3dDFWMDJkZGFWaHVtOU5uVjZmYXk1V1dYMXJYNG9WWGE2QWx4aDJTZ2JtbDg4dnZudDdlNys3TWRXSmtxSzR1ZDVtN01QS28xajk0bm4vbUhEWnpFSGFwN2RTYUY1WlJNWFZkdWRiaXh1MkxHbkozNjlpNmxkcWxRMVcxeTlaOE5OQ3phYXFwczY2eGNBOHBZd3ViVmc2YjhuQkZUc09IVm9iaStnUHM4R3lyVXZhQk02WVZEdHJpdUhnWlFYcWwwNXpPTGhGMUN2NnNHR3NXNzE0enNQaGRSTnFaNTZubVA3Wkpsdm1iRnp4alVOdjJsUW5QSXFrSjFsRHI4VWpWTm1TOUpac1haRTRKSUFjTitXT1lZcXBkOHRMZWdXcUV4N0hiS1ZPNmtjQVlOS1VPODVpN1YzTGxuL2FzT1N1NXdwOXJwT3VUQXhrTnA4T0F2N3UycVVMdG9UWFQ2aWRQWWJKUmd5YndDYzEwT3pjWFFlQXE2WWx5NG45WmgxVEkyRk1JKy9kMmJCcFU5dm1iem5VdTg5NURBd0JzRjR6RGJLZSt1dldyZmNla2pUcUd3K3VabURObWtWMzdUenpuTXJUaVBBOVdCTm5Ka1dFZldEOWVudkg3Mm9TUEF2UlRiS05Gb2lRYmVod1VuUVFGRUlJSVU1RkwyOVp2d3pBd043RGgvZm9hY3V5WmNiVHAydmFyNjlXeEJ0V0xablhKdkFCUVA2UWtlVWFTTmJYM2IxMTRwVXp6MlJyQnEycjAvbWxzMVJ5ZW1ZOFc2VGgwd2hyYWUvcXhYUFhBd0NxcTczSzZDV2Z5REEvc25iWmdoVnRENTlRVVJYVXBpaTk4cGxGOTd3eGZ0cnRnNGxUSTF0ZWppNU9uNGxZVDdiWEdNcDhiZTJLdS9ZVmVrOWpxbThxMFpITXRVb3BXclY0M3YyRnRwa1lNNU9JWVZjdDloNEJnTXJhTzA4alV1WDFpK2Y4ZU56RmQvU0NSKzlmdFhEZS94VCsxS2JyNHJqOXFBM3NRdzFMNTdmSm1sWlczdWhURUxrYXlPeXNUejY1QkUrdXlMOHhRSk5xWms3T0dHcGN1M1R1dXR6Q1VSZmRYc3F4eUh0YWs4a1ZSYkg0N1liVno5Yld6VzgvY0I2VGlCVEZ6Tlg3b0gvZnc4UDc5dEcrQjREcHlvOVFaU2JORFVXeGtpK3RXamgzUm5pL1NWUHVPTXN5TGpwZytGc0Z2bU5SUmMyczk2WXl6WCtPUm9vcm1ETkx3L3RuSlZSVmJmQTVBUHNibHN4dDgvZFJVWHZIOEVDWkRCbXZMQ0RUdU82aHU5N08zRTZmcnF1YVJuOHFNTml6TjZYYUhEOGIzT29QMVMrYzg0VkM1NjJJQkZPdFZpMVFHQlRPWnNQZFVJajQ1cDhiRnMyZEI0Q3F6cGgxS1lIMnJGcVJlSE44elczRnBMMnJZTzNUOVlYL3JqRjgyczFSeThGMGErblhhNWZPYXhNNFQ3eHM1cG1hOUVYSmpQbHpSSHZuclZ3eTU2OXdXWGpGWHJXeC9JUTFadSthcGZQckMzOTJXZWZXekJ4aVNVK0RzVSt4eG9qVlMrYjhYL2k5VHFvTmFpelI1b2FGYzE5QWRjTHJqZDAzN1h2emtWNGdHZ2pHZmpCdlpKMHNtRG52RGhJOEM5RkZPRHNtS0RzNkNFQWFmdFMxN1pRNW5vVVFRb2d1ME1NcjNzUmtUaDh5ZWtKdDM4YXpra29oa3JMSnVqWWJWbGQ3RmRISms2R1FxVjgwLzZuSzJqc3JLT0ErOVdWYmxnRVBISnllcWJMMnptb0c2WUNvV1lOZnFhK2J1eGtBQmsrK0pUNGdWblE5TE85YVc3ZjUwZkRoeDExMVJ5L1BtTkVwWUdQTGx0YWRsVlAvODJKbUx0NlZmSG5KOWszM3BTdUgzUGt4VnVxSk5ZdnVLdGhNZEh6TmJjVVJGYjJHb016T3BHNHpWaFlBS21wblhLTEFWWHYzTnY0WXVOZU9yN210bUZsVkhqaVEvdDJvaTI0dmpaVkdMajZ3L2RsdnQvZFpWZGFNdW9ZTnB4cDZibDRlWG5mZWxCbDlyS2R2TURCdnF0MjdGNkhoa01BWmxUVXpScEZTdkhheGZ1cmdzc3UvWEFiZlA5K3lhaXlPUjc4WU1QNitwdTd0d0xxUW9zSDJVZ084MU1PYXFUYWwvMWJXbExJVlUwZGRheFMvN0h0NlRLWmwvMWZEKzB5b25UMFdpdjg5WmN4ZHp5Mi9xODJVWGxYVFpwY2J5OHIzU3FwTW9COWJzMnhlZ2JtRUU2cWkxbndJaEtCKzBkdzJuKytrS3hNRFlZTGhHV01OSzJUV0xyN3JZQW4vK0pyYmlxTk5zVnFyT0o0Mit2ZmhqUDdFYVRQNk1iejNxVlRtUjIxT08zMjZybXpLVEdhbWdBQlBaOHcvd3B1TXUvaU9YcEY0Y09udVZ1L3JBRkJWTzNNU3dlcFZpeGVzR2w5elcvOElSV3V0NVgxTkJ6SUZHMndOSDM1enRBeGxOeExqaFRWMTdrWlBudktwaWFGa2czUHJrL2hKWmRTcmJRNHlUK1RPRzlYcWtzRGFkVmFSWFp0OGZHMmg0K2UvVHczMVVRdnpyREk2bFVaeVVmZ3pycXhObDRQMDdvYUZjOWRYWHY3bE11ajB4YTI3WC84RGd6NUtBQ3paZTVVeER4VDF1N1lKbSs4NTNPbTZ6QWx0bFM2RWFKK2J2Z0NXcFZtWUVFSUkwVVV5QUtDZ3Y2REkvMEFyZXc4OHMrVHJ6YUZ0cUNKeXlRVEYwYjJyRjgxL3FuenE3RW1CMFZ5L1pNdERlT0R0c3VYeXFiTW5XVXZaY21yU2pmV0xzeG04OFRXM0ZRL29VZndGWXIydlVUY3VDcGM2VjFiZVdPUVpWV0hUOXVYZ1pXOWIyZG1sRjdJMnUxY3ZWa3UzcjdndldUbDE1c2RCcXQvdVZ1K1JRcFZwbFpXSklzV1I2Y3lxZUMvdCswdWhjdXVLYVRNdklGSTFLUjNjdC9YcGUvY0RnRWZ4Q2syMGJmUGo5eHdvS1lwTVRobTdZZE9tQndyZXdKOVlNL005ckRGV2EvMzcvUGNNbHowT1BQMCtFRjdadWI5bFlVUEREdzhwbDU1NDVjd3pHWHI0VzBtOUpsZXFYVjc5eFo3S2kxekRKdGl0aWMrM3pIOWJzMWkxS1dYT1Z6VjExcFdrZUo4RzkySVZQTHgyUldLZjZ0di9VbVRzVnM5UVR6THBGOWF1K09ZaFdmbHphMllPOFlEckZid0ZHNWJNZnlWOHpQSXJabzJBdFdjUWNXazZNUDlZc3pSUnNCeDQwaFhwOFJwY1hMOTQzZy9hSEtNNjBaT3R2ZFpxZXMwbnhXc1h6enVrcWlDQ3lJWE1ORWluekM4MzFoMDZobjdpdEJuOVBPaGIyUVJQcmx3ZTNkcm1QVGVPT01kYUx0VlFweVd0Vjc4eUhQeFBuNjY5RWxXUk1WaTNmVVVpV1Q0MU1kUVM5MXExZU1IeTRlY25la1JVN0FKU0dFYXA5RkkzUnI2Tm5zUExicktCM1ZTL2VIT2RtMTdzb0RGakVoRVB3ZmptNXZRL3F1TEJkY2JhNTdNM0lLYnJTSEdrM0dxT1dyWjcxaTUrYmpWV3JHZ3pWM2JPOEdrM1I0bTlXbXZzU3dUYVNSenNmR1pSMFNHZjlmaWE0RXdGMWJ2NVpiMnVzdkpHbnp4L0lwUjZybVhYczIrQUVDRGJGdjFXcjJUd2YvakZmcy8yenRYVkpQTXNSRGNoZU5Ic1Q4azhDeUdFRUYwa0RRQytGMy9QM2wyWmYzbXhvVzNXY2R5VU80WkJtYjcxaStjdW1UaHR4aGlscUgvRDRqa0w4d1BaOGROdUgreXg3bWQ4aXRzMFA3K21MckVKTGpBbWlueVFGVGJYTDVyejU3YW5uNjZwVDkrTEtGQ3ZyclBlamtsRGdzdURnRjllVXpmdldRQTBhZXBYcGxqd3VRalM4N2F2bU5jbUtLNnN2TkhuUHBscnRQYk9iVmcwNTdaQ2IzQlN6Y3doZ0pyV3d2b2JHLzgrZjY5N1QyY3B4UU5XTFpyMzJLVGF4SlRBWnZZOHMyVCt0a0w3bDEveHBSR2UwcDlmdFdqTzlXMHZmN291MlIrOWh0bW02K3VlLzN2NHhzRDRtdHY2SzZiM05TeVpkMi9lc21LUG9sTnNrUDZyOGlOM3NqV0xHK29pVCtRQzZ3S29vbWJXZXkzc3F3cXFONEFYMWl5NmEyZmx0RmxuQjJ6Wjg3MSt6R3AvL2ZKNUx4NnlWM1hDaThMOGs3WEJRMC9YelgwMWZOQ0psOHpvcDdXNkRxeitvY2hrTml5ZlczRGU0TUdUYjRuRFV4OEpEcGcyV1cxVUp6d3ZZajVRbjlRL1BpOW1yMG1uZFA0TkFKcDB4WjBUV05Na0J2ODJIUGhXWHY3bE1yTHFrMHg0cEdISlhXM0txY2VNU1VSQTZRb2ZpS3lzbTlNMkt3Mmc0c0RJU2NxbzVKcWxjN2NOclU3RWxBM085UXcvQ1V6WHZYclpTVVE0TTdEK3IxZXZtUDltb2YycnB0MDV6Y0M4c21icFhXMnFDVkNkOE9KUjg2OXBtL3hEYVdtc0VnRzlzWGJwM0MwQVVGa3pkb1JDNWhLYjRyK3RmV2pCWVRQT0FOREw5RGpmYWd3MGl1bzlSbzlWU3cvZFovaTBtM3Y0aGorNHFtNysxd0dnNHFvN0ttRTRhRmcwLzRYK3c4NGRVTVFjZ0FoRVN0dk1nVzJGYm9SMEZ3bWVoZWd1MXNTaE5MTHovQWtoaEJEaVJHTWdUUUJNMExwdDI0YXZ0Z21jSzZZbXhpdWJQajM5ZXZxUjhpbDNWSG53aWxiOWZjN2Y4N2VwdlB6TFp6QkhLek1VTkpQQ013M0xzaG5ueXN1L1hLYTh5RFZHSVVrN2R2dzlmT3pLeWtRUkRiQVhrZUhYQTlXNnV5SWF1NXpUMkxibTRiczJaODk5NXpoTGRveTFtVit1V2RiMjJqQjl1dWFtL3RjUW9UOHlxYm1GM2w5bDlhMTlMZEgxc09iUEcrdm03a0Z1bkRQMHhTMHY2ZCtjZDhYTVNtdFRyV3VXM2xWd3JPcUV5MmFlcnJXNlp1L2V2WjhPcnh0MTBlMmx4ZnNqSHdLUWFtN08vQ1VjT0krdHZhVjNSRWNtMUxkNDM4c3RHMU9kS0lsNGRqSWI3SUdtVDFzMkR5VlQrMVlCMzIwdmNNNldWUWQydnpKMklCVHRxNitidjdtOCtvczlpVEdXZ0pTRmFXNm9tN015ZjUveE5iY1YrenI0VnpDL3BIYnVmaUo4ekxHMXQvUldyQyt5bGgrQ0RzcFdML0lLakVIUDNtU0lldjR0YVl2dnIzdTBRSU93U09iQ2dJS0dTZkhvQjlPc25sNjdJcEhMZkZQVjVYZVVXMCs5SDhiOHZXSEpYUy9rN3pkOCtNMVI2TWgwYVB0Qy9jSjVDOFBISFYrVDZCOVJkb3FCVGhzS0ZvWFhBMEJGemV4S3NDbXJYenEzYnN5WVJLUW9FbHhOSmxpOWN2bmR1eXRyNzd5SzJmUm14dE9yNnhKdE10b0FVRGx0VmcwYkREVkkvank4THR1VUxYMEpaL3lGcE9QOWpMVjJ6ZEo1ajd2OXpsWnNQaGNZL0dMTlE1RWpCczRWVSs4Y2I1aytRSWIrcmpWSDZoZk4rOHNoMTFGOWExOGdmbkZEMnZzbXNtWG41MUZBUFZiVnpWc0dBS1FVNXpMUERNNWtNdnNMM2dqb0xsSzJMVVEzMFlxS2tQMC84cFlqYnkyRUVFS0k0NVdyOXJKb08vWE54R2t6eGdTY0trc2ovWWdlVkhTQjF0UzBhdEhjUThhY2pxKytmVEI1L3JtS29aangwdHEvemRzS1Y1Wk1ubjhEbVAwZ2FQMTdROE9oM1ljcksyLzBiWjlNRlNmdGk1bVVmczFEN0x5QXZkWDFEOC9iREFEblhqYnJiQUpOWklOdGEzcTh1QUZ0cVlxbTBSOVdSR2NFS2Y1RFE0SGd1cnc2MFJPeCtHY0F1N3FoTGh2a2pLbE9sRERVQktPQ1JkR0JtZE1zNlY3MVBiYytWZUQ0QUlCSVZIM0tNcGJuU3IxemhsWW5ZcVhGMGF0Z2JETWkraytGU29LanV1eHlia210d1lwRUFCZHNGMFhOQjhDOGk3UVpURXl2K2RUMDVLWVYzMjEzMnFGSnRiUEhnbldaMWxRQ3JWdnE2K2F2QXFaclAxYjZNUVBhcWFCU0RZdm5IeG9jVnljOFR4ZGR4MVlkMkozMC94cis3QUVnaHRMSnJGU3I5blMvNUV1Ykh5dVU5UjViZTB2dmlLYy9icUcvdGE1dTdzYncrb25UWmx3S0lGRGtqVlJRajY5ZG5Ealk2S3o4aWk4TlorMWRwa0RMRzVaRVZ4MjZaMEwxSEY1MkV4VDV2TU52RXhnUFAvL21IaDR5NXpOaHVDSDkySnEyMDJGbHh5RXo5MW05ZU1FU0FDZ1pHdFFFbkZxM2F2bmRMMWJVenJqRXNtbUMxaTB0ci9nRmc5dXFtcTlNWThaa2svYnVienRNSWFIaXNVeTV0WFpMbzc5bmg4YzhZbS9hWHdrQVk2cS9ORkJCZlR4anpFL1hMUFZYSDZaYUFIQmw4d3JxSThiYSswZ2oxZ2p2a0wrMXdaTnZpU01lcjhpWTVCTllrUWdxTHA5MWptVXFXVlUzTDVRSlZ3ZG5DU2RMSjFWVFhjazhDOUZOMktLWUZFQWdDWjZGRUVLSXJwRWRLa1dIanZVOGQ4cWRBN1RCbWFsMDVOR1kxcGVReDY4MUxENTBpcDlSRjkxZTZzWDlpVERVRDhvKy9zemliT0JiV1hsakVhS2xWd0tXVjlYTi8ybUJjeEwxR25BdUZESzdyWDZ0VDl4K0Jwbk16NTl4amFxeUhiQnBDb0ZheUFSUGhzY1lBNkNLMnRrZlVveStSdGsvcm50b2ZuZytYZ3llZkV0Y1I5TWZJdEQyK3JvRkIwdUpJenA1RGx1OVMrM2F2WS82RDdwbVZ5dCtYZUQ0UUhYQ3E0eGwvdHRrYU9HYVpYUENUYnlvZHpTb0JxRnNkZG1XSDdYWmYvcDBYZFU4NnRNbWc3K3VYdkhmdTNMWFUxTHFUOTFIK2s5bE52Z01LWHFwNVZYOWwwMmI3bTEzcU5wNU5iT0dRYUV5WllKSHRiSm5yVm04NVZFQXFKbzY2cXFNU1M3eVZPU0NsbGY4MzRiSDZWWkZNeFVFZGRxcXVybGZiM3ZVaEtxNjByN2ZHTnVvMkVaWExWelFwaUlnOXg2THFPUkt3MWhXS0hNN29YYjJXREoySUVodHNNcW1uMTZZT0ZnV1BuemF6VkVQMGV0aDFNcFZpK2FFR254TjExVlR6YWZBSE44YnBIN3lZc05YMjN6bksrM1ZheEtCSnpTbk05OHQxT0JzYUhVaXBzaU9hN2JtQ1FBOHFYYjJXR1B0dnJWTHY3YWw4c3JaNHhRSGl0ay9yNmt4K2YzTm0rNXA4L2xXWGo1N0hEUXVXcjFvM3F4Q2I3ejhpdlI0c09ldlR2bmJLNkxlSjlNdHdlKzNQell2Q1V6WDhYajAvU1pqRnE1ZGR1UlM3V3paZk9ZYVkyeWQ1OU01cllGNWJPdVNPWGszWVJKcVVLOWdpZ25NMW1lV2ZQMnRjUmZmMFFzS1p3ZElQdnoya0lpRTZqZmc1ZktXeGcwbGJOTUFtRWx4dTJPcnU0TUV6MEowRTFZb2NyZlZKSGdXUWdnaHVrUzJTU2N4SHd6QUpsNXgreUN0VlRtQUYrTHg0RUtWRHA1ZnRmRHVROGJUamhrelBWTFVJMUlMeS9HQWs0K3VYZnkxTFhBZGlHMkpkNGtteEhhMSttM0tZUUdnb21iV2UwSDJnQWJ0NlIrejAvWnMyZnZEM0R5M3c2ZmQzSU1zbldlQkZzNEVxOWNVQ0o0cXBuNmxSc0gwdE96L2JjM0N1UzhWT2tlL0hrVWZJbEpxVjFML01iZXMvSXBaSXp5eVBWdlM2ZlhGL2ZwZjAySWIvN1I5eFRjS2pLTk9GSEhNWE04V3kxWXZtM05vNS9IcWhGY1ZENjVqZzM2cDV1QTNXSHhvNER5ME9oSHJmU0M0TUpVT2xxNWZQdTkxNURxTjk0aGZZQzEyOUtUTWV3RnNaY3NyTjIxS3RCczRUNnFaT2NSb2pHaHRUUzZKeDZQalRXdkxTdUFCVTFXVE9OZmF3Q29WbThnbS9aZE5tK1lmY294SnRiUEhNdkcwRlBTUDJ4eTBPdUZOaktVbVdWYXZLVXM5TXBSZTFXYWIzR2RRTy92RFlQYVRyM2h0eGlLUHI3NTlzQ1l6MkpKOUd1QlJlMXNpQndQazhUV3podm1XYW1GNWZWTkxzazFHdjZwMjVOVkV6TEQ0eFlzRnFnVXFhMmFmRDdaVlJIaWdVT0E4ZVBJdDhiNUY5c3JBcW9ibmx0KzF1N0wyenRNTW1jSEpaT1R4OGl0bWpZQXhaeEQ1RVJ1a2ZsdW9HbUI4elczRG9HMXRNczMzaHRjQndNU3BzeWRyYTByZTNOLzBXRlZKY1UyYXNXejlZM2Z2QllDcXFTT3ZaNE0zVmkvelZ4YmFONndpYWo3QXBBS05vSmlEeUpvTlN4SUh4eW1QR1pPSXhJZllpektHWGxtejVLN25SaytaMFNlaTlTVVpKSi9JWmNLelkrTlRGVUhLVjlabWRoRndCZ0ZzckdwN3M2Y2JTZG0yRU4yRWdXSUFBRmtKbm9VUVFvaXVjVWp3VlZsOWExK0NmNzVKODBZWW5BMXIxNjlhZm1qZ0RBREZaNHk2bW9uNldwZ24xeTR0ZmdGdWpMTlg0dGQ2Q21PRFZ2MkhRbDJ2SjE0NXMwcVJkOEFhYWpKUWcxY20xVjl6Z1RNQTlPUWVWNEdJQ1hiN211VjNiUXJ2WHpuMUs5TXR6RUJEOXJIVmRZazIxd1VBVlZObjM2QkFnNUlaOCtmY05VeTZNakZRRVZjWXpXdmpmblI4WU5KUGJhejd4cDVDKzZPdmZTK0FZUFVTUDV5VnBhcFljQ1ViOVBPMDk2dGNVSld2dDVjcFY4YSt0WDc1M2R2Z2dyM1RlaFRmUUl5ZFVOcG5SY016UHVvYjZoYThVZkRjQUlDRVlxVXZ0b0czb2Jnb1BnMlp6Tk5yVjN4ejM5amFSRzlTcGtvcHFOUit2U3hjcWo1aHlveVJWdEZuTXNyYy84eWlSTnNHWVRvMVVrRnBEM1Jwc3pVTnp5ejUrbHVGemw1Uk0rdHFFSitaNHVUdkNnWDRYalI2b2Nud05zLzZselUzQlUva1B1UHhOWW4rV21HY1VpaHBWYzJQaFlQWHFxbXpid0RRZzQxOWNsV0JobGNWTmJNclNmSFVRTkdTK3NXYkM0NVRQcTJzZUZxYTFkTnJGeWUyRDYxT3hFaXJEOWhreTlOeHI3VzMxbHdPb01WU2VudkRzcSsrSE43MzNDbDNEb2pvK08wWlF3OXVXTDZnVFhPMENWTm1qSVMxZnYyU0JjdjY5Q2dhUjRwZWVtYkp2RzNJamp2L1Y4dFUwdnFxdC9CSXBkcHc0NmtWVVJVenZ3anlYbWxZa3NpdjJxQ2lJWmx5SUdoY1V6ZDMzWmpxbTBxS3RMb1E2ZGJIY3IrVE1XTVNFWTFvSmNCdnREYS8rcnhTMGQ2NW5iVldOSGJ5TGIwTG5yZ2JTT1paaUc2aXlJMTVaaW5iRmtJSUlib0Uyd3dvbXpzYVB1M21LR3owZkpQQlNzOVgwMUxObVFjTEJJZzBjZXFkbHdFWVpXem0vclYxZDI4SGdNbVRiNGxudEZldG1NOWN0WERlVjhPbHhNZzEzN0xVSHliNWh2YjErRldMNXZ6MjdiVUpWVlZyUGhJWTg0em42ZE4ydDZwd0F5K2FPUFVybHhHTXA0aGVXYjJvYldBTmdDcW56YnFDZ2NITTNvTWJsaWQyNU42WHNabkpOdDFjQno4KzFxck1qalYxOXhTY2ttbmN4WGVjUmVETEd4YlB2U1c4Ym1MdDdQRU1ETWZ1SGZjK1hXQWM4ZmlhTzg5VmluclhMNTcvVk82OFBhanNtcjJNQjNzQzEybWJZVXFtZjdWdXhkZmFiZmhVWFozd1dxTEJyY25YazkvMlQ0dGZ1N05GMzc5OXhWZVRxRTU0eGNyY21qWm1oZGJxeFkxUHRwM3lTYkgrWUFEKzJicUZkejBmUHU3d2FUZEhQZkxQWjRQOSs1THEvN1AzcnZGUlhkZmQvMXA3bjNObVJuZEFDR3h6UjRBUW9NdU14TjMyR01HTWhPMWNMVGRKazhadCt0QWt6OS9QRTFvYkE1TGM4eUFCdHVNMFRmeTB6Wk8ycVZPbmlkM1lTUnJidW5LUkhUQUd6VWhDM0EyMkFXTnM3a0szbVRsbjc3MytMM1N4TkROSzM3VGdUM3UrYjJ6UG5yM1BuajBDYSsyMTF1LzNqKyswMWlWa2RXRkkzQW9CbDRVYmEyc1NCaXNyZVVsZjNyZGlsbDN2MHZUVm9hWlJmczkrVTlOQnJHUUFDOXNhYW5lT25XaXlrZ29WQkN0NmpYRkRIbXJlbnRERFhyeW1haVp5OUtOVWV3ODMxM1VrMjF2cCtxMUZTc2dQdTVyckxnQ1liTEpiUG5UK1F2VDU3RHZReFZGYnBxSGVKRUd1RHpYc1NCQS9LL0tiV1pxdW5wQWlXdHZWa3ZqZDUvdk5OS2JaUzNwWnoydExWbS9PMHBITmFXdXNmUkVBd0J1c0xpZEY2ZTFOZFQ5SXRxOTRDc3UyekdlRTl6TmtOVUR5dmxERHFURVdaSXZMdHVZUTRaM2hadjIzQUpVOHhjaGFJVFhvYW04ZUxQR0h5a3J1NlZIckZOUGZ6NGpvWjFYRy9QL1QzYnYzSTBTWVJZRG9TcHZtTTdMY1NVWFViZ2RPOE96Z2NKc2dnbFJFQUNDbmJOdkJ3Y0hCd2VIV2dDT1p4WFRNV01ZQXBlYUNVZzM0djRiMzFmYkV2OXRiYmk3aElCY1IwSzg2R3djRDUya3JObnBpNmFsbGpNTTBSZklueVFMbkF2K21hWVlIbDVLRTY4U05yTkRvd05sdmFsNlBYUUtTMmptRG1WWWtldmhzNnpOanN0YmVRSTBYZ0tZVDhYUHRqZHVTK2lIN2dsdUxrV0EyS3ZWV1czUHRTT1p5QXFVV0NBa2Y4SlQwQlV5aHU2MXgyLzVrODB2S3F4Y0E0amREcDdzM3g0OFZsZGVVY2tVQjI2Ym5EeWNKbkgyQkxYbkkySnhRNDZDU3NzKzNRV2VVdmxxQ2ZUNExNQUNTZlNTSXJuUzJmamVwSFJRQWdPOUJNNlhQRm43WmYvTW4rcDBaeGNvV25XZGJhNlBUVm16MFRIV0wrNVNpazZqaGpYQjkzUmpsYXZDYkdsUFdaNG5vNk9GbUxiNC9Hd29DWm82YjdBcEY2bjNKcWUrZDFtMVhrejIvZU4ybU94SFkvY29XdjRnZnk4MTkxSlhSbDdtS0pOK2xjVFdOYkJvNXc5eUtSek95bEgwZkFLUVQ0SzhTMTdXOWl0Q0RMbGZPb2ZyYUg4V1BUMXV4MFlNR0N4TEIwYmJtN1c4bTIxdHBvR3E2SXN3Qmw3WnYwTUpNK2dqaDJDUnh6dmJRdkhzVTBpbEJkdkRtalo3NmVDL3dhU3MyZW5TWHFyU1ZmTGt6U2VCY0VEQnozRXpkSzZQNjNsU1drYTJuOGpVWHI3QlhZRWo1R2dBTG9rTCtOTm0rNHZINU51ak14U3VVVXI5VUNoN1FtUDdhYUJYMndqVlZkMms2ckxSVnRCN2dXVlc4dnFvRVNBMTAxTzg0UDNpV1prWkdueWdoVGIwWDY3LzZRWjk3NG5ycjJzYy9CNERWQUFBSXlFVDArdkZrSW1xM0M2ZHMyOEhoZG9HUUFnQ0E2QVRQRGc0T0RnNE90NGdZQUFCanJrbktsbTVCQ3ExZThjYkJCak1oY1BaVlZNL2xxQjVTRnIwZWFxeDdCNFlDazV5TXRBZUJNRHNXMHhxUy9WTHZDMjY5dzNDNWZhQ1lyWlRvRFRleE1TSlNSYnExR0VBSFlHeU80c2FscnRabnhwUWNsMWJVM01zQTVpSEpjK0dNRTBtREsxOXdxMWNTTGlSUzc3Umx2alBTcCtzTmJzNVZ4SEowQUZCQ3Vkb2F0KzFKTnI4MFVEV2RnTzd2czBRZGpDb2pIeHBieVlnK3k2VDhVVEp4c3VKMW0rNWt5R2VGR3JYWFlOaUdLWHZLMTBuQkpTWXBIUVFNQUtlQlR0czRHaC9ZallaczYyNEI0cmlXbWw2Z0pFUTdkcDg1QlFBd0pUMnRnSUR5VU5HUmp2cnRDWlphSlc3eEtCS282NWJlRWw5U1hPUTNzelFVWGduYXUwUU1ZMmYxcm1UUExnaVlPVngzUDhZQWQzWHMzbmtpZmp4alR0WmlJTzBxUXpGTklVVERlN1QzWWFqaUlGTk51QnVKdXhXRDAvSGwxaVVWTmF1UTR3d2tGb3VjNVQrSlh4Y0FZR3BXUmpVaVhZNmVaMGt2UmZMS3RreVN5RmIwOVZnSHdxK2FBMFhycW5PSllSWmR2blEwZGVhQ3I5czJQOCtBelpMUi9wWjRWWFFBd0NtWnFkOUJVaDkxV29tOXlrVitNOHNBNWJPaXJLV2Z4NGk3dUhjZ3huNTlNV3dPK0NxcUF3RE1MeGwvN2VqdUhVbEwzT1BCbkNtUFMwRWZFMkNPalBYV2ovNXpsTzgzcDJvNkw0cEVielIwTlQvYjc2Mm9XbzVTZVVLUkF3Y0JnS2F0Mk9qSkJMRWNiZnRNZS8rKzB5NWpnaGNBVHZWZE9ub1JnQVlEY0NKYlJQcytOWUV6T0psbkI0ZmJCNEpLQmVBQVNKSGJ2UmNIQndjSEI0Zi9EaEFiOUhrR1JOU1pNWVZpL1ExSDluMHZvWmUzSUdEbWdCSi8wUitMYkRzK1hIYnMyNkJQeWZDc1lVQ3BpakIwWkhkaUQzSkI0TEZVSXEwRVVXcWs0SVAyNXFmQ284ZUwvSnRuTVUxYkJMWm9CNE9sZDlTYlk0SkRYOUQwS2htYkFLaGxoWnQydkpqc00zaURaaTZCbGN1UmVXNnk3cmVHMWE4WHJQcVRkQTdhZlpaTjlXVFE0dGg1WTIreTREVS8zelFJMVo5SktWNk9GNm55QmpmbktvYmwxeU5hM2RuV3VpVGlZaHQwWkhwWlQ1LzFHNEE2bFo5ZmFhVE15UGhDYjIvc3BmUTBkNEFBcmhNSGQzdEQ4bXozSUNaYkdoRHJKYW1MQ0hvbUliazZXdXBDQUFBRkt4L0xRWTBxbEdTNzIxcHFFMVMvUzladHFWQVNacmEzN1BoT2tvVVIzWllQQ1dLQXNDVGNXUGQzU2Q0ejZBbk41RmRKeWxkRFRUc1NSTVFXQnJmZXdabktGUXBPU21UcGh4dTM3Um9laTJXNFN6UUV3d1lRSFEzYlJ3dUVZVWxGVFpFaXpFR1NNY1hrb2VQSGQ4YjFUNXVzTktpK1FhRDZ3dzExdjBtMnQ5emNSMTBwdXZaZ2UyUHQ4d0FBeXlyTURBbXlNbFRQbnZLVzUzd3VCbGFEUytOekNmaXB6dGEvN2g0N3U1S1hsaS9ZaEtTdUhHcmU4VnJDNG41VDAxMmlSSUhxN0d3OTNWdGNQczlQSWhvKzN2cE1YK2w2czBpUW5JYWNkM1hVbThsYUJPSXdXWEZRZnBXQVlraDRneWs2MFQ1cVA3UDhwdHZ0RWtVeG9VTEhXLysyenh2Y25BdEVtZTFOTzV0Z09HT2RtZmJGaUZSdkhOMzE5QWNGZ2VyWm5FRmFxTEh1elJremxrd0FZRFQ4bzR1SS8yN1A5YTNFQ1o0ZEhHNFJSSVE0NXI5WkNpSUFPbVhiRGc0T0RnNE90d1lGTmpBQUFtSklzalUwWkswMG1xR0E1V0dTMmcrUHQ5YU45T3Y2Y25MdUk4TEpST3BZZUZmZGtjVEZUV2FndlZZUnBCR3BjTGg1ck5WVmFhQnFPakcyUE5acjFidlN0QlZYQjlpWXJIQkJvSG8yZ014anlGMXRUWW5sdmpBVTFDT3FZa1R1dG1Ua3QyY2FCclBHcy95bU85MmpWaE9wTnpXZEZ5bTBrNnBiRi9uTkxPNlczMFRBdlowdFkrMkhpdGRVeldRQUQzUFFYa3dtZmxia043TkF0OWNoMTF0TzdkL2VDNVdWM05VOTcyN0o0SFJLaW5FZmt2eElNdkowcEoydUgvZjhoMHJXcFdSWGhJMlhESjBXdHFXZmFsMk1YYUlBQUNBQVNVUkJWQUlBS0YzLytGU1N4cCtRVkczUldIZEhmT0R2cmFoYUJvU0xlbTVvVHlaYnVtaHQ5YjBjd0FVSVdxZ2hlZUFNQUtDajhWa0FkUzA4eXRKclpJM3l6Yk4wMHRiRklOcmc0c2JpdHZyYUVmVnlYL0RKK3hqSkhJSFEzZEUwVnBXOHRHenpiSkl5bTZHbW1EQk9oM2ViaVJVSkZXS3RBbkNIRytwMmpMZTNyTnpNRlVJT2xvam5MbnMwd3laVkppNUdmbEJVcnZtNFpPOHgxTElFMTdTT1JuWjY3RXlUbFZTSXp4UEI5YmFtSGYrUVpHbjBlY1FhQXJ3U2J0anhVZEc2TGF0QTRzMk9sbWN1K3RiV0xKRmtMK0tFVjBNTlp1TjRleHVOTnloWElVSVdBdTRCRUNsdHpUdEhDYUtaYktMYnVwZVF6aC9kdmZPU3oyOW1BNE01WUVmZUJnQVlGSUpUeTRSZ2U0NjIxRjRzcURDbjZVcXVHRGpQWHdZQXlKeTlNcS8vMnVGc2tsRUFBQUtVbnlxZlo2ZHMyOEhoTnNHR3lyWVZNU2Q0ZG5Cd2NIQnd1QVV3cmhzQUFDQkZieklGWkFBQUFlb3hRWEF3M0d5ZUduNnRwS0w2SVZUa1FWQm5Rakc5UGRtODBncjd5OGp3VGdRN0hHN2VlV3IwV0pIZnpDS0dTK2pLcGQvcXFmbzZWSFJrZElCYVdMWmx2c0ZvT1NycXZoTFRFbnB3WVNncmFURHhlU1NwVUtxOW85V2pKeG14UWlMc1JXSXIrNFg5ZHJKeThsbCswNjI3NVZjVXdCdHRqZHQyang1YkhQano2VnpIeHlXSGZ6bllrSmg1TEFnOGxxb1pWcW1Oc1RmYTZzMlBBZnhhU1cvZU54Z2FIM0pCRTRRaGpoTERiS1lieVh5cVIvQnBjaUdoTHVEYXBYYk5nTFV4aWg2QVgvNVMrdFkra1NtRmNhOVU4RUVrWnJ4eHZQVnYrOGJNVzFNOUZ4WGVLeVQ4NXN6QnhCSjdiN0RtYnVSNGd3RnpXU3JSTW1wa25VRDE1d0J4UmlSNjQ1WDRzZEwxNWxRdXRmbjlIN0NmYXNxMThnWnBidzJQRlpWWCt3bkZOVUllRlJjSDlvMmV0NnpDbkVhNmxnZE15NVpjZGg3YWJTWUltQld0cTU0SENvckJ0cFBhbWNGZ0Q3cGZTdXJyYkRuMUhrQWx6OGpNTExGdDY3QTIxWk9uU2QwZ0JBR0ljMlBuMmUvaXk5V1hscXN2b29LN2VudXRueWRkTzFqMUdSSEZEME1OdFIyKzhxclZxR2xhUjR2ZTdnMXV1WnVobUFpSzJSeTFCT0d4cEdmbzI1Q0NqRmFDcEpNZ1pYYklQakRHM3Fza3FCNlVOcjNmMGJEenVNKzNRVWUzK3FLTXdLSHdycWR2RmdRZVMvVWdMTGZrUUxpanhieTR1R3pyRkJmWXhXRHczeHcvYmxxKzRGWXZRNXdFU294OHh3ajRxUXFlbmN5emc4TnRnZ2dITTgrTW5PRFp3Y0hCd2NIaEZrQms5eUVnRUtxRVVsQ2ZiNE1PT1RrN0ZZbUd6c2FSY2w0c0thKytsMno2R0RXV0gyNnMvYmNreTZLdnZHb1ZLSndxTmFodmJ4aWJjWWJLU3E3M3lFQXNhcjJsVGNwWmd5RFB0RFh2R0FuY0Z3ZXFwdXZBVmlNUjNkQnV2bjYyNWJtRXJDLzRUUzNMSS85Q1dmSTFkSEZQcUw1MlpQN2N3R001REhrK01kRVRSZm1iazAySmxsSUFBSk5jMWdvZ2ZyV2pxZmJBNk5lTC9HYVd4c1EzTEJWOW9xdCswSE0zL3ZPNXdGVUl5QzUyTlQxN0dmeW1WdUpTbngySXNwK251bUMxQkhYR3JiUkgyaHJya21hRWh5bGNVM1VYNlZqUU1RQXZsZVJNMldSOWVQWUhYVjB2OUFNQUlPcXJnTlAwNkRuOWgvRVo4OFZsVzZlZ2dkK1JRdjIwczJYNzZmaDF2Y0hOdVFUa1lvQ2xOcE10WFkxSkxhbXdwTHo2WG1Dd2xsL1R0eDQvT0RZNGg4cEtMdnZzVWt2UklmZGQ4aXNJc3VsTXc2Q0FYSEhGbG55U21zV1pYRy9IMkkrNnVqNDVvNEtBbVNOSmZSa0o2MjFocFhUdWZpckJoN3ZVLy9oVTR2aEQ2Mkxrb2RGeng1eE5zR2FSVW1wS1I4djJWZ0NBb3JMTnBaeWpCQVRHbWNycnRWUmptc0h2Q3pYVXZUeDJwc2w4RldJdEVSWEVLUHJjcWYzUEpuZzlGd2RyQ2hYWkZ3N3YzWDZzcUh6ekxKQ1kwdEZTMjF4Y3NTVWZGSUJFTmhXQWg1UDEvY2VUbjI4YU1FWDhnN0RoZVk1Z2hPUEt3NHZYVlpVSXRDNGUzdjNVT3dDVm5PWGtQUExoNVk5ZnVCais4VUIrdm1ub0lQNkVST1NmdTNZOWV6TS92OUl3TkZZc2hCWHVhTmcrVUZKZXZRQkJUYkNsZlpseFk1SVVBZ0FBSkk3Zk4zODdjSUpuQjRmYkJRNzVQRHRsMnc0T0RnNE9Edi9wNU9lYlJremJmWWV5ZTRFSStaZ3gvN2ZUMEQzcEt3RDBka2ZqanBHc3JHOXR6V0lnbGNrMGx0N1dXUHYzeWRZdEx0dXlFQkNMaFMwYk9wckdpazlOVzdIUk02WEhzMGFSNkVLWEt4T0lCc0pOTzBZeTF6Ny9YMlNEeHU0bUNWSGsycDR6OVFrQ1VJTVdVRXJjSnlTMWFnYWJINm8vK2V2Ujh6bHpWUWpDTTJoaDk1RmQyN3ZqNThPUUNCZ3c4RjJKZlBCL1I3OCt5LytJbTd2c0wwbGdUVjNOeVFNN1gvQkp2d1FTN1UyMXh3QUF2YTdZQ2tYYVdZOHVWZ3BPVjduUzh2c2oxNThaOStDSHJabGNmUFgxQ0h2RjYxWmxGc1QrZVRodzlnVzNlZ0ZncFlyQjM4Y0h6b3VDR3llNmdYOWRLWHE5b3lWUlBLejQ3aTJUR2JCRmlwRUMyejdZMGZSMFF2QUtnNVpVU3dDZ21Deit6TUc0elBXMEZSczlVMjZtQmtIaHV4NWRMcGFDRGc3N1VoZXRxNTdIRmMwRFZLQUUrM2xucXpseXZqNi9tWTFvcjBBRkx3TGlvcXNEc1RmaW4rc0xicjFESVg0RG92eHI0d1hPcFlHcTZZUTBNOVMwL1NVQUFGL0F6R01vWjFzeHRaOXByS0F0N1owWHZiMEwxNktVQitPbW9yZkNYZ29FZWFqZ0o4bDhyRXZMTnM4UmlOazlySC9mZ2xXYjBqVmtDNG5zdDRyV1ZjOURDVk1KZ2FHaWMrMjd6S1ErMDZNWkxQbTN2Nm1VZXBGekhWV1VqY25BKzliKzVReGdsSDdwNXNEYjREYzFyeXUyZ2dqZXZCais4VUJCd016UlFhenM2N2VlSC9iRFRya3JyeFJBWFErMVBIT3hORkExWFNxNFMwcjZ3T1hLQ2c2SWdmY1JZQ0VBQU1oUFYrYlpLZHQyY0xodHFEUUFBRVV5NlYrbURnNE9EZzRPRHY5eEhNOEJKV085cHdBQUVHamtkK0Q4Zk5OSWNVLzhsa0xWZnpWeVlTU1RWcnkrcWtScU5GMGlVcTh0R3BLSmJ4WDROMDFqaHZZSFlOdXRDYXJOZnI4Mk9jMjlsR25HQ1d1QUxuSEVhZEVMMmtqQWtadjdxSXU1VXg1R3FXS1JXSFRQWURsMEloa3E4ejVHVENMRDdLc1JiY1FLeU9mYmtLTDAxRUtKZUpNcFVHSEJUeVRiWTJsRnpiMEsyTXIreUkwZm5XMTlmbFJXdTVKUGRrMTdDZ0hhT3hwcms1WTYrOWJYTEFPeUI5cWJhbjgzNUN2OVRVSDhBakhNVW1BZFJZRlRiWTNDOFdYV1k1N3ZmM3dxYWppM1BjSmVtdVMyUzFDeGMxME5nd3JqdnZVMVN3QzBQN0tGL09lT1Bkc1RBbDhQcEh4RklaMXBiOUthNDhlVzNMOTVncGFxM1UvQWV6aXhqOE83bms3U2h3NVF1R2JqWGFoNFFFcjZYWGpYL3prL1p0QnZhbE96MHYxQ1VCdHdxUXZpVjl0MzFaMEFBQ2dOMWl6aVRNMlh5UHVJN0ZQeGM1bGhseW1KN3hDQ3Z6K203YnR3NFB1SkFyREl2eXdsdlJadU5aUGFaUUVBU0lhbEl0cjNGb3oweGF1WjZpcC9qUnU0VElMMXB2Zm1nZ29VZExHdGVmc1lWZmJpZFZVK2xGZ0tqTzA5MUZ6M2Z2eTYzdURtWEtsclJVeG5CODQwUEJkTHozQjlRd0tGZ1BPNURHRTZvdXBXUUQzdHU3YVBXK2IrQ1NiVFhQSXpnTmlPaWswbEdUMHkraUtoY0UzVlhXQ28xVFlOSExwdzRQdVJFcGZ0QmRJR1F1bW56aXhZdFNsZDUyTGxUYTd0R1E2Y2ZZR2FaYWlCRm1yU1E0VnJxdTRpaEtYQ3N0N1JEVjdRMzMvK1YwQXdtSFpHSUtkczI4SEJBUUFBQ0ZnR0FnQURUQ2l4Y1hCd2NIQndjUGdQcHRVVWtGY1lCVUNBb2N6emdsV2IwajFwWWdNQXU4Q1I3UjBPTGdjempuQ25VQ3BDWko4K3VmdTcxK0tYODYxOUloTTFZeVBaMXErVEJXNUYrdXJaR21kYVc4cXhjeVZ5L3NQSUludVBILy91WUdiVmIycVpicmxSZ0d3anhjNlBLSHFQd1dUTEtzUmFXNEtsUUtaS0ZkdDl0dlhaa2VCWFRaeWNyM0c2Z3hUckRiVWtWN2N1TE5zeVh5bDVqOGFOSDR3TmNFM21xeERmbGxIeFF2dmVzWXJnd3hTdnFacXBKS1YzTkx2MkFKaXNKQ0MrUUpyMlU1MXNyeUs2eXJpK1N0bnkyT0hYZGliWVdZMmNrVytETGcyalRPZmFxeVVldVVRaHByVTNtdnNBQUphV2JabWtKRHlvVVB6azhPNmRjWDNDSmlzT3FzOFRTbmI1Wm44RHdQZkhsTm5uNTV1R1M4cGdUMitzT1QzZGZXOWJZMjN5UHZGbGoyWVlSdm9XQUxVbjNKaVl1ZmE1ckFKYjRiV0lpc2JTSVNXdm82bjI1ekNVTVNha21TTEd6K291TlRNMFN2ek41OXVnWTg3VVRYMUsvQ1Nkcy9zT05kVzlrUEJndjZtVmVzU1RVb3BEblMwN094UEdBUUNna3BlVUwveFRLZG1yZzhyWkpsTm9GWkJrSFRoWmZsTkYrMzZpdTFJV0VESTczTHh0ek0rWEw3QWxqekcyRmdEYjJ1cTNKZnpzNVpWdG1RUk05N1UzYkhzSndHUWw1VTkrV1FyMnJ4SXBqWU9hWkVQMExRM2R3V3MzK3h1UzcyMHN4VUc1QkpBbU1hVkZKY0tlanVidEkvN1J1UldQWm5DRmdYQjk3VDhON3cwSVo3UTMxNzY4WXNWR2o1WHArdC9odEpNN2gzdmhpOG8zenlKRms5c2E2bDdMSzlzeWlSdTZQOVN3N2VmRjVVK3VJVkFkVjY5MDlHYm9xV3J3enltZ0ozTjY0Y0xnK3ZZVFE5VUF0eHNuZUhad3VFMHdvRXdBQkhLQ1p3Y0hCd2NIaDFzQ0VWcUlBSVRFaXl1MlRHWktYOHBJWGlBU3g5b2FkM3dNUThKUmlzUnNVa3pxUVAxdExkOU42TE10Q0R5V2lzejFKY25rTHpwMlBaMFFsQlVFcW1jYmpCWkgxVUN6OSthQ0NxV2dzMzNYWUlBOHkyKzZKeHBpTFJLZDBKRDN0TFhVSnF3UFVNbUwxOW5GTVFsOU9tS0dZbmk4cTJGMHIyMzFiTTdBUjBBZlhJM3hwRjdPaTh1MlR0RjA3WXZFMWNzSFh4OWJxbHhhTGo0SFFKZmI5cm83a3MzTlgvLzRWSzcwUlNJS2J3R1l5aHVvWHFPWTlnNnp4VkpGU2lJRER3STcwN0Y3KzdpMlJubGxXeWFoUy9lREZIdUVMV2RLamU3b2JLZ2JWdUpHcGZQUEFWQm5lNk54ZFBROG4yK0R6ckxGdlFwaHZrTDFEOGt5dXU3cGNoa29lUzB0WFY4VmFqenhyOG1ldjZ6Q3pKQktmRTBwZFN6Y1hQZXIrSEZmWUVzZW9UWVp3VHFWNXZKOFBuejEwdk1BQUVYKzcyUVJRZ0VSOWpJWExBazExbzFZaHVYN3pUUjBpM3Nvd3Y2ZngyQUZ0bEFKbHhiVFZtejA1TGpsSHhEZzJmYm1uWW1XVVVPbCtKbHF3a3BpOUZaSG8za1JLaXQ1U1kvOUFDSy9TRXdVS0dtOWlDdzFVeEZONldqYU5pYkFMUWhVenlhTzVhVHdSS2hwclBBYkRGZFNHTlpTWnRtN0JpMjBaQ0hZY0ZMcUEweVR4bXhKNHBqT1U5WUxTNzZWTkZzZVI4bmFtbUpnOENjZzFXOEo3WnZ0VGR0SGxYaFg4Z2txYzZVQzFRZ2pnVEhQRFRmWHZidzRVRFhkMXZqU2NQMjJ1ay9PNzl0cG5OZ2lTeGY3OC8zZlRrdDF1VXJWUUc5VGFaazVXNENDeURudEE4YTVDd2hvOEk0TGRkc2V1UHB1MDQ2a1ZSbTNBNmRzMjhIaE5rRUFXUUFBaEhUemR1L0Z3Y0hCd2NIaHZ3TUVZQU1BQURJM2szd1ZJUWdGNm15b2VjZFJHQXA4Sk5sbGdIaVRDU3ZXMXJ6OXJXVHJhTXp6aHdyVWxZN1VkeEtDeitJMVZUTTFoQVh5eXBVbUY3Z0tHYWl6dzZYQUFBRFpickdHSVUyUVRKMXVhNnhOOEJrR0FDZ3RtenNUR2ZOd3BBbUs4RWE0b2U3ZDRURmZjT3NkQmdjZkFGS2ZMUThtczVWYXNHcFR1bHZubTBpbzM3Uy9YamVtbkx5a3ZPckxrdGlrL3NpTjErTlZtMkVvNkUxUmJuK0U0TzNPVnJQYlcxN3ppSlRhQlNDWmlZUlhVR3JkUkFwRERiWGpaRlFITHhmU3VPNGxLZDZLQ1ZDZzB4MmRqYWRHN0oyOHdlcEhDTWoxOGMzK3ZmRjdrQk96RnhGQ3NZM2FDOGxVdzR2WFY5MkRVbVlRZ3RIWGF6Y09sN0hISThtK1h3RU1YTE8wZjRvZksxcFhQVTh4UGw5SGRveVJsaWNvK25NSS85ak9YV1ptNk83MHp6SGtsNUdScDZPeGRreGdudXEybGdrUXg1bExsQURnelk0OWlZcnRPWm5wOXpDQWFLaWg5aWZqblU4V1pPVXpwTDV3ZmUwUkFJRFMzb1YrcWVCRFNjTE5FTjVuMTd1dmNKMFg2WklPalo2M1pQVzNKbWdFQVNBNkgycmFsa3k4RGp3ejdDOWJrcDA4dEh2bnRmeTFUMHdIS2JNVjU3MGF1VXNwSW84QTAxY3dKZDgrdkdmN3VCVUR3NVNVVnk4QUhSNlNRdjFVTVdEZHJHZU05N1l2T0s5Y01IayszTFRqWTU5dmc2NkJWcUJ6N2MxOC8rTlREVWI1bGhnWVkzM2xkbVd0WjVweDRzanJUOTF3dTdMV0EwQ25iV0NFZEhGZkw3SzI0WjUzQkJqNm1TQkxSSzUva0t3ZDRYYmhaSjRkSEc0RE5rbTNnVnduSWtzQkpQZ3dPamc0T0RnNE9QeG5vQ3dBQmd4Wmh1SnlQeWdvN0htdmJ6QUk5SnZhRkk5NHhHTGlSWmZFRmYyeTU4M0UrU1lyV1cvL0lVbnloSnVTWkRQWFBwR0pHaTdTYi9idjdjKzVjNUttUkVaN2svNzI4Rnh2dWYxWmtGS1N4aTkxTk94TW1yVXQ4bjhuaXpTalF1UHlJRWdPaDVwclI0U2k4dk5OQTBHdEJLQ3BrWnQ5UHo5NTRQdlhFL2JnMjZCam11dGJNZHYrbXlPN24zcHYxQkI2QTlYM0U4Q3M5cVp0TzVNOWU5cUtqWjQwVFYvZGpUZCtmYVp4a2wxYVh2MkZzMUgrOGt6RG1rV0lKQ3pvMDF4OGViaGg1MHZqbjdISmRGUkxVYkIzcWZ2cVZVL08xSWY3SSt6ZmhvSmNMQWxzWFFzRUMwTk4yemZGejh5dGVOU2xBZitHQlBGM1hRMTFGK0xIaTladExXS1Nwd01IVUlwMW5OcS9JMG4xbnNsS0EzYWxVcGdsRGZydDJhYXhsd3VMeTdaT1lRZ0wyaHUxMTBxRElzQ0pqclUzUDlzL3kvK0lPOHNqUDljVzRUOHJkWXZQZEtPMkMwYUN1RXBlV3I3Z3M0cmhhUmZoVkZKZ3RUZlhKcFM3NS9zZm44cEpMcnZCZXA0ZTczUnlLeDUxRWNMQ1VNTmdpWGh4eFpaOEFTUWtNdTRpa0cxTjJ1blMrNmQ4eFpiV3ZzN2RUNDIwQzB4YnNkRmpwS2RYRWNGK29RWVNlc0FIeTdQaFlTbWhwYXZGdkRqSDkwUm1pcTUvelpMUnZ6Y1l1eWZVVVBkeVNiQnFxWko0dkcxWFhWS2J0dEdzV0xIUkk1RCtRQ2o4VjAxblgycXJyOTB5YWhpOUZkWDNrVTNYT3BwMkhBZS9xYUZiL3JHbElyOFJGcWFrdUZ4ZkREWFcvYzNvOTVjR053ZUo0SGhieXJGenBSVlAvbytQdW50L2R1R0FFZk9XZS80bzFtZi82c3krdWlScTMwU01pWEd0ejI0SFR2RHM0SERySVFZOEF3YTk2NkpNcUUvVlh3b09EZzRPRGc3L1ZVRkdOZ0FBS2RHUHhPK1dOaDA4YythNVdHN0ZvNjRzYWQwVGxmaWFEbXc1MnVKa29naFdKZmRWaURJaXpBbzMxZjBnZnUzOC9Fb0RPRitOdGpqUm41Nlo3aVpWYXNYNjlnTDh0UUsvcVhrTldjZ1oweFVpaFJ2MkpTMjFMbHhUZFplbTgrVzJMWDlqSU9YZFlOMWpGSTFUcHR0RmhIQ1hGTmh3TEVuZ0RBQkEyVk0rcnhTZFBMTGJmWGIwNjk2MVZjc1l3a3hMUlg4NDN2bGtwNll1RTBvZFA5UDBYS3lrdk5wdmtYMXFwZ2ZuQVdoVEFkUTczTUFWYlEzYlhoeHZQdmcyNktYWjBYc0I5WnZSV1BTR0t5Zm5zMEt3dmNkYnpUNFk3TUdlaDV3WDNvRHVtdmlwcGVzZm42cVU1MytSVks5MnRDUmVMQlN2cVpxSmlOTVFGVk1jVG5lOHZ1MWkvSHQ4dmcyNm5CaGJDcUROQm1XOWZ2aTFwOGRrVjJmNVRiZmJVTjZvbElkTEFxcE1vbmF4dmNuOEFBQmdzbXZhYXBLeTNldW16eWhoaDg3c0dnem04dk5Od3oxZExsUEV6MG9GdllRMHViMjVMdUg3S3czV0xDS2tSMjlHdGVvenJjL0ZraDVQY09zZENMemk0aVgrSWd4ZGxLRGlNeEF3eHBtYTFCYlZtNHNEOW1vbDlPT2RUYlVqMzkraW9EblJnK3J6aXVSK29XTDdreWlqWS9GNjIwc1dPOWF4cS9haWIrMFRtWXdid2Y1STlCOVRES013MWl0MkZ3U3Fad094ek9oRk5tN0Z3REQ1ZmpQTmRvcy9CTUN6R3FrOGUwQWZjeGxRRWpBWEtTWHQ5bDExYi90OFpncTUxZDIyTFZwMXc1MnV1MWhlcUdsYlhPQmNreThCK3ZIYXBWTStYSGdQYUd6M2hRUGZqL3FDVzR1UjhQaVJmWi9ZcTAyYldwYlhlNzN6VGlVR3pXZytiVlpWVHRtMmc4TXRBdkVUdFVBRWxnR0RKZHNSd2JrVFBEczRPRGc0T053Q1NEQWJBQUJSU3dkYm5Sa3VYYzFRYVVzbDhzc3VCVE1aWVcvYjJJd3RBQUFVVitRdUFJQUZrVWhpR1RBQVFNcjArWDlBb0U3MVJOVVZnNmt5R1dXL0d4U0NBaWoyeE9aenBBS1ExQk5KMCtvQldrWDgvTnlLUnpPNHdSZEhlbnIzY29PdFUwS0d6alI4RW9UNTF0Y3NBY2FXSXNIYm5TM2F1L0h6QVFCSzE5VjhGUUV5MlBYTHUwYVhReGV0cTU3SE5BeGFwUDF5UEVzcWI2RDZBY1pFYjJkTDNablM4cHF2Mmt4ZTVHUzRpVlFxS2RHcEpKdFBWeTY5OG51T0Y0dXpjKzRsWWg5ZmlmSWpScnBXYW9IMWRrZUxPUkxrR3JyMk5adnNsMGQvTGhnS0lwVjBQMEFLRG9SYlRpWDA4UUpVY203d2xRekFyUVNjamk5RkgwWmtUNW5QT2JzUEVGNU5KdUkyeVMwMzJESFpaUURPQTZiT3R6ZWFYUUFBeGVYVm55RXByaWxnczdpaXR2Q3VwMGVVdGZVN280c0lvQ2ZjZE95d3J0UXlJYVB4bGxHRDRtb0luN2N0cW4xbkhHWHRSVUZ6SWlJckZoSCtxNHRoYzJDVzMzVHJSdXBYT0ZFUG9xSlFZMTE5c1NjMkgxRlJ1TW44eE03TXQwRjNnVndMU0xaUSt2NWtsbFRlOHExTFVESVAzTGgwRWlvck9lbTZUd2h4Tk1WbHJMUEFPT3pPY0x0MFRWdlJ6ZG5CZUR1d2VQTHpUY1B0bGc4UmtJc1VYZ05kYnh1dHJMMW94Y2FKUk9MTzZ6SGVCZ0RJSjh0Q3BzU0hqRmhNRVp0MXFhZDN6TVZDYnNXajZZcG8zdVdldmhDZm5MMkdBVjF1ZXgzT0xxc3cwNEhZaktzeHZXdmtzNjZ0V2FKUW02Ums1Sk9MRWVHb2JUczQvTGVFaUJDSC94MG9mVWhGTU1xRWRJSm5Cd2NIQndlSFd3QmpnejNQaWdqYWQrL29BZ0QwQmMxaVlPRGgwajZyTkpnZmJ0eit5L2g1UzFadm5zQ0ovNjgrVzFhZGJLMkx0MlZDYjdCbXRXWEZEblh0VFhuUEd4RCtibVN2bjJrZEZPbnlyZjNMR1V6SkNrSHFlT3lDc1NkcDhPSTN0VXhoQjRXVWI3a3owNzRLd3ZwcGVOZlRJNW9vaFd1cTdnSkZEeUREZDl1YXRoOUttQStBSmVYVkZZcHdkcmhwVyszb2dRV3JOdDJwYVZBYmFxajcwampIZ3I3MU5VdUZWSmNQTjdrN1NvSlZuNG4yWFgzZDdjcWNJRG5QdkluZCt6TkUydjAzSWJiN3ZmQ1A3ZkhPMWxkUlBVY0tkVFhVc3VPb3Q2SnF1UUoxWWNTU3lyZEJ4NXdwLzZDVS9FRm4wMU5uNDZZeXpaMWFvUkFqN1drbjZoTjZtUDJtVnBxaUhoZUtXbEVSdGUvYW5qUnd6dmViYVFhSXIwbFNyN2MxYlQ4MmR0UmtwZVhpYzlFKyt3VTlVNXVLa3F4UTQvWlRBSURlOHEwQjJ4WkhHY2ZKQ05xWnRtWnpwS1M1c015YzcySncxNkVZTlBvcThxcjZJMWYvNm5qcjM0NjVmUEQ1TnVobzRDT2c1Q3VIOSt3WXI0OFlQV1Q1cEkzSEJnTlJrMlc3NU1QUmZ2a0xWN3BXTm5CTys2M1B0MEZIeWZPdld0b25JbU9WbFp6M1RQbTZZQ3JDSlA2dXE5bE1DSng5RmRWelVWRmhxS24yQlFCQVgvWld2MUlvVVhkNVE0M21DOU5XYlBUa1pLUit0YjJwTHFsUGVUeWU2V29kQXMxVVNyN0dBVnh0cjI4YnVVankrVGJvbUpYNjU2R0d1aG9Bb0NWbG0rY0lrQm1LMkZYZHpkYTAxVzhiZTdIa043Vk1zcjhheGY0WHA2WjdWbHNTTG5XMjFCNERNSmtpK1lXSUZXczgyMW9YQlFEdzNsKzlFRUJtZjNSNDE3N1VTZnJYY2VTMzVrOFhUdkRzNEhBYjRCd3podjQxd2pVbjgremc0T0RnNEhBcklFQUxBUUJoOE9LNnBMeDZQcUNhMG4zNnhwNnNPZW4zOU51VVVJNWJ1S2JxTHMxZy81OXRpNzg2dVh0bmdtVlZTWG4xZkVVQVhaVHlyamNnaTFIRC9qUDE1cUNmN2RvblpnQVREeER4NHhLaTRlUEhkeVFFenZuK2I2ZWx1TVU5b09pRWJyQjV0aTBhRCsvK0pIQ2V0bUtqUjNQaEZ4RHd3N2I2MnFUSzBvUGxyekJ2SU1hK1AvcjFwV1ZiSmltZC8wR01pVytOZHliZTRPYTVqTUI5dU9tZGZkNWc3aXFMOEYwOWRjb2tDU0pYMnZhUkxHM0NBOFRGVys4MVBUMnV3R2xKZWZVQ0lKakxyMTl0OFFWcWxpRmllcWgrMEQvWTV6TlRZTEo4QkFTOUZHN1owVDUyWmlYM0JoWlVFT0JremJML1pkak9hT1J6UFdpbWtHM2RMV3g2Q3psbTlPaTlyY21lUC9nZGlUK1NpdlpITFZlaWlOczYyNnVJemhwdVZ6cEptbUdyZ1gwQUFDVVZOVVZTcUd1R1MwOGxKYlBhRzgyUml3bHYrZFlDUnZhOGl6MEQ5ZDZNMUxVMldEK0pMK1ZmY3YvbUNTaU5SeFNvSSsxRG9uTkp6emhRZlo5ZzJOMjVwL1ljQUlBdklFdEowY2Q2aXJGZVJIcGVUNStaNVZZdytVRm1xVjNEQW5DK0I4MFUxV3V0RUVCSUNLZVNlVGtYK0RkTkE4WHlRazNiWG9EaDBueU9MZ1lFTVFYTkFDYTdJOTB1VmRKdVNyS3R4SDJXYnkwQW9HSUFhR09nelc1cnJudDU1TE91M2p5QnBXbjMzUUR0R1FDZzByTE5jOENsM1NzdGVKc3htQjRmT0U5YnNkRXoxVkIrSWJFbEJUd3pnUFB1enNiYXpzSHZYTndyUWJVUFc3UXREVlRQVmhLbVdNbzZOS2dYOXVuS05vL0dLZHQyY0xnTkVORmc4SXdRdGUxUGx4Q0NnNE9EZzRQRGYxV1F4RkM1TkdsRi91OWtDYVZtZk56ZDI1bytjOUpjaFR4NmN2ZVo3dEh2WDdCcVU3cHU0TU5TaXRjU3ZZZ0JTZ05WMDBuQndtanNXa2VwRG9zVnlJbVJzN3dEQUtqSS81MHNaTVpLUk9pMWdJV1RsZHY2ZkJ0MGp5dXJWRWc0RFdBQUVBMGMzdTA2TS9vOU9la3BhMG14dm8rNyt4SXk0Z0FBaTFhWUU1SHhMd0xYWGhydUxSNkdkTzEvS0ZDN2o3eitTVS9wYU9iN3pXd05qU1U5UGJIMmt2SzhTaVM0UWxJTkVJaFp4R1RZTUNoUDJ1eEErUGQ0N0hydnIxNm9DR1ovZkxOL0wwMmFVcUFJMDBMMWJLVDBHaWNLUHhGY0RiVm9qUWx6S3hiY3l6bnp4Mno1MHFFa0Z4UEtsb1dhWWpweU5sRW9hMTk4dVRjQWdNOXZabk9kclVKZzErMEJ1Uy8rRElxRE5ZV2NZNXBFZFIwMXNRcEY3TzJ1NW1mN2ZjR3RYcVVnalRGU1NEZ3RldDdZTzZ6cVhMeW1hcWFtV0hhb2Fmc3JVOUxkQmNUaytlRXMrc2h6SHpSVGRHVThwQlJjeEN1WFh4MzNmQ3FxbG5NRTF0bFlHNEtoRW5ya05GMXhjQTlJdTlHNm5EVmdnMzF2Uk1LYkIzZnZ1RFE0eTJRWWpSVXo0dk9BYVVjNjZoTTlxdlB6VFVOenUwdGxqTzJIb1F3ME1Fd0JoZG1Ld2VtdVp2TnlhY0JlTGpsWTRWM3YvYnZLMm9YQm1rVUk3SDVVZEJJSlZLajUxSzgvR2Eza25uU3RXRmdVUHROZzl2Z2UrTXNaVWpmbWtZV2RxTkdrSG40enpyTExaRlBTMHdxUXhFZWMwRTNBVS92UDg4T0R6OG5MNHh4bGUrT09ydUd6QmcwV2RhUFczdFg4YkQ5akdvMVYxNlpQVlFyYXlUdzdPTndPMkZEbW1TREtkVmRDMzVPRGc0T0RnNFBEZnp3RVlBMytKbzZhNWtwOWtHTFJoZ3NITGxoVGdta3JyNTM2NEdkalM0Wk5scDVtZnc0QVArcHMyWm5nNXp0bjdST1ppc0dhY0dQZFQzMXJuNWdoZFRtL3MzN0hZR2JZYjJxYVIzNEJBQVFIL1RkZERXWVNKV0VBVE05WWdBcHVST3hZTDNlemxlSEc3VDhkUGU2dE1KY3prTXVaWmY5Vk1rL2VmUCszMHp4dStZUGU5MkxmUG5YcW1SSGw2Y0V5NlR2K0NpejF6MFBsNlFuNEhqUlR3QkxmT3RTb2JmY0dqUFd5WCt5MkRXU0d4b3Z4NnVYZGF0TGtGWURzNDlFOXkvRXNMdHM2QmFTYTBSNTdhMWVoWjlVVVlqS3JvL0YwSzhBdkZRREFrakp6RG1qeTN2YUcyaWZpNTVhV2JaNURoUGZITGc0OGViUXJzUSs3T0ZoVHlBRm1LZ1lEZU9YS2ExMUpTOFlyT2VuMjNReFpWcWh4Mi8rTEgxMjRwbW9ta3Nycjd1NXB5TXJLV0JkcTJ2NExHUFo0QnA1TGl1OERSZ1hoaGsrOGxITXJIblVod09ycnAyKytYRkpldllBcG1CeHVxRXZvYzZhWVdNTVJSRnR6M2JqSzQ5NmdtUXNnVXRxYTZuWU5ueGZYMkJkSXFBNnBhY2RQN3E2NzVxMm9XZzVFNTQ0Mjd4Z3VGOGZpTHVENmZBQUFJQUJKUkVGVTh0Z3lJbTBKS25FazNGVDdkc0xDZmxQenVNUzNyRDd4ejBmMlBkVmRFSGdzRlpFVklhTkpNUlg1VFZmenM1ZExBbHNYUzJUVDJodVNWeXVNSnQ5dlR0VkEzbzJNTGhCUmhLUThNT3JQQXBaVzVLMVdBRGM2OXRTZG0rVTMzV1NKQWtUVnJ6UTJ1NzF4ZTRMcS9PSXlhekl4N1U3THBtTzZEdDVRWSsyTGcyZHJabkFwWnZmMFdHL0FzSUFhdzlKRDlaOWt1QUVBRUlnQVBsVXg4d2hPOE96Z2NCdEFvZ3dZN09XSWFKYnRaSjRkSEJ3Y0hCeHVBVVI4VURBTW1Fc29mTHV6OVh0WGZZSHF6ekdBQTJmUFB2K0pwVkZsSmZmMnFmV0VmT0pIbDFoQ3IrZ3N2K21lcUlsVjNUZHUvanEzd3N3QVpTMjVmS1B2VlJqcXZVMXhpelZLQVNISGpvUDF5UU5uYjluV0FqTFlIRkxxb01mdENZWWIyUXVqeHdzQ1d4Y3pFdVdFOEpOa1dka2kvM2V5TkUvNkk3YUNwMFlIenZsK000MWM0c3RLVW4zSDd1USswZ1dCeDFMQlV2NUlUUHUrcjl4ZUNZS2RvelFBZzZDSVIyT2RjbExPM1JwUXRLMnA5bGl5K1RCVXh1dmk0S1ZvckcyUnk1L0JRU3l4KytUQjRhREx0N1ptQ2VqaUc5M1hiejRaUDljWDNIb0hBUHU4Wk9vWFhVa0M1NUxBMXNYQWFCNUlkZE1XMkhVNFNlQTh5LytJTzF1ZnRvWTBtRXFTNzQwZkwxMXZUaVVsRm9VYTYxN3lWVlFITEFudE1KVHBaSWpUK21POFBqVkZySTRKYmFTVXZIamRwanVaY3ZsQldxK2x6a3liU1VETER6V1B2ZEFZMnQ4NlFsZzBBTnE0ZmNSejFqNlJpVXpNa1JIdDBNaDU2ZG9hS2FHTDZmaFJWNzE1b2FqY25JWEs4a1ErTUliMlVNbTlnYndpQnBndlFaMlJhQ2NvWXhjRUhrdlZ1VmhsUjZ4WGp1eDc1a1p1eGFNWkhGUFdnVkJvTVhpanEvblp5OFhyekRzbEUzUGlmYXFUVVJCNExGVmpzaHlCaUFUMmNzRGpoM2J0R0M3Ulo5NktxcVZBcUlVYXQzVk1XN0hSTThrUVFVUkdoR1MzTnliYXRTMHUyenJGcmVNYVNYUmM1L3JjVU9PUU9udGxKWi9RSzlhQ0ZKMm45ai9UdTdSc3l5UkYydUpZcnpWR0lNNXp4MFFkUld3eXlZUzdvazhGVHRtMmc4TnRZU2p6akJpTjZaWVRQRHM0T0RnNE9Od0NpQThLaGdFcTF0bFNkN3JBdjJrYUFtanhRV0pwWDk1cXBtZ2hXTEhuTDRiTmdmaDFKcml0VlRiaHVUTUhuK3ZOUXJWTzJYajB3b0h2UjN5K0RickxzTDFBT0VPQU9oeXVyMDNhQitzTGJNbmpPa3dHMjk1THFCVkVpYjA2V2gxN3lmMmJKeGljZjhaUzZ1VndRMTFTWlcxdXBIMFpwRHgydU9ua3lkR3Z1ejMyWnhuQmpRNkx0WXgzRGk1MHJ4RENQcDNxa3VzVnF1c2dCajdTbEhZZkliWGJoakVIQUcrMk5XOS9hN3o1QzFadFN0ZlRqZlZSQ2UyZ2FiYUxxUXFNUlVMRGxrUEY2emJkaVZ3OWFFZXNaODhjZkc3TTVVRnh4WmJKZ1B6ckN0aEpkdW5LNGZpMUM5ZFUzYVdRVFZNS0dVcDFhbGdSZlN5VmZJSnI2bXJnT0Eya2JBOW5IanNkL3c2bDFOMFIwdDR1V2Yva0Y4SEdqN3FhNjk1ZnNHcFRPaHJnSFFDdFBkVXQvMGhKZFhoWWhHdFIwSnlJWEZzQzBubzlSdHpOZFgxMitNcVZuOGV2V3h5b3VvZHgvaVZoMDgrT05abEo3Y0p5Y3g5MVRkQmRYNEZJcEgxWXFkcWRxdmtBSUVNb3VoQ3VyejFTK0VEVlhRelZxa2pNYUJzV2tTc3N5NTNMVU0wQ3BXNHlhYmNsS3FPYnpDQlBrUUo1b2F2MW1RdTVGWSs2TXRXRXV6VWxQQXJ3L2E3MFUyZDh2ZzA2b3UwVFhQeHV2Tzl2TkM3Tjh3MGM3akhtY0dSMGIzVkpZR3MrbDJDME5XN2JEVkRKY3pKVEs0Q1JUcHcranB6WEU0VHJmR3VmeUhSeHRrSklEQ0duNlhTTnZURThWdHE3MEc4RGZ0QzIrNm4zQ2dLUHBVcUQzMDBXNnhodFV3VUFNREc3NVBPY2UyYU92UEFwUy9WK3lyYmo0UERmaGt3WTdIMGUwS0l1SjNoMmNIQndjSEM0QlRBaWU3RHlDdzBBazJtR0tKSmtqUWtTUy8yUFR3V0N0Y2o1MzRTU2lHU1ZsdGVVa2tMVzBienRXRWw1MVpkQnFmYU9QZHZQQVFCWTZYZk9kYUh0dFVDKzJkVVVMNDQxeUtLZ09aRnprZHQzVm12MjNDWDhRTmE3eDVxZUdoT0U2VUwvUThXcHZXc2NFU3B2OE1uL2lVaDJxSEZIeTlqWHE4czU0TnkyNXRwdDQ1M0Iwb3JxTlVDeVh6ZjB1VUpuKzI3MDhPdVRERjUrZzNYL1d4cWwzcUVCcFlhYWF3K01OOS92TjdVK2x4MjRHbUd2bkFWRCtGenk0ZXNSOXNyWjF1K05aTzQxemZXbnBIaGpWK3YyTVgzQytaV213WHJ0U21KMHFiMis5dlZrNjNPZHJXS2dYR1RIM21yYjg5MEV5ekFBQU4vNnZId21hYlpTZERuY3ZET2hwTHEwb3JwbW9MdjNiNHpNdEFWQThGNTRWKzBSZ0VxZW1lSGFjYWloOWxGdm9QcUJENjlxejE4TTE0NWNqTGpCV3NHaWRyaXQ5YnMzUzlaWCtXbUE3WWU0akxldm9ub3VFbnRBYXV5Snd3MjFTUzJwQUFDeWNqTy9lalhDL21uNFRFcktxLzBFTUZjSmVmaklydTFIZkErYUtjeVc5N1UxYnZ2WjZIbTZ4dGNobys2MmhycC9TYlp1Y1ZBdVFTQlBSOE5nRzhFRW1lRlRTSGVBaFBmYlcyckRBQUJZL3VURHdyYkRSNXFUOTdtUHBpUlE4eWNTcUpjQnhJalVrWERqanBHTG10eUtSMTBFUnU3VkNEUUNBUGpLNTY5QVZGbWs0Rks0dmpiaHpBRUFHZGRMa2VBd1kreVAyK3FaT1h3aFZMU3VlaDRDYUoyTnRXM2dOelVEMVNPaGhqRmUwQUFBNEExVVBRZ2dsZ2k3NXlnQUxBQUE0UC9laDdqRk9NR3pnOE50QVNjQ0FDQmcvMENhSE5mMndjSEJ3Y0hCd2VFL2lrcnV5cERGZHQ5Z1BEWi96Y2QzSU0rMm91ZFNSb0tnWlJWbWhpRHh4MHlwaHJiRzJvL2pWL0FGdHVSSndJbnR6U2QyZVFNMVByTGtxZkNlN2FkZ3FNemE0SEs5VXV4QVY0d243VFBPSzlzeXlZTmlXUi9FUXFrejJOMFNxYWU5NGFsUEJNTDhwdVp6eVljQlFJVHI2eElFdHNCdmFsNjNlaENKWktpeDlzZWZESmpNRjdUdVpRQ0wyaHJHQzV3cmVjbmF2QUlidWRBa29XTGl3NDRQcjE3eFRjeTVEemdjbVNnejcxUU1GcEpMYXgwcjJEU1dQazlzbVFRNGNiYlZqSHFETlhmYlNPRmhoZWpCODVPUEtBVm53azFtUW1iU2MxT3NKd0RSSHRWZWlCOWJzR3BUZW5xYWV3MmdpZ3BnNzNlT0V6Z1hyYXVlcHdTVUFxcUxZY3NZb3lMdDg1a3BMRnVzaklIMVQ2NkpxVk5RS2g1cTJON2hXL3RFSm5MTmYranlwVC8zQmJZc2s2UXVERmNVK0h4bUNrMktyVUZrcDdXWXVMbTB2T3J6QU9yWW9UaS81bVVWNWpTaHhBTUE4dVh3cTl2R0RaeExBMVVyTGNLM2g4K2txTHltRkFIeWhaU25ib2lMblFBQXpCSXJZd1Q3UjgyWnJoaGZvNVE4TDZTZUxEQ0ZvblZiaXhqSXU5cWFkcndPUTZYdGl2TkNCWFE4M0xUampjR2ZIWFczbFBKME1uRzdzWmlzTkdBdmwwZ2NwTG9KQkRkdTh0NlI2Z3VmMzh3bUpkZjBpOWp1czYwN283N0FsandndGxpQ09OelJ0RFBweFVwSllPc2lpWkRCQ0h4WFkrZDNBRHl2WUtndm56TTIzNHF5L2ZuNXB1RjJpVFVFS3E3YzIyUWw2K1FLNERBMzBuMzFiMG1KNmsrcFU1VlR0dTNnY0h1Z2lRQUFnRFNRT2pEZ0NJWTVPRGc0T0RqY0FxSTk3NDJJTDdrb3BSQ2tkbjdFZDlsdmFwTEVueUhBNGJibWR4SUNtRVhCalJNQjlibDRoZjJ1SUxCZ0JqSE1Dazg2ZlJpR0FqcURzV1dnOEZRMGRxMERXczJFLzdmNzFqNlJtYVl4UDBVamgzVHBucVJpMU5mZXNIMk1HSlRYRU9XS2dSdXVYdnJIWlBzdk1LdzhqaXI3SnVzZVl3dFVXQmJMUldUenI4UzBoR3plTU1YcjUwK1RHazVFMjU1RVFEM3RqYWVQbGVaTWZVUnk3UjJ3YlZzeFdOTGJhLzB1L0dwaW1mb3dKY0VuUDR0SzYrNW8ySG1pSlBEa09vNFE3V3JVVHNOUXFiSlExZ05Jc2p2eUFYODVmcTYzZkdzUUdTdlNwSG9sL254bStVMTNlcXA3dWExVUJJSDFkMGY1a1dRQmZORzY2bmtNWVFFeVVESm03STlmaDAyRklpTDFNUmVnVUxBNW9PdnRBQUNTOGFWV1RBOHZuWEpuSVNFWTFvZkdjUmhTckdiWllxVmlkRFRVcUoyT3BhZVdTY1N1US9Wamc4L0NOVlYzMmNwK0NCSGVIL2hBVCtoREhqbWZ0VFhGeEJscVZ5KzlBd0JRVkw1NUZpcFlRcVF1U2JUZVB0djZmTFNrdk5vdkZIVjNOV3ZuWUtqRVhSRXVSRkJ1UUhsaVBDOW5EV0Z5ZUNod1hscTJaVDRRVzZVa25MM1MzWGNJQUtEQVBUQlhjZG5iMFpLb3pKMnd6d3BaS0JsYnpJQmRSK0FhS1hsb1dNbmN0L2FKVERMRWNrRzg5ZVR1bmRlOHdjMjV3UGpuRmNKaGR1VmEwclZMeXFzWEtPVDVqSmkwUUh2emJPc24rZ0VwcnV3eVJIV21zOVhzVHBsdVB3Z2d6b1NiZG95NW1Gb1NpTTBIVGt1QnFPSEd1YzZ4QW5YMDZWSU9jekxQRGc2M0FTS1lnQWhBQlAzbnpwNTFnbWNIQndjSEI0Zi9kSDRwQ1JiSGhuLzkxUmt2Q2plYjljT2pwVzd4R1VrdzBONVVWNTlzdGh2VEgxUm8xM2VFZHc0c3Jhait5cUdHYmR0aFdMaUxVNGxVQ0IzTjIvNHQ2YU45RzNSd3VWWlRMTFpMZVF5RFM1b2RwckhXVGI2MVQ4eEFEb1dXalB4MVJ6Smw2ZnhLdzBEMitKWEloVDg3Mi9yOEdNc21YZWViWW4zaThiUDc2cUlKODRiZ2tqOGdTTHpEcE4wVjJ2UGRkMHZLcXovVGE5bS9Fb2JMVGtPMm1sKzUzSEFxcWFMMTBQN0txMVpMb3JNZFRiWEhTaXBxaWtrSkVXcmNNU0pJTm1GT2hrOFJaTk8xSzM5My9IaGN1WE5neXpJRy9EUDkwVWp0OGRidkpvaWZaWEc1aEZBYU9ySlpiWTJKNWJ3d25BM1ZWQjRudVFodCtmZUhXbXZIMklyNWdsdTl5aEpwSDEwM091K2F3bXZhNnJkdEFRQW9LYS9aWUNscVVaNStGeW4zNHZhbW5jOFB6ekh1aUJaSzBtOTBOajExdGpSWXMwZ1NmaFJ1cUIzVFk1N3ZOOU4wUXp5QXlIaGJ3N2Jmam5jK0JmYzhOcHNac094UWZlMlBobC9UbEw0R0dhaTJ4dTJ2QUFBVUJNekZpR3BLUjh1MkViOXF6bzBTSXN3aHBGM3RqVThsOUxmblZqenFBbUplQzZMMU1LaVNuaTFzYXlVQ3BuWTBEcXFFei9LYmJnT1VseTU5bkhCcEVZODNhT1lTeW1WSUtrSU03d3czMUQwM2FoaVJ1WmFDd3E2dVhlYmwrWDR6bTZINEtrcTVOOXlTUE9POEtHaE9WS2hLT0ZNR0NIV2dxM25iU1BDL3RIekxDa0RWZTZpaDd0VFM4aWNyUWFsUXFQbXBNWDdWZzFVQjdIOUxRZi9ZMGJMOTFKMTMrbEorWCtYRDdjWUpuaDBjYmdjSVdRQUFRREFBQUU3UHM0T0RnNE9Ed3kxQUtVME0xMTFldjNaNlJBeXFPRmhUQ0VpelZWUkx5UGhPVzdIUms1UHB1WWZJMm0rUlc1WUdheDYrMlJQN0lRd3BGVFAwQkFBb2hWM1RmakhlYzMzWjJhdEppZzlJWndaWGJHVUV0ZCtOenBxV0JxcW1LMlRmVU1wK0lWRWthc2pEbC9DYlJITHo2S3hlOGZxcW1acGkzN1RCcm9zWFhocVo2LytMYk9aeGwwbUNNNkRnU25oUDZ2dSs5VFhMMEpibmU3cXZSZTdLenJrSGtCMXArejJCYzJHd1pwRlVTblUyOHlOTEE5V3pwWkpaNGFiVGI0N2FSNGxTN0VFbCtYUHhnYjl2VGZWY1pMQ1NZckVmSG0vOWJrSXBmR213WnBGRVdJREFldWpLNVIvSGp3TUFyRml4MFNOMSsyNEJrR0pMZktWenJQbzRlc3UzTGdHQ096Uk4rOTNVeVNyWVZzK3JadmxOOXdROXRneUEzdUJreFF6UUM5c2FhMGNDWjIrZ3hzY0FzMExOMjFwS3l6YlBrVURUZTk2N21hRGE3WEhKenhBQ0N6VnMrOTU0NTFNUWVDekh4Vk1XSDZyZjlpTVlLbFZPY1U5NEVCQWdZc2tHR0xrY1VkUGJHcmE5QklOQmNVYW16RndEUkJ4QXRZY2JkaVFFem5sbFd5YWxBYi9QVWdOdmREVS8yNStmWDJrd1N6MG9HZFBDRGJWL0JZTlo2RWxLbCt2NmJORjg4dmQ4aHdBQUJSV2JwbkdTcXlXcFhnUnV4YVRjTTNxOHVMeG1PUkM3R2Q1bG52ZjdUYTNQa0Y5QXhMMXRMVHZmU0xwZ1pTVjM5OXBsakJqYUF2WjF0bXdmdHR1Q29uSnpsbElxSzJTeEZtOUYxWEpwMDhud3Jyb3hnWE8rLy9HcFRIZDltNFQ5czQ2V25VTlo3WThBWURJTVcxV1JucEl5WiswVG1lL3RTdFFmdUIwNFpkc09EcmNJb21HVGQzSXpSQmNSU0dUWTkybStYWE53Y0hCd2NQaXZCRk5xSkdBZHVIa21Ba09XUnh6cDZ5SkdMdzhySTMrQ3lhYW1wWG5KcGc4dTk4UStORkFWTThiZk9yWC9tVjZBU3U1aW5rcEVtRWFDdDRTVHFITERZRWIwZmlMZW82SUQ1elhKMWtpbTNocXQwcHhYdG1VU01iNlJKTDNZM2pTcS8zbUlSVUZ6SWhKOHdRYjZoM0RUam8rR1gxOWN0blVLay9pUVFQRkNaK05UWjVNOU85OXZwaW0zcXhBUVV3REVSNTFacDQ4VWw4ZVd5Wml0Ym1pOUorN0ludklWSURyVzF2eEowQk5QeVgzVkN6UkdkL0ZyZXVlaUlHUXBKSy9HZXNQRGxsVGVRSTJQS2ZabEVQRHplRS9vZlArMzAwQ0hoeVRnMjZHOXp5VDA0WllHYXhaSm9PbEFZRVZ0ZFRBOGpwZXp5RWovcXVJb1VkR0p6cGE2TVdkVVZHN081TVJ5d2swN1hyZVZXRW1XYkFjdzFTUkRGZ0xUdWtPTmRhY1kxMWRGbERGU2l1OE4xUGdVby9SUTg0azl5eW8yVFFQT1MvdjdyUDFuemp3M0pxTmZXbDd6VlVTYUVyUGllM1RIb29ON3BZcjBINEFoajIxM3lrUS9FaFp5aURVZjNiM2pFZ0FBY2xkeFJMR0RNT1N4blE3cHF4aENGRGxjaVh4Z0pBakQ1Vlk4bXBGbTRGSkxhbTkyTlQ5N0dRREFQVDN2YzRRcXkrNFZMdzkvdjFMVGwxc3FzdWRrRWp1ek1kOUZmcVhoSXBjZkFBUVNXQXpvN05GbWZVVEp2Q2hRdFpJUnVrTk5FQUlBNlBQSVB3ZkE5OVhsUytPcXJudDdGNjRsd2l3Q2F1dHNxUnRSUEYreFlxTkhBNUVmMDYyM2kxUHNJcERTVGhmOHhPaTVQdCtHbEJTUCswdUU4THRRb284NndhQTJrR1lZVStkbTZzejRmWi90VnVKa25oMGNiaEdJUXpZQWlPbUQveUJMU2VxNzNmdHljSEJ3Y0hENDd3TG5OQkk4RzdxbEFRQmt1NlovMTQ1WlB6cTg5K2x6OGU4dlhnZFRHZEtFME82ZGI1V3MyN0pTS2VvKzJHeGVBQUFvTFYvb0o1SjN5cGo4ZVdmclUrZVRQYStrb3FhWVl0R1AydmVjUHJ3MHNLRENzclNtdUFBZFUzWHRmOWlXL0Y1eVN5WUFGN08vS1NYczYyb2VGQ1lieG0zd3I1T1NiUjBOTzQrUDkzbFRQZElIeEJlQmhOM3RUVHVPK1lKYnZhQ0JPOXk0YzIvSitpYy9HK25wL2RXeEE5OVBhcmNFdzM3TWhQZUdHMnAvREg1VEswVlowOWE0ZmN1WWNhUUFFcjBVMnJYOVNQeDhqeWY3R1NKNnE2TXhVYjNiNS8rTGJFS2F5UWhtV3l6MmIwZDNQM01wMlI1S0t4WStSRkgxSnJpd09KeEV3VndqZWM5SFBmMi9MQTNXUEt3NG5HaHZxanUzTkZoVFNFQVR3azExalNVVk5Wc3BNdkRqWTYzYnI4TlFIeklubXREZVdMZHJ3YXBONlZJYXkwUE5kUy9GcjFzU3JQb3NBZDBCQUw4ZERvQ1RVVkplL1dlV2d1YXUxdTlkQlFEQTdNbkZvTmhLSnNUM0R3NTlwcVhyYS83VWpzcVdZM3UyWFFjQVVORllLVWNVeEhGQnFMN3UveWF1YXJKTXBYd0tyTlBEUGRBbDVkWHJrV2lwSGRYcWp1eXI2d1lBSExSRjA5OGREcTUvSHlrekZ2eFBDWFFPa05ra0VNTXRuM2lBTHcxVXp5YUVsTGFtYmJ1R252VzRKUFZCUi9QMmNlM09pdFp0TFVKYkxwQzZQTkRlK05TWW44MVllbW9aQ0hoWEIvZDBVT3FPOXVidHI4YlBWOW5aRDNHQW5sRDl0bkdmUVlCTXlwNnJIUTA3ci94N24rOVc0UVRQRGc2M0NLVjBObHB1bndnVU1ocFhsTVBCd2NIQndjSGhQeFlobGRENTRQK05EWmFUV2hLcy9Cb1F2WEY0NzlQSDR0K2J2Lzd4cVpvU3kvdWlXbk54ZWMxeUlqVGFtN2J0aDZFeVpnVzA0UDluN3p6RDJ6cXV2SC9PekwwWFlLZDZvNXJWS1lraUNZS1NMTW1tUlJJZ3BGaE9NUk52MmliWnhObm1mZGU3TGhLTGNwZEZpcDFrblkzemVoTnZOcHRrTjlWSlhCSUxJRlRNeEYwRVFLcGFrdVV1MjZvV093SGNtVG52QnhJMENJQjUzZzhieGMrVCsvdm1lMmZtRGk2Z3gvelBPZWQvQklqSGozVGVsekhxVzFyYnRFeEtsVmVnY3A1emVWWldLR1c5M2RQWk5pR3lYZUZ0M0NGSXZYVGswSm0wZE9ZU3oxMDV1dWI4SWdvNEV3cTJqYWRJejNXWjJYT255eStRcERQaDRKNjBOT014MEYzYmZJTlNWQXFnbmc1M0dDK1Yxall0WTV4eTFmbEx6N2pybXQxU3hNK2RlUDZCU2RzWmxmbDJ6VUFKcGFFNC8zNko1NjRjSFZWVi8wQnNUOUwrWmdMdzdRaDBKTlJ4SnB3OHQyampuVm16QzNJL1Ewb2VqWFMwLzAvcTJzVlZmNXVMenF6ckZhRVRORHAwOU1uN3o2V09BUUFvcTIyc0VGTDBnOEhYZHdkYWY1UzZQdzNZMXBHNDdKaVprNzJPUUwwZTNxZWZLSzlyS0ZHSWM4LzNEbmFXMVRWVXk1ajZjZmVZc0YyM3RYRWVSMXpPVUhzQkFDQW5UN3RlZ0VnendYSjVHOHFSMkR4SmNDZ1NiRDJkZWgvR3pNYXk1cXROeE9pNW80SFcxMkJNaEVyRXpVRGlseThlM0hQQjVicGRaMU5uWFMrbGpIUWYyak5xRU9acHZBRkF6VkRBb2hGL2F3YmhET0R5cWhzUjVGQjROQk1CWFo3bVNrQzFmTVNpcngwZk8zeXA5RGFYQ0NJdEhEUXo3bTk4clp2TmJMTGlXNERvVlVDYXdvQmRDTzF2OHlmZG55NkZXRGJZSDM4ZW9KNVgxQzMvdUNKOG83dWo3UmVUclZsYTI3U01NL0FDWTRkN0F1MWR5ZmRjZFkyYmxhSitycUZTQ05NandaWUp3bmxSbGVtYzZwQTdFS1F4L0FiL1VlcmFVeGQ5YU01dzM5SHBwS0lBUUpZY2VXL1NnNHMvQlhiYXRvM05OWUl4UzAyNGdDQVZRVnBkazQyTmpZMk5qYzBmQjAzWHh5UFBXUVh6MXhMRHdqaEUvYW5qU3F2TXdteHliQjZtb2M0c0kxWkVTdWFHTzFxZUFnQW9xYnFueUFDcUlVV25qblM4ZWlyVGM4cTJOUzVFRHF0aWNUM1M3NUFiZ1NrOUpKd1RJck1WdnFaYkNYQ3BvdGlCUkFyMCs1ak13S3lQa1lUVG9XRGJMNU92ejUxdWZReVFYZzBIMng2YjdITldlQnZkaXFzdHlQRDM0Y3VYajYzYmFzMWhDQ3VHaHZXSW5ER3JWQUZ6Uk04NU16cGFKMERTdklPU0RrT25LWFEwS2duWTZkRjBkWUMxMjNkT01kQ29BNGI2Y0ZUN2ZlcitaK1huYlFVRWNTV20veUIxM2VKaTA4aDJUdjBFS0dVaHlMT1JKOXN5djhQYXhncmtNQjhZMDJPeEt4UFNwbDAxOXhZdzRHVWpjZXJrWUJRZ1V4VHFhRC9zMmlvV0kyblRRdjRXLzR6YzdOVUljQ25SZzl0ZFpjN1dEZG9pUjdUREwvck5mbmRkMDBjQjROM1VsUGQxMjNZdFo4ZzNTSVJqa1dCck9IVmZDWndMNGlzVmx3UGhmYTNIWUt4dVhYTDRPQ002bWtqRHBoblRWeUdIZUNKaVh1NXQzc0tKU1kxeHBlS0R6MlJhMTFYWHVKbVJqSVU2Mmc4REFKUnRiVndBWEcxUkZuWWtJdURydk0yckZaTnpvK2UwWi81dytaL0paTXdxUmNCOElrUlFPRExRSHgxL2Jvbm5yaHkweEMyZ2FaSFR6OTQvNEtwYi9sRkY2TVRMRjM0NzJZb3UxKzI2eHZBalJOQ1YrRGVSb0xTMmFSbWducTNGNDJla1V0ZGQ3TzFMeVRndzJWU251aEVCOGkvMGoveDQzT2wrREhmVjNiUDE3TnhOQUtQbEZUaGE5dmlCMHF0MjVObkc1aHBCUkJOYTFpR2hSRnM4MjlqWTJOallYRE1RWTBSa0tFUmtXbGJoclZ4Q1F6ak5vS3VlTTBOc0pxV2VCU2dBQXJHVVg5RU93VmdVRHl6NWFXUndPYkt2OVZDbVo2emR2bk1LQTdZOUhHaDl5T1hadFJJSmMwTWRleVlJOU5McW5XNGlYQi91YUwwNzB4cWx0V0lKa05JaVFTT1lmTDJrYm5pWlZBNjl1NE9uOTRBZVk3M1BMQklrUGFUQUh3NjJkcS9kdm5PS3B2Q2pZWC9iZ3hWMVRTc0FZRTRvOEMrVHVrWURBRlI0bXh1R28xZStkYXJ6b1VHWGQvZDJoblN4SzJDZUJRQW9yamNOZlVCVklZZDU1NjhPZlBQYzh3K01KTTh0OXpTN2dHUlovNGorblVTdjQyU2NDMVY5bk9MUEdOeFlHL2EzcGFWaFE2TDFrYUlsb0hCSUNlbysyZm5RaERJM3JtZTU0a0s4ZHZ6Z3k1ZmQzaFU3dWpyMi9nY0FBT2xzYTZUanBlK1hlODJsRE5TOFVHRFUvYnk0eXN5bExMRTU1Ti96TXdDQWl0cm1UUWp3YmlTd1owSS83dUlxYzdaQjZtWUNOUmpwYUh0NnN2ZXoxSGVIZ3hGemgvYTEvU2VNaVZBRitHRWs2TzNxYURzd1BsRGgyc05YTHZ3Q3h1cTdGVEpDcm02S2N2Ri9qM1Yrc3pkMVhaZG4xMG9VcUhVZGFPdUVzU2d0YzRoMll2aEE1RURyU3pCbXNxVURMZzM1OTJSMmRrOWluVmV1MG9BdlVhQ0dOTVRabHRLZU9QMXMrOEQ0ZDZGbGZmbnd2bEhqc1Fydjdsc0FxU1ljYVAzeUgxcVRac3o4QWdCZWlIUk0vUDI3WExmckRObEtOVEx3UERsei9xNDcwUEl2cVhOTFBHSWhJbDR2by95QjFOL05pazMzNUZHV1k5dndsZGVmWWtiZVhUSTZWc0pOM0c1VlpXUHo1OGg0emZNWWhLU1EyZUxaeHNiR3hzYm1XaEdOQWppZHFBQ0F4YUw5aDQ1MC92dHJxV1BLdkN2WE1BWlhoMGVNQVdlMnFKSlI2ajRTTm9lTGkwMERMZXNXQW9nZjN0Zit2VXpydTF5M1o2UEZOc1JoNUlkcnFodG1BYkVGbDYxekU2SnpaVnNiRjNLZFY1R0l0V1ZhbzhKanJpRVFuNHdOcTY4Qm1PTlphNjV0eld1UjREWVI1eE91SjdPeWV0YzBRZktqUVBoc3BPQ2xudXRxN2kzUWxiSFprc1BmTDZzMTU0SlNDeTdIV1REVFhCZ3pUNXZoV0xSWktQakJ5YzVMSSs1dERhVUFjcUJyMy91cHVWbTkwU3JRakNJUmxUOUpGVUJsM3VaMUhPRldwZlFmbnVrMEw2ZDlObDl6R1VrMVpEQmpjOGpmbHJHWDlicXRqZk1rd0FxR2ZKQ1F2WFhra0psVUMyNnlNbysxV2FJY0VrcjFWM3BYZm43d0xmN0RFbzg1VTBlNTQwTC93UCs0cTFjdmxDZzNoOGFkdFUyVzVZaTdCYWtRakRtWGswTGpjR0JpMUhTMTk4NnBUcEFmSm9LQnVJcitlTEozdEthNllaWUQrVWN1ajd3MUhsWFhLTnZET01tdVFPdDNZU3h6Z1RubGg0Y3Q4UnNJUDJ5NXZBMXpGTkV5aFZLTkNPdEhKd1AzcGFYTHU2ck02Y0RGZ29HaCtQTXcxZ0tOWjRrdkE5RjNJaysyaFNFUnRUZmlhNUd6dEQ3a2FldHRhMTVMaENXZ1pEOERucTFJUE5POXZ6Vmg2SVpsZGMwYjRoYjlCZ0RRN1duY0FraXJycjdjK3crVExsaGxhaFVPdFIxUVRRLzUyZDZKTitzNVRadnBGY3k2ekozTzJsQ1V0YWZ0eDllMEJCVGNZVW42dDZNcHhueExmWGM0OHFTMm1SQk81T1ROdlA3cXVhT0hnZUZhSUVBQytrQ0o1dzlVR056RzVzOEtRaW1KYlBGc1kyTmpZMk56alJnN3lDWUFnS0dySjd0VDc1ZlhOSzNTZ09ZTWovQWoyVTc1SVJtbDdvU1JsMk5CZkFzUks1QlIvZnVUcmo5ejVyWjRYQnpyUDNOWk9uWGNHbVZEb2VUV1V1dDlacjdtNEg4bDBYb3luS0gxVHJtbjJZVW9QMnBCOUp2SnJhZEs2NXJkSU5WSEpJaHZwanVDajdMYWUrZlVYSVAvTlZPcUJ5NmZmd1llZVVRV2NzTWJIUm5wQWdCQUpqZVRpaDNPRkExT01DTnIvbm9weGR2ZCs4MTNTbXRYWENjc0t1amFwNCtuK2JwOFRSOG1yczlWUWo3ZmZhaDlna2xhV2EwNWx5TjlKTTdFZjRXRFpsb3FkbGx0WXdVQUxTRk9zaGY3MHVxZ1I2bm4zTUUzY3dTREFiMGVDWmdUSXNQbFBsRkZSUDJLeEtzNWhyRU9lM3Qva1RVVDhqbXB0V0R3bjh6SUxaZ2lOYkU4RW1qOTRmaWV2ZklMTWNLelBZR3Z2cjdVZDBjK0VTc1ppYkd1MUNjN01IY2JFUTZRaVA4OFU3c3dHSE0rMXcwb0h4bm0vNVA0WHN1cW0yb1lvMVhSUWV1bk1CYmw1bzc0cHJnbC9hY083cjNpcXZuS0FrQnRNNkN5T01EcGt3ZnVTek9YSy9IY05aTTVaWjBjMFE2ZmZ2YitBYWd5TmMyWit3bVNjQ0ljYUI5Ly85bnpyVStRa3FlNzlwbHBOZkxKdUt2TjY1VENtWndJRlpCREVwME1CZmVNTzNxWGVobzNFb0RvMlgvNjFYSlBjemt4ZElGU1AwNTFHMCttTEN1MmlVZ1doa2EwKzFJUGJ5bzh5N1lpbzE2dXNGQ2lPcERjaGcwQVlGMzFydVVBK0ZsbDBRTkhnMjFwQjFhRlZQZ1JJaWFWd3R5aGN5OU16SXJndG5pMnNiRUJBQVNTVE5tUlp4c2JHeHNibTJ0RmR0NUpkN08vQUFBZ0FFbEVRVlNzUEtDeEdsR0tUL2lqdk15M2F3WXlxdXpxYUF2a090VW10S3pEQ2VGY1diMXJ1VWJNQjVMdG0weTh1cjFOWDRwRC9JV2puZmVmbTc1eXdiMmh3TE9Qbk9oSWRySTJtUUx4a0ZDeFgyVnl5SFpWbWRPUjR5M0R3TCtkN0o1YzV0czFRd2ZZRWRma2c1TzVEaGNYbTRhVDVYd0NDSjd0Q3JiL1BoeCsySEw1bXU0WWpBMGZPdG41dGZNYU9yNFU2V2o5UlNiQm5xRFMwN1JWa1pLUkEyMHZBVlJwWEdOMTNmdjMvaTRobEZ4MWpadEJ3REFIRU4zNzIwT3B0YmFNeVMrRHhQMUg5dTFOYTBsVjdqV1hjczZYQWFHbXhkVnpaLzJaUlpyYnQrSXIwcUl6aXVHRnJvN1dDZS9JNVRGWGtpVFJzMy9QRVEzWWhyaUE0eSsrK0dBL090U21tRFZ5SXZ3YmM1Z1phbE1NdE1PSnZWWFVOZTFRaXU4N1B0YUthd3BPdlRzU2FIbnNaS2M1SVEyODB0ZDBCeWhGcUdKUC82RjM1R1NpUW9JNGxwanY4dXhhcnhuc2s1S0ovMGdjZGpnTXE1d2tlL1g0d1QwWFZudk5xZUNnOVp6SjF4akhnVkNnTGMzY2ErN050MmNiV3JhM0s5RDZQNG5mbHNzUUh3S0E3RWl3YmJ6MnVIeGIwNGVFd2hmQ0djUjNNa3Q5ZHppVWJyazQwSXlZRWk5ejVFWjNSK3VSOGZkWTA3eVdNejZ2SjlEYVZlNVo0VU1FdDFMNCt6L1VycXpFYzFjT0ExNHQ0L3JqcWNMWTVkbTFVakpOU2FJRmxzQ2pxYi9SNGlvemwrdjhMMER5bnlicXo1T3BxR3Y4QzI2Sm80Q1F6WFQyL05EUUd3S0F4bjlibk9BREpaN3R0RzBibTJ0RVd0bzJvQlRFQmlhZllXTmpZMk5qWS9PL2lVSVpUL3dwemhRYi96dDRVWlhwWkVwVmNtbjkxdVhadGRKU2NxUmJPdCtFTVlNd1pmRFBLbEkvaWh4b1N4Y3VWYVpXNlpSdUMvbXo0ZzN0b3J0dWQzVThMcjhIMENtUzE1L3FsTGNKcVg3Y0hienZTT29TSlo2N2NvQlpueVhKSGo4UmZMOEg5SHFmbVMrVjlYa0Y4dEZqVDM1MVVtZHM1d0pyTzVQd1hsZGNmNmE0MkRSeUZzcU5VbG4rNFpnYXFxaHIyaGExMUU4bmZ5djF2THh1MldxQkFCRi8rek91S25NNlpNc1BqN3pPdnBzWVVWcmJ0QXlKelNKTzg3b0NyZDlLbnIxaTB6MTVlYm1PdnlSU3I0YjJuM2toZFhWWGxUbWRsTFVXTkxTRWdDTTlHZm9SYjl4NFo1Ykl6N2xSS2UweGphdTVsalhjbVN6T1hkNkdPVWhxY1J6MUY5M2VKcThBK1lyRXdUNlhkL2Qyb2RSSnphQ0JDay9UclhGTGhVNEVSOXRCbGRZMmxBTFIrZTc5NWpzYk45NlpGYy9QMnhydGovMXI4cnJGeGFhUlUyUnRrQUFDT0x3U0RrNG1UT3Q1eGJaVlcxSFIxYU9CVVdmd3RkVTdyMFBVYmh5SnFmYmpoMFlGbzh2WHRJUklaVVdDN2FlZ3l0UU1pcThud1FZRXd2eElvUDNSVEN2UGlrN2ZLSGg4ckw3YVpPNWF1VVVobElVdVhVaWs5V09GcDJHMUVQUmV6LzcybHpPdGtXRHQ5cDFUbkVLdmxVU1hFZFVVZy9FMTcvWU4vaVJ4djhSM1R4RkpXaGdKdFA3U1hkZnNsa1F6Q01TSlNIRHZwTVpvYmsvamZLbmhuYWpndTZrSFIzTmRaamFBV01sUmFVajhTTmVoMWdudDFrbzhkK1hvWEh5ZUtYaXhLeTBib1o2N1BFc3JKUENMU29jVmhQS1o3dCswRFJjVkZXVWx4M2Z0dEcwYkd4dUEwVDdQWWxnTjJ1TFp4c2JHeHNibUdvR1dSUUFVQndCUURNZkY4elNIMm9nazNwREVDd240VW5ibFVnZzZUYkhVWiticldjWW5GTkJ2VTgybEVsUm1XNlVFSUxyOWNDcHJ2dG9VVStMQ2tVUHQ3eVNQbVdwWUh3TUFVUkEzTXZXMFJZTTV2NExJbmtwMmQxNVVaVG9seUVZQ09wQ3B2M0dDQ2svekZ4aXhQRzFnK0Fub05FWDJQT21PSzdnYzZYQytPaWMvWjVObHliUEhEKzZadEE5d3VYZkpZbzU4U3NTdmRhN2R2SE1LWklueXdiN1l6eE5PeU83cW5kY2hvZ3RBaXBFb241Q3l2dFIzaHlNblg5K2hTRjN0NC8wL1MzY05CMEJEN2dER2RFRmFxR2QvVzBieEp3cWRsWVFRVlNpWGc0dzlrNXcyWFZxM2N4RWljOGVHNHk5a1VkeUZRcjU2cVRmNm1nSEc5UmFwazcyVzlwWk96azF4cnIyUVNBbDIxNXFsdW83NXZhei9DQUJBTkMvYkRXUzlrcHdLRHdEZ0xJcXVCY1F5c3FnNzRtOVBFLzRKWEw0VjFSUVZWN29DaWQ3SUpuTVl4bDhReUFQSEQ3VzlBbU1tWjV4WVNUOE9kQUlBVlRqVWw0RnBjV0k0TXBsd3JxeHIvQWhEZXJzbjhOVTNBQUJLcTZNdWhWUjhKY2IzUXZoaEMwWUY3enlGcktnM3JrLzZHNEN4ZzVZc1M5dEVKRThDd3dVQUhIcFJleVJSbDE1Y2JCb09NaW9GUko5eWU1dXFoWUlsUlBSS3BHUHZwTVpvNjdZMnpsUEl2aWdVZkRkVDFIejJUUFVwUk9JUzVNbXVqdFlKN2Q0V1ZYM09hZkNzTHlrRkwzVjF0SFdremkyclhWNEdxRS9uSkhOanBQOXVZc1I2WERDamJSaG1ZL05uQ2lKU2N1aVpDS3lycjc0NmFXcVFqWTJOalkyTnpmOHUwZGhRMU5DWUFnUmdPQ3FlU3p3TmF4Qlpub2dOZC9Qc3ZHMlJmYTNqa2JwOEsxYkROTzFDVjZBdG83QmFVOU8wU2dpWUhRbTIvdGJ0YTc0UmhGQkg5Kzg5bmp5bTNOdFV4eEVydXdLdC95ZlRHdTV0elhmRUJQenFhTEIxUWczMk5LZjhXMFh5eDVHT3pLSWRBS0M4YnRkSGlXaEt1S1B0R3dBQTd1cG1OM0IwSGdtMG5IRDVtanlrcVBmSXdmUTA2bkdLNncwR2VsM1hXTDloUjA3akRXUlozWW1XVkN1cmQwMVR1dlloSkRwRERGOU9UWGZPbGZrdXptQmFUbHgvS05MNW9FaGQzdVZ0dXRjUzhyQnU4TjZJMzh6WUQ3dkMyMWdwcGM0NXl1a0RyUGZSc3dmZVQrbGU3YjF6S2xkYUtWMjUrQ1NiTW1zTkFmUWZQdGg2eHUxcHZGNHl1bkEwMFBaYWhiZXhFaGk3ZE5Sdm5nTUFLUEUwTFNZdXkwUDcycjhQbzhaWjY0bElDL3YzVG9oOHVyd05jeERRS3dsZWlCeVlYRGlYZUpvV2c4Uys4S0gzRHpEY1B2VnRRamlZT05Rb3JUSUxsYktXaDRJdGp3SUF1T3VhUHoxTTdLZE9rblVqYjU3NlphWjF5MzFOV3lYaU8rRkErL2krTkYyckoxSVBKT3JTaSt0Tnd4aFVmeDNxYUdtYWJIK2ptSXhBVkNEWGVnRFZQNkdsQXNUa3NiUCtQZjJKRVZrTDFSM0RTdnN2SnhwVmpORVZUalJqK0UxOTBzOE45ZlZjRzhUYkVPQ3hvLzUwNFZ4WnQvc2pTcWkzaWZHUmJuOTdXaG5DVk9jQ241THFiSGN3eVgxOERKZG4xMHJpZklVUzRyekUrTEVUd2ZieGJBdWwxQVN4YkxlcXNyR3hHUVVoellYU3hzYkd4c2JHNW84TElTa0VCRktvcmR2YU9FOW5iRTB2WG5rMDN5aW9CYzdIbmFncmZNMmJBR2pWVmVqOWVxWjEzTlhtZGNTdDVhRU8vVGZsTlUyclFBam8yci8zZCsrUE1KbkxJOTJJdEVGZDRyc3lyVkh1YWRvcXBMb3F6cDJaSUp4ZHZpYVBrdkJPZDl4SUV5WGorNnR0M2tSSTh5d1YvUTZBeWNwOHNKSkFUUS81WHdxNmF4dEtBVERXMWRGMmVMTDVKWjY3WmpxNDg1YXVFZjZkcGI0N0hJVXlieXRKOW1xaXBuYTl6OHdYSUxhZ3hKY0I0R3JZMy9wSzh2d3kzNjVpRGZnT3BjUy9kYWJVd1JZWG0wYk9mSEdEWU95bzdtQlRRL3NtT2x1UGdlVjFEV3NCY0RxUk5hZ1locE5yb1VmcnVFV0ZCVnBJbnpKbmpzYXR1ZUg4bHdObHRZMFZDcmtqRW1oNXJzVFR0SmlBelFqN1c1NEVBQ2plZHZkc1E4R3FrTC8xKzRrOU1rWHp1Z0p0RS9wRWwvanVLV0tLZlo0UXdpbzJPR2xFZDMxMXd5ekoyY3E0SFA0OWpFWGE4NkhnczVMb2NNVGYrcXZFT09aVTYwbGFZUmd6ZHhNZzMzV2l1bGxHaHg0L2VmS1JlT3E2THMrdWxVcVNpQVRiWG9TRWtHZHNsMVQ0bjkwZGU5NkZzWFQ0N0Q3aFBUOHdsT1pjblVwNXRkd1VKMUFNUktVVTlEUUNYZXdaVzJkUmxlbWM3aFJibFlvL25pWDFoUUxZRUlDNkRtS3g0TW1UN1dsN0F3QW8ybmhuMXN6K3JKc0o4SzJSdC9pSnRPZlZOWlFRcXVtTVUrL2hRTXUrMVB0dVgvT05wTlRjT0VUVCtueVgxdTFjQklSTFNLa0xvTkc3Ui8xZm41QVZrYmY0aGtJeDhQWmlaWTBsWjlxR1lUWTJmNTZrV1ZzUy9rR25SQnNiR3hzYkc1di9YWkFoQVlBQ0FPQU81eFRkUVNVanhJUDVzbUFUQS9WNitEZm1GUmh6dlNhZ3JRUDk4VzlsTXJjcTI3SnJodExVS3JwOGFWOXBYWFFCMTlqY0xzdnhiUEtZa3B2RU1tUjBmVnhwRDRYRDVuRHFHaFYxVGR1UWczdWd0MytDd0NyYjF2Z3hRRndUaS9QZnBwb3pKWEI1bXRjRGd4dGhaT1NuUjROZkh5cmJaczBIVW5OeVI5aiswdG9WMXdGUVFkY0lmemJUWEFDQXRadDNUdEc0YzAxTVJuOEMwQW1GSXJkQ0VEc2JQdEI2TERGR1N1RkJ4YmhnOGN2aFlPdUUxa2pydk0yck9mRXZLZ3NmQ28rSnRHUnlGc2gxQkd3T0UwcUdobG5HZnNSdVQyTVJramFOaUtGRzFCLzJ0NzJhZEp2bHpCZC9LV0owSWdzZ1gybTByTytWZ1FQdXZ1WHJHWUV6M05IeVZIbGRRNGtHc0RnY1krTXB3ZG5LV1VYQ2VoWUF3RlZ6N3dJR3ZDaFZPTHUzbWJNZG9HOVNnTytPa1BaQ1Q0Wit5ekFtYUlXRFY0dVIvdWNUYWVUNU5LV0tLWXhGeHR0Z2pScGVFVnB2ZGUrLy94MlhwM2s5S2prZEdjdUtjL2xFcHJWZFZmODhIUm0vemprdzNBVmpyYStRNGVjdGhkOGROL2FxcitjNStZWTdEaEJPYlFlV1laODNnYUVzVktRNFFRRm43SExQL2owOW8zZE5Oc1VaS3lNbFh3V21MUUNOQ3BoR1V5QVdDNFk3djVFeGlMT295blRPTE16N0tBZHRqcUNSSnhQcCsrUFBxN20zZ0JIV2tXVG5EZ2ZhSDBtZFgxNjMyd3RJMThlR3hFOVNYY3RMcS82eFVBZXRIRkhMMXdsZXlXU2NsNXV6OExPTTZkTVMvMDIyWVppTmpjMG9aSXRuR3hzYkd4dWJhd3dTS2tBQXd6RnRCU3IrYXlmRUZ5RUhSOGcvMnNxbnNuclhOTVhvNWpqRXY1ZElYMDVGejlNKzh4NWQvYi9RNTJCVFp2SmJ1L3d0S2RIcGVrUFB3bjhBUmQ4NkdqVFQ2bzNMNjh3U0FMRWo3Ry83NitUcnJwckd6U0RaOWVHTzFuK2ViUDhsTnpXdFFFYi9KeFJvKzJUaUdwUDQ0WEFIZXhEZ0hlN3l6YTdyOHJjOStJZmVRVll1cnlIVW5vNEV2ejVVWHRPMENnRzFudjJ0NC9YSUZYVk5Yd2FpYm9Zd3BTZmduR0FtNWJyWm5JNUNmcExGWmZ2aGcyMXA1bDhycTNjdFZ3eldrVlRuSW9XbkQ4SWo2WFhRbzV0bU4zT2lZMFJxb0d0YzdJM2kzdFo4YTkvdzhLTjVEb2N1U1N6cWptckIwc1VGaTRtQkVRNjIvYTZzMXB3TFRNeU5STFh4dGtpVnZ1YjJ2djdZVnhQZkdUZU16VWo4dDZtUGxTQnZRR1N6d2gwVGpjOG1mRWFYbWMwd1h0MjFyM1c4cGRaNm4xbWtRTjAwRk9Yai9ibGR0VTBlUUR6VjdXOC9XZVl6aTVIVWRRelpGUkdsbzhjT1pUQjRjOTJ1czZ5Y3BpNS95ejhtTGhtYzMwSVNEaDRKdmw4ejdPNWJ2a2x5R2o0YWJFOXI2NVJNaGNkY0k1U01nN0NrYm1ncmlPRGxTS0IxdkliWnRWVXNCdEtuY2lieXBjUmUwakdiV3pMVU5ZbHdCZ0NjWXNSdlFtS3J1enJhR2pJTzBJMTdsSUlqL2Z6cW9iVDkrSnJMR0VIMTRYMXQ5MlNheTUxNWZ5K0pRa3FwWXozNzAxdFdWZGJ0cnBjeW1pMnNnYk1Bc0c2MDl2bURGWG0yeGJPTnpiVUNHVTI4b0d6eGJHTmpZMk5qY3cxQlpKUm9nNk5JS1JEV0NCamFzcEMvN2JIUkVTWVRUTndLQ0w4LzZoOTFWVTdHVlhOdkFlcDZiWHg0NFBzRk1DMFBsOGtkWGY1VER5U1BLZkhjTmROZ1dmZWk0RC91Q3BwcHRhS3VMUTF6Z0VRdFNldmU1T3RsMnhvWE1tSWJHUEIvbVd6Lzd1cWQxeWtkdDBlVnVoZkdoRDdwbWkrbVJyNVg1dE9uYVdybWg0YmVlTjhsTyszWk41dlpHRk0zeHFYcTZRbVk1OHU5TzVjQzBzcXV3T2tuSUpFcVBWK3VWMElkUWM1bjlGdldDd0I3eDN2NnVseG1ObHJpWTBLcHpwNkRlOTlMWFgvZHRsM0xkY1Z2SXFMWGhvVU1aeExPSzZ0M1RjdlYyRFpCOFdlUjlHbVJnak8vUzc3dnJtdDJVeHhlenRNMGkxQnpXV280VkF3NG5USEhrcmlLUHIxaTB6MjVxSXNTSWFJUjZQeTZLTnA0WjliTXdweU5neVBSQjA4Lys3V0JGWnZ1eWN2TGMyeEg0cjkvMFcrTzEvd1diYnd6YTNaK25rY0I1QWhKQnlkN1J3QUFORk5zRURFY0Y2RnJ0all0VVNBYUdXaTdFM1hmcGJWTnk0amhTTmpmMnIxdWErTThJTEVVbExwTURDNGNPYlRuN2RRMVIxM0puUjZ0ZDJBOGhiL2N0L3RtSUJvT0I4WWorMWptdmJkRUFlY1JmOHZrOWNoamtYVWlNWmNqOW9IRzFrbGlidzROUk1jUE9rcnJ6RVdJOGtZVUlpS1FjNGFLU3d0aytBKzBwS3J3TnJvSm1Vc0NmemoxWHRIR083Tm01bVYvbEtSNjJ4cVcrODgrTXpFalkwMTF3eXdDcUVaa2FZY1M2MzFtdmlKUkk1VDZQUUJBejM3OWxaUWhXT0p0S0pPazVscHk2REdTOFNMRWhHWm1IeWp4YktkdDI5aGNNeVptM1VnN2Jkdkd4c2JHeHVZYU13d0o4U3l0dm5la1F5dnVBMjA4Z3VhdWs1OGtCQkVaMFg2Zk90TjFzNWtOM0ZFdVJmdzVaV2lXMHVQcnlJci9LdGxoZXNXbWUvSU1kSHhjRVR6V0ZUU2Z5N1FEekdHM0M4QkFjai9oNHVKNlF5UCtWeEMzZnAwcytKS3A5RFF0Sm9QdklHWDk3bml3L2R4Nm41bXZ1RjRlVXp3NHpITTVFSllNQ1BsRWFwcHRncVcrT3h3cVpsVVFXSy8xN0c5N3VkeTdjeWxEYmZsNzBiZjlpYy9nTEpKcnVRTEdkVmdTRXlKMEtxbXRWRldWcWNGMDhUZUs4R3B2M0hnNnRjK3pxOHFjcmlsOUhTQ09XQkEvZVNwRFM2cmlLak0zaDNFWFdmSG5PTk9Yb2JJbUNHeVh0NkZjZ1hLTURQRTNVRE44Sk5reEJRNkgwekRjL2F6dnVmY0dwTXJQZCs2UVVUcVc2SVU5SnkrN2pFbDE4V1RuMTg0dnFqS2QyWG5PU3NuVTh5K09HWWdCQUxoY3QrdXo4dk0yS0tRcFNzalRSMkpQcHgxcUpPMWhPMGpzNno3VS9pWUFRRm50UFhPZEd0d21sYlluc2FhcjV0NENqVkd4b0pFSVFEM1hETGllSXhnUytjWEpYTmx6OGcxM1RNUzdueDlMdzY3dzdyNkZFU3lOWExydzg4UVlkN1c1bUpOalpyZ2pZNDM0T090OVpoRXd2Vnd4dkVCTXpFUEc0OUhveUpGRTFMMnMxcHlyS2JWTWdEZ05uT3ZJVkJZUUwrZ082czlNdG1aRmJmTW1BRlpKcUE3MDVKMUlGZGc0c3pCbkkwTTJ4WUxZTDFOZHk1ZXV2eVBmWWJDN0ZZaDl5ZThkeG41M1Fpa1hJVEJFUmQxWExqMmY2QjArL3JtM21iTjB4cmNDNFF1WFR6MzZ2ckViQWpCbUc0YloyTmdBQUNlV1ZpTmtZMk5qWTJOajgwY0dSMFdmWmt4WlRVQVBuaDBUcTI1dlU0MENXTkVkYkd2T05JMkVxZ1pnTDNYdnYvK2RDdS91ejBTbENCNC9lTitFcmhuNWVmcG5DTmpsNU5UWlpDcnJkdjlvUk1TK2R1ekFmUk5NbUxJWHJ2enhrQlg3NTVNSE0vY1pMcTNidVlnSVBrMkFMMGFDWHcwREFGaFMzS0NZT0g0MDhOV0xGZDdkdHlCaDVOVEJQV21DTlVGdVBLZUVkRFlTRHJTZkt2UHRtc0dJTHc5RnRTQjAva0FBQUZSNEd0WVFwL2trUVR2Zk8venIxRnJiQWFmMUtWSXdFQW0yL1NMakE1eldkZ0NXYzNtRWYvLzF6dnZUckY0QUFCd09zWUVKY1JhTnJMOCs3SDlwVi9MQnd6cHY4MnBDV2hRSlBQTkV1Vy9USnk2UDZML0tjVUMyay9BR3VITHh5YlBoaDYwS1gvTm4zKzBkR0crL1ZMYXRzVUlLZEVhQzdjOEJBRXd6WXVzUXRmZEMrOXJmU0g0dVRwbTFSb0ZheXBHZFQ0ek5SSm0zcVlZaFh1enFlTDlsR0dmNnB3bVVQOUpobmsxY1k3cGpiNWUvNVc4QkFOeSszVjhYZ3YyTU1WRGRIV1phRDI4WS9kNjlVckZMeHc2TzFuVzc2aG8zRThnbDRVRDd2eWFQa3c1WmdUdzkxVHlaMVY1enFpQnI0OGc1L2ZIcytlcG1SRzF4bDcvMUc0bkRESmZyZGgxMTVRWXB3VkJhMU9McUlnaFkyQjFzeWRRbURXRFVrWHd0U0p3TlRBeEgvSHZTZTNXNzdzMUhnanJrL0YrUDdwdG84QVZWcGxhWUplK1RnMkozOTlQSjdhWkdLYVNDYWdXVUMwcGRtcXd0RmttcmtSQU9SWUx0TDg2ZE96Yzc2UmFTSXY2SDNzZTF4aGJQTmpiWENFU2NjRUpyS1R0dDI4Ykd4c2JHNWxyQ0dDTUNWQWdBMGhvNjN6MG1zc3E5TzVjcWdIVXhTMzQ3ZGM2aXFzODVwenVMTnFBUWIvVVBpd3N1Nys3dDBwSy9QMzVvejRYM3g1ak9HVTU1S3dBQVhicndxMHhyVEhYT3Y0MUkvZVRZZ2Z1T3BjejdnZ0Q0OXNrRG1ZV3p5OXN3aDRCNUVkbnhzTDhsdUhUcEhZNzg2d28ya2RSZUhlUjk3MVo0ZHRjQ3NWZTZnaTJUcCtQNm1zc1U0ZFJJb0tWanhhWjc4cmpFQ3RTMHlGaTlNSmJXTmkxVkRKYUR4RGVVcGpCVk9KZDVHbThBZ0dsNDVWSmFMWFZ4bFpucmRGcTFEQ0VhVnhCS3RGbWFRRldWVnVIY3ZKbElTYVd4VlRGTGZDTlpPSy94Tk03WE9jNE5EZk1ueXIxYk5sSmNkR3RaVjhnSkJSWFdTRHgwTlB5d1ZlNXIzS0NJOTR6dERkZDVtNHU1b3JtaFlOc1RNTlpuV1RHWUVkN1hPa0Y4dW54TlM0REF6UURPZGZuVG5hRVRsTlkyTFdOSTBhNUFXeGNBd05LbGR6Z0tGMC81SEFHZEMzZTBSaUFwOVh0WURUUnQzSGhubGlqTXJpRWxmOEc1bWpuOHBwYldrZ21nbnBkdFcxNG1MVVhoL1MwUkFJQ3lyWTBMa2VCNnFmVHhlbXBYemIwRnFEbTJJYkNudW42VGJpNlhZRkdWNlhSZzNJM0FqanJueXc4VElvR1VnWVJ3THZIY2xRUGdyQVdsRkJHN01JVDhaWWVTN3FFaE1lbUJnYnQ2NTNVZ1ZMRkVSaEgvbnUrbjNuZDVHK1lBOG44Z2tqOEw3VE5UL25hdDV4Vk84WmRTMGs5VGhiUExkYnZPcHMxd1M4SmNRbmxGcUhpYTg3dkxaV2JqVEhrYkFaMk1YTHo0V3dBQXE3Q1FPVWpQQmhqMXlpTmlINmpJOHdkcU16WTJmMDRJRGhmK1A0YloyTmpZMk5qWS9HOUNvMEpEeEhyZmhZUUJGdW83aUVIMzhZTXZUelJTcWpLMW1jNDVaWkx3NmlYTE9KV2RvNWNCVTZlNkR5VkZOcXRNYlpvalhrMUtHdS8yRGY1WE9QeXdsZnJJYVVaUkhTT1U2dkxGQ2JXMlV4MXlCNUc2VURDSk0zWngxZDJ6QWRFRHlIb0gzMlJQQXBpc2NIRmhCU2YxWHJmc1BGTkErVzZKZERFVU5JOW5tZzlqYllWQXl1bVJRRXRIaWVldW5Md2N3eHZueHJHdU1TRlV0bVhYZEFTMWdCaTlDVUFGQTJmNmp5WFByL0EwckdHTTFTcHAvU3oxc3kzMTNlRndab2xLQUphakNONCtrbi9xVk9yekFRQmN4a2FYVWppZ2tFY0Y4TmVQSDl3ekhyMHMybmhubG9PalN3eXpMcGREYlZIQ2lnNFlnNi9rVTJHOUpISG1hT2Y5NTl4MXpXNG1GTWRMNzd3RUFPQ3ErY3A4VGRHOFVPRDBrekFtbkFIa2l1anJXakQ1dWU1cTh6b2lXQWNJMFJnWHowLzJqc3A4dTJad3hwWmJLcFpvR1lhRlM2WjhISmdjRG5lY0drK3JucDZYWGFaazlNeUpqZ2ZlaXhka3U1UWlCUUJ6NGlyNnUwenA4aTdQMG1WY1lXNTRmMXNReHVxVU5RUHZSaUYvMmIzZmZBZkd5Z0dJNnh0SjRMTmRhZUowSWxPZDhqWVE3RTBGYkJHU2lBUElkNGZQR1dkZ3JGNWQwNXczSVRLT2lpNUhrYitjQldvN1o5YVJ5WXp2S3VxYVZwQ3VyU0dPTWk3azcxTHZyL2FhVXhIWjdTVFU0NG1lMXNtVTF5MzdDMURRTi9CcS80c3B0eENtVDE4ckdjeGlvR0ppVUVWU25iZWh5dFJvdXJnQkFHQms1TDMvaHJIZjFvd3BteFl5UFdzZWpKNElvSjIyYldQelp3cXk5dzNEaUVoZE9IMzBqVDg4dzhiR3hzYkd4dWFQQU1Iby80dlpvcXJQT1prUWY2a1lVbVJmVzVwNzhCcHRlQmtwSGJ1RHJVZktQVTFiSmJJTDNTbjlqdGRxSTZzUTllVzlyTytoYzgrbnQ3VnkrM2JkQ0FwdjdPcG91VFA1ZW9XMzhSWUFMQWwxdERkbDJtU1piOWNNVHRvT1FERGc0dmxIVHA1OE9MN0cwemlma0J1aGpqM1BsbTl2V3NVVThuQ2dOV09xTUl5Mmc1cXZFR2VINHRvaHFLL25ScitqTGpZa0RoNTdwbTI4WnBYbmFCOVJncDRHb3ZKSXNPM0h5Zk5McXN3aVFLc3BQbWo5emJGbjdrOXpqODZYaFdzWWgwVkk5R1pYUjN2R2V0cEtUOU5peWJoT3BLS29lTUdSb0RsQnhNNHB6R3Z0OHJmY1ZWRzdheE1vTGQ1ejhLdGQ1YjdkbnhvYWlENSsrdG43QnlvOERXdUkxTnpRL3IzakxhKzRSamU5MHpmMEM0QkhwTHZxN3RtSzFOSnd4OTRua3RkMVZablRTUmRyT09ObC9kckkvYWVmeUN3Z0Z5MzZuRk1EN1o2dWpwYTdFOWZLZlkzcmxaUlprV0Q3dUhGV2VaMVp3a25rZHgyNC83bUt1cVlxQld3S1p5QzYvQzBaVzNFQkFJQ21sWWN1WEhnRXh1cmhVWFBjMVJWbytmdmtJU3BtVlREUVh3OGZNRE5tSGlTbzhEYmVNdEkzK0lTeklMc1lnWEdsYVlXUmZhMlBKZTQ3RmtnWFU1U25TQTFFZ3UzUFZkUTEzUmtLdEQwdzJYcnJ0amJPVThpV2c1UUVqTTRjUDdnbkphaGpNaWZJajRQRUE1RURiV21wM082NjVzOFJ3ZHhRc0hWUDZyMnlMYnVtSStJS0pOQkNIZTMvbmVuNTVjNTRNUkp6U3hEZk9kbjUwQ0FrZkFWaUk3Y05YeGs0aXdpYkFSQ0FQbGpCWGxzODI5ajhhYmlTNkROcFkyTmpZMk5qY3kwaEFFQmdUTSthNmx6Z1V5U3RnUkh0SjZtalhEWE5hMUdqeFZleHI4TlYxN2laQVE1RUFxMFRhcFhMdk0zckdOSW5wTlMrZlhaL3VuQjIxVFN2QlVCZlYwZkxQMDJZVjl0WW9ZQ3RqblMwWkJUT3E3M21WTFRFRnRBaFNrcitKaHgrZUxoc1crTkNsR3g5K1BMNVIwdnJ6RVVnclhHWDdFeVVlTzZhcVpDWGdCVjdCanJiaEx1dTJXMHAvc3F4WjlxdkFnQ1VWcG1GekxDMlc1Ym8xQmhmRkI3UmY1NDh2MnpMcmhuY0tlb1Z5YVpVZ3lnWWkwZ0QwZ1lGOEZJay8zUmExQklBb01SbkZpbWxTa2pGemlIVGxrUTZ6UEdleTR1cVRPZU1MRlU3ckFiMmxOWTJMUk5JMUJQa0w1VDdHamNBaVdPbm43MS9vS1RxbmlJTHRSbEg4bC82TFl6MXB6WnlkSitNRGoxNTd2a0hSb28yM3BrbEhZNVNCRFVoS2xwY2JCcm9VSnNVd1ZTTVIvL2o5TDdNd3JuRWMxZU94aHllcm9zWHh0c3lsZHpVdEFJQXR4SVgvNUc0NXZLWUt3blYycTZBOXRNU2IwTzVBcHFDeUlZRWpFZXFKMUJadld1YTBMV2I1VEIvTEJGUnpTOHdibFZTL0NCNVhFVmQwd3BRekJFS21oa2o5bU9neTlOY3FWQytsbHZvbkcwUld3UVV2eHJadDJkOExaZkhYQWtvU3FXRUU5MUI3WmtLWC9NbUlXalMydW5WWG5NcUE3RUtsTEtBWXp6aWIwOHpPWFBWaWhwQ0ZSMTUrK1d1MVAyVTFlM2Vxa2dWaER2YTBvVHo2SUVOMnk2VmZJUEZZNmx6UjlmZTJyUUVBYjVJcEQzVTdXKzdCS05aRFBsb3lXMVgrbDc2TmpMdDIwQUNBQUNKUGxnMXp4OG9KVzlqODJjRDRUdC82aTNZMk5qWTJOajhPWUpqa1djOWUrb3lRRFdkZ0RyUGRKb1QwclhkM3ViVmpOTXN1blRSbncvVHlnaW92eXZRT2tFSWxOYzFsSENnZWd1MWh4SXB1TW1zcVc2WXhYVHl4T1R3dnlZN1U3dTMzVDJiSTI0Uk5QSnZtZlpYNHJrcngwR1dEemhxZ3Zqdnd4MTczcTMwTkMxbWtxOUJnLy9XTlhQbUFrN3gxUmY3aGdQSmRjT3B6OWJBc1Q0SzdQbndnZnY2M05zYWI1QUtWTS8rRThjQUFJcXIvallYblhGWFZOTVBhZ1l2dHJUNHlVUy81QVE4bDMxS0VoeUxkSHcxdGEzUXFKaGt1SXFRWFVUTHl0aVNxbXhyNDBKRFdTNmgxRW1PMm94STN1a0pFZHBwanZoR1M2aFRodEtkak1HU2VGdy9XdTZEU2lLRmVPbnlTeTdYN2JyaDBOZXJvWGdQUFBLSVhMSHBuanhITnFzUWx2cGR1UE1ibHdIcStheUN2SThUcDVmQ0hYc21tTEJtTFpLZmxVUlpUR0pQZUpKYWNnQUF6b3dOUVBKWVF1Q3VxOTYxWERmZy8zREdmOWJ0SDYzaFhWUGRNQXVadUM3aWIvbEpwVWNzMUJCbWNNWUt3Qm81bFJnejRkM1UzRnNnTk80V2l1L3I2VFI3WWJUdSttOFV3ZFZ3ekJnWHFSV2VoaldJYkRsZE9kODUyZjRnMFQ2S0srUU1tRlJzR1NNMVlwRXgvbHVzcUd0YUFWemNSTVJldlJyWEQxZDRyUXBKb0hvc0xXT1A2Tklxc3pBYm9JWXpIQUdDZU1TZm5uSGg5amJWQWFmS29RSHhxNU1uSDVtUWp1NnUzcm1ZSTNDQUR6WUFBQ0FBU1VSQlZLMlZNZTJIcWZQVys4d2lBYlNHR0VrTjhIZzRRei9wZFZzYjU0R0JYeVNHL3hFZU96Und1VzdYQzZtZ25KQzZjbk1XcjJETW1KWVlUd3cvVUhyVmpqemIyRndqa2czRENDbXRkNlNOalkyTmpZM05OWVI0TGlyMlRoL3JtOUMyYUUxMXd5d0Z1Q2djNHgzcnBzOG8xNlNrY0hCaSt5RjMxZDJ6QWRodFVVMTg3ZGlUYldsUldRQ0FMQjFiRk9LM0V5MlZ4aDlMamoxeGdOYTBHdEN4R21JSE9mOGhScW9EQVdKSEF1YnI2MzFtdmxDcStFTC93S0ZaT1lhQm1yN2ljc3c0ZU83NVBSa2RyWXVyekZ5bnBqWU14OWpCazUzbVlJVzNzVklwVUpIZyt3N1NPWTZwR3dqZ3JXd2xkMGhHSFVmM1RleHA3YTVyYkZVRVo3czcydEpNc0VvODVreENzWWdCM3hnS1RJeW9KM0RWM0Z1QW5KZlM1ZlA3Mkl4Wm4rb2ZpUDBLT2lhMHBOck9rRitNRzlabGgzQjhLZFRSZXIvTGE1WURpUHhJWUc5d2RBL05yVmV4dHkzUlR6ZzNTMStIdXY3S2thRDVOZ0NBcTI3NVIyTldYK0Q0d1grYmtHNWM0VzI4QllVNmljaG5oQTYwWkl3TUF3QlViTnQ5QzBueFZyampxMmNUZXdhZC8zM1kzL2EzeWVNTW5XMGFvYUZPQUNERjhTWW1PWFFGV3RPTXRSSW9ycnNsd2VtalFmTWlqQXJSTHlFdzdiQy9aVHpGZXQzV3hubUlPTHZMMy9LYnlkYUJzUU1haFh5V0RxeGJTTFdPY1pncW92TFEwVU9qYTVmVjNqTlhFZHlBUU1PUlFFdUhxNlo1TFNGZjJCMW9lU1RUZWtVYjc4eGlEbEUvOUpiMncrd2kyb0VPTGMxQXJiU3UyVTFFbThPQjlIS0M0aW96bDNUNXZWRHVxVnJ3VHp3d2NibHUxeTFwbFhIa3F3YjZZLytlcWM3YTVUS3owUkNmbENDZTZONjNkN3kyWHN5Y3RZYWhVa3l3Nlp5eEtjSWFPc2NZQWhBZys0QkZubTN4YkdQekp3QUIzdjVUNzhIR3hzYkd4dWJQRVFKQUJBQ0UrTEN5NVBHemg5NVB0eTZyTmVkeURxVWoxUGQ4S1hlVWFhaGxoenBhSjBRR1N6eDN6VlRNK0NJRGZQVFlrK25wektWVlpxR2VwZjZKRUg0WjN0Y3lMaEFxcTNkTlU0YjJUd3JVdzBlRDdXbFJ3Ym11MjdNTHFhQkdrWHJCWU5xc2tML0Y3N3JaekpheCtDYU5peU5UOHpnajVkakFvaXlTMGRFYVJrMllzbzM0Um1McytNbk9sc0V4cCtuc2tUZTE1eEwzWFU1ckF4SDFLNFFwWEtqRDNZRTk0eDRzTHRmdE9zMlllVE1oWFFqNzI5TWlpNlZWLzFpb2FkWVdLU0g3dlV1eGY4bTBoZUppMHdCZHJKZHg2MlUyWS9hSHVaSUh4NFZVZlQwdkcxcGRwb1ExTURnWU81V1Q1NndaZm90OXM4VFR0RmlSbGR2dFAzT3dhT09kV2JQejhxcUVaUCtlU0lWMzFUUnVScDFSMTVQbXF6RG1IaTdJZXYzNHdYK2JjREF4SmphZGpOU3FVS0RsUHpPK0k2am41WjZWcGFCVVg3SUpGdXJHTFVwYTQ1KzVhT09kV1ROenMrc1l3QWxuakRGM1hmUG5TT0s3U2tWZno3d3VnTnZYZktPU01OQWRiSDBOQUtEYzA3U1ZBSXd1Zjh1NFM3bnJaak9iVzJxTmpBNkZKMXNIeG1yRmxXS3pCb2FpblhsNXhrMElUTGNzMGQxemFQVDdLcTR5Y3hIVlRaeEJmNWUvNWVmcmZmY1VrYVNGaHdPdEdZVXpRRDJmVlppekJRQU9aUzhVTzhqaWg4TXB6dDVsdmwwek5JQWJZeGovVHVwc2w3ZGhEb0w0dTlpZytCZ0VKZ3JuNGlvekZ4MnFtaUhsRWREam1ZVHpvaXJUQ1U1VkR3cGVHM2gxY1B5OXUzeE5TNGhnTmNWVmhCbHN4cmtqQnc4NEMvSFd4SDM2Z0JtR2ZhQTJZMlB6NTRKU1pLZHQyOWpZMk5qWVhHT1VjaUxnYU9zYkt6YjRUckpydHF2bTNnWEkxZG9SNm5zaEM3S1hvb0ZEb1VEYkJPSHNxaktuRzh6NU42U1lQeldORzhZRUFuZklXNVZRejRUMnZkOVgxK1V5czVXdWZVeEsxUkh4dDZlWkx3RUF6SnMrNjBPRUVPV29HU0YvaTkvbHVsMG5vYXBSTjA1ZmdaRkxEc3phcmpGMXBxdHpja2ZtQ3FlOFZSQjdQZXh2ZTJXVnQyRU9LTGF5RjdYSW1CTTBsaHBXSldkNlZDaThxaVN3cnYzR2hJaTZtakdyQWdsbmhrYjBOUEZVWFBXM3Vab3pyMDRST0ZGaTZOWHd4QjdYWTJEMmZIa2JVL2kycHZHNXpJcUh1NEx0NHkyMDFseFpzVWdUbHRFZDFKL0p5ek51SWhsOWtVK041bWdBcXcydTl3QThJbWZuT3NzdHBEZTc5NXZ2d2xndlo4YlJHZkszUGd0anFkV2tzTEEzNmp5V25BNi94bmYzRWdBb1lhQmtLUHBNbXZCUFVGcTc0anJHS0MvNXUzWDVtdTRBU2NPUnVIUE1mSzJlejh6UHVSRUlUL1dpOWk0NXNpb0FxRjh5Nm8ySTdKY3pyVnZ1YTl3QWl1dmhZT3VMTUphMnpoaTRCb1g4MmZnZzErMDZ4T1VuWTNHWk1hVTV3ZHJ0TzZkSVpNVWkzdCtWbCtPb0oyS1NPSjNyMmIrbloyd0l5ekxrRjFBajZ1K1A3bk81YnRlVk10YTgxOWYzKzhuV2RIbFgxUW1GYnlQQmFnTG9EaC80bDVSMDluck9sZFlnTFhyeXFIOWlKa0p4c1drZzQ1K1FnSStrMXI4WGJid3pLOXNKTjZDaVBFSTRFWW8razVibUQvWDFmR3FXK2hnQ09RYUc0aDFuejQ0ZGluZ2I1a2dCS3doRmhPdDg1cnU5ZzRjQkFCZ0N3bWhMZG1RZnNGWlZkdVRaeHVZYXdaTGN0aEhCVHR1MnNiR3hzYkc1eHZCWVRHR1dMZ0FRU0ViSDA2WkxxOHhDWXFJa0dyM2NtZVVvWEE2TTZkMys5cFBKY3hkVmZjNUpEdXNMVXVKUGV2YTNaaFJRVXcxUmc4Z290SjlQU0hmRzZWWXRFSXgwQjlzemlwc0tYM1BEaUZUL2JTaGNMUytmUHdnQWdMTm03eGdZWnI4NzAybGVkdFh0cmg4R2R1QkUwSHh2c3MvbTh1N2VMdVB5K1o1RDdXK1VWdjFqb1E3czQxMGRMZU4xMWVWZWN3bVFjSjY3OEU3UG5Ka3ovekxzYi8vMzVQa3JxM2ROWXdDZjd1dnQzUVV2UGppaC9obXFxclJzeHhRdk1EV2lLWFh4OElHOUwyWGFnM3RiYzcwZzRVZEpDd2oxUzkwSHYvcHE0bDVSVVgxV2xvSGVya0RiUXhYZXByK3o0dlNZZFQ3N2N2Wjh0VHMwWnB6bXJtdDJLNUxHa1k1Ull6YjNkdk02YVVGK1Z4QU9BUUNVK080cDBxVldGZXBvZVRqNXVhNHFjem9IY2FzQWVGbUNmQm82TzBYNjdrWmhHbFNGL05wNFZMcThydm5UUUlDaFlPc3Z4NzhQejdKVkJOckY4QUh6cFVxZnVWVVI1QkpqUTkzK2xvenRydHpWTzY4RHFSdGRRWFAwZXk4MkRlNVFUNFQ4TGVzbWpKczErOVBxd3ZtZkhBay9QR2t2WndDVFpVbTE2M0JIeXowVjN0MmY2ZThmNk1qUHo5NGEydGYrNVBpZXZVMS94WUFLdXZhMWZRc0F3RlhYL0U5OTBlRWZuWDN4d2Y2TSs2dHIvdHpWSWV2SktUbmFJb2hacjRTZXVpOU40THA5Szc4K0VvdCsrL2locjZYZHk1b3Y5NUxDMzNaM3RLUTZ1K09NL0p4TndLeHBRUGh1eU4rV01VMit2SDlGTFdOcVVTalExcDY0dHFqS2RBS29jazcwSmhMZkdBcTAvU2NBd0l3Wnhia0VCdUxZK29URVNyWTNyRG42NUo1SjI3RmRTMnp4YkdQenA0RHN5TE9OalkyTmpjMEhnZFhlTzZkcUtEYVFzSTVtT1FxWEEyZ0ZJWC9MVXhNRzFkZnpxWDN6UHFZUWovZnNienVidm9ySjNGNnhGUkRXS2hGN0NPQys4WTRhSmQ1ZFc0Q3gxU0YvZWt1ZnBiNDdIQVZRY0dOc1JQemE2ZVJsRkIxNUxoeCsyQnJyemZ6V21VNzJucnUyb1ZSSStkcUovUzBaYTZzQkFDcTl6ZXNrMGVYdVEvcGJLemJkazZjNWpSdUdvdThMUkZmTlZ4WWdxTldXb05EY21iTnVHMzZEVDBocGRuc2E1eFBEUmlzKzJKcEpnSlU1dDdoSnFWd1MrRllvdURlamdLejBOcStUVXA0RkJqT0E4UVhkZ2RaSHg5ZmZaczRtSlhlOGZZbi93T1hkZlJPZ09wQTlNdnhlYkVIT2grSXF1aGNBY0oyM3VaaUE1b1E3OWp3QmlUVDN1Rmlwck1IbkFMNnBYRlgvUEIzSktLY3JGLzRyK2JtdW1uc0xtRzU1aGNRVEtPQ2x5S0YwRTYveDlYVCs0WUgrK004QTJoUUFnS3V1Y1RPQW1ob090SDlyL1B2eTNWTkVTbHY0N3VWM25pcjM3TnlxU00xU0FCY2kvcFkwWTYzRXVrTGp5NGNHaDU4RkFIQlYvZk4wY0lpLzZSM3NxMGtlVjE3VHVFRXFFWTc4QWVHODNtZm1TeENlZDNxSHZsTGhiYXhVQ0JmejgzSzk1L3NIZnpvMkJGMitwbG9nek9zS3RMWXVxaktkMDdQVkZvekZIenVUT1pMTnluMk5sWkxSaXdVT2xTVUJwMFl2WktVSVlKTzV2ZkpXUWZSVXFuQXU4ZHlWbzVQak00alFGUXFrL0pzWVRaTmZ5d0NXZ01MVFhSMXRHWTNQWE51YTF5SkJTVFF1di9mKzFYbyt4WWpmUkFnQ0dWdVNFTTVKakdwblJOU2RzOHE0b3Yzd0FlRURGUWEzc2ZsemdJZ1VLRFpweXBXTmpZMk5qWTNOdFdHMTE1enFWRGtWcU9nWU1XTUdNazdoam5TUlVERzA0cThCOFVwUDRIUkhjcXB3Z25LZlZha0FOZ3FVM3dzZmVEK2QyZVZwWHE4elhubDU1SzEvemZUOGZKcFNCVXE3YkRqWldpbTFVTGp6RzVkZDI1clhNcVhONm1YOVIxeGVLSldhTVRYMnRuNDAwM05oVEp3b3BDbFg0dndJZ0tueThveWJTRmc5Snp2TlFRQ0E0cHA3RjVCR3F3akVZYzJCcXlXSTM0eWxjUU9NMWJrcWdFOEF3QU5IRGoyUTVzbFM1bXUrRVFubUE4ZDNJMEV0bzBBcXIyNG9rU0NuQXVjV2w3Z1FMMTBhYjVOVVdtVVdTcVhXRFF6RWZqcHJxbFVzbGJnYUNyU2RzZkt5TmdzRjNVZURYeDl5MWR3N1gxTTBMeFE0L1NTTXRhUlN1bFlieDJpb3AvT2J2UUFBNkhCdUlsSmQ0VEZuN0FURTlDMlNtQzQxN1V6NFVGdDZ5dkRZSGhUWHkyT0Q0dGVKZXR3MW5zYjVBRkFWczJpOFJkZTZyWTN6SE1weFBjallNL05tem5JVE1BZUFHb3JHdGNNWjMzM052UVhLMExiSGhlcE9ySXVPN050STB2NnpUejg0THVMTDY4d1MxRUNMdm1uOG9aWlVJRW1VbzZRWForZGxMVkVJODFDcExCRWYrUFc1NXg4WWdkRVdaeTRrV01jdDhVTUF3RUtuWENzc2Nha3JLY0tmVEVYdHJvMU1nZEtWTm9ETXVGNUYrMTlNL3U1SHg0ZzZSVFNONlZxS09aekpkT2JZUmh3dWhBS3RQNE1VeXJZMVZvREN0UXJVNitmN2hsN00rTjVybTVhQmdvL0hvL1I0Y2gvcGN0L3FHd0daeFZFelJ1S3B6d1VBb0VUZ21Va3hmSVZkdkpJeDArTlBnUzJlYld5dUVWWU1kUUFBQkJ3Z0VHbTlJRzFzYkd4c2JHeit5R1FEQUkxR3RZZ2JPUWJGMXl0TmRndkdpa0FwUGVSdjdVbWQ0dHBtZmxJb2VDM1MwZGFScVRXVXk5c3dCNG52c0NqNjNlVFdSV1cxNWx5RzVJa1BpTysvM3ZtRE5JTXZ0N2Y1NDBLSnQ1R3IrUXBWWi9kKzg1MFNUOU5pRkxRaUZIenBVQTdtTGlTeTVrWDgwSmtxZU1hZjdXdGFRa290RFFWT1AvMTZweGt0cjJ2K2RGekJzVVI3cHRWZWMycTI3bGdkalY1K0ZybTJScUQyZW1wN0pVYnNNd2o4U0NqUWRqcDEvZkk2c3dTQk9ES2NGYjU0OFNrQVU2V044WnBMUWVNclIyTFdTeVJwM3ZBNTQyQ3l3TlVjMW8xSTRxZ2pSMXVJaUxONzl1ODVXdUZ0M0lFRWw0NEcyMTRIQUNDTjN6Qml2ZmNjd0NPeXVMamVNSEo1VFMvMjdrczRsVmY0bXI4Z0xlaEpiVWxWVnJ0ckIzQXEwQUJPSDlsbm5zbjBqZ0FBTkNQdVJzbGVTZFRyTHFveW5WbU1QZHgzdGY5YkNWRlg0cmtyaCt0c2s3cDg0VkhROWVsa0VYS20zVVNYTHZvVEJ4RVRxZWVnYVIvdWhkNmZKOVp3ZTVwM1NrYm5Jd2ZheDhWa3BhZHBNU2ZsQ2dmT1BEL1o5d2dBVU81cC9BUUF2QnNYb0JCd0hTanNBMlZGRW9jSFpkc2FGM0tONzlUN2hyNTkrT0RlSzZWMU94Y2FpbWIxN04rVG1rb05BQUFWV3hzckZYTEhPNWYxNDVLRWw2NWMrRlZpclFTbHRiczJnUTRmaFNzWHY1ZHFIdWJhS2hZallGRWtvRCtldG5aZDB3b3BZQTV3TmlVU05RNG14UDJFK1ZzYTV1Z2N2eENMUjM5dzlLbjNmMXR1Yi9OcVFrdHdocFdYUnRqK3RIYzc0LzEvb3dCS0tXdmdVdXFCeVo4U08yM2J4dVlhd2JnMkIwYVBqUVZqTE8xL1BqWTJOalkyTmpaL1hJZ29VVXNKbXA2L2dJUFJJWmkxREtXZ3lJRzlhVVplNWQ2bU9pU3BEV0xmd1V5UjMrS3F1MmNqc2R1UjVHK1RXMUt0cVc2WXhibjRraUI4TE5WZ3llVzZYYWVaTTF3eEtVOGFpdXZDRW0vMDdOOTdhYlgzenFtY3FaWG5lMGVlTFBNdG5jb3N2dWlLcGUzUEpGaGhUTFFEd0pMM29ycS91SGcxenlsYXZsNmdpQndON24wTnhoeVFIYWpjWk9FSmh6R2xYQWw2NzBqd2ZZRlpYR3dhanZuV0Y0RFkrVkN3SlMwdHRteHI0MElFYXdWWHJDQkt3OStIREFKbVRYWERMQUN4TkFiYWdXemRzVUV5MlhYeVpGc2N4bHlsU1lxdGt1VExFSWNwR3VlTEluRXRVTzR6S3dubCtWQkhhMDlwbFZtb1pZbWEvcEdSd0puT2h3WUJBQnhGeXpjb1M1MDRlL0RCL3VKaTA4aFpLRGZHSkQ5ODlGRHJ1TGtiMU5kejk4REtjaUlzSUNYZU94emphZVp0aVhldFRaMTVrK1I0cVNzNDZ0UmRXbVVXOGl6MTVjRkIrWVhrRkhVSE9qY0NxZWNocjJDYUpGZ0hHdVgxNGRYbXM1TUlON2RuK2ZvWTRBdG4vUS9HaW90TkkzdUI5VEVpR3VqMnQ0M1hUcnU4RFhNVXd0cFFvT1cvTXEwQlk2bjcrYXF3RWtHK2pGRzlqenV0alFEOFBKTG9UUnlDbEcxclhNZ0liK3Q5K2VxbnpwNTlNRmEydFhFaEI2dytIRXhMZHdZQXdJcTZwdVZTa2JNN3FIVzZmWEtMaU5HQjdwVFA0ZkxzV29sTXJ3M3RhL2xTNm0rN3RMYWhsSEg4dkxwMDRTNkFoeWY4L2tvODVrd0FxMXpqUERmaWIvbDJ4dmRlYzI4QmFQZ1JCZXJKNUZUd05kVU5zeVJUYXppeG5IY3VYdmptTytHSDB3NlY4cUpaSEp3c244Z2FkUWtDaFdrUCtCTmlSNTV0Yks0VlRJMlFva2VBNkhHSXk5Ny9qeGsyTmpZMk5qWTJmeVJJV2xlQlpJRm1VWDkzSUwyT3Q3eXU4U05BdEdDZ1AvYm9XZitEYVJsalpiNWRNN0lNNDlPS3FSZTZnbWZHSTQydW1uc0xzZ3p0VGlMMW0rNk8xclNvSUpzeHF4UWtzeHlBVTZVR3pwNzlMeDhEQUhDd2JCOEFoZkw3emtrbVlSTlhNanhaUzZxaWpYZG1JY2ZyaCtLalk1eEYwYldDSU43dFAzc2FSa1ZqZG5hV3FPTktubVJNRkRGZ3NlUSt6d0FtY3k0UUgySUlWOElkclQ5SlhYL3Q1cDFUdU01dUpHSW9ZOE9QWmVwSkRWVlZtdUhnTjRwWS9MaURMQjhpSFV0RXRVZWR3c1VHcHVCbEVJNWVUZU56SThIVC9oS25XQUpnUVhnZjczSzV6R3pOVUc0TzJndUpldDN5bW5zMmNJUm85OEhSejVHekNJb3RndUdqUWZORThxTkxlMWRjUndockZjcEJ1SHo1S2VnME14bUVJYzZZdWNuaTZuekkzenB1Wk1XenhGOHdwY0l2UGYxK0ZMdWlybW1Ic3RSN0k1TGk1TXk2aVJGRDlmL1llL1A0cHE0ei8vOXp6cmxYa25jYnpCSldFeHdXQTk0a203QWtjY0MyTE1qV0prNmF0bWs3YmIvTThoMm13N2NKbSszMERqYVFwdWxrcHBsMk91bVdUcnBrUXRObUEwczJFQ2VFUUxBa0x3a0dCN0lSRWdnMmkvR2k1ZDV6enU4UFM0NHN5KzFNbSsyWHVlL1h5NitYZEhYdnVlZGV5YlkrNTNtZXp4TkdTNkwzSFpGMGZFRkJPNFBLNndCZ21hRTdpQUQxZWhwK0dMdWZsTlErb1BPRGljYUlrczR6RnhQd1FaOW5oMTlhOWFVQWd3RTVGRzJqbGV0YWI2V2MzTVlOL1A3a3lZZENSUlVicHpFcnk1TTk1LzR6NGR6S3Z6T1RTTXpzNlI5cWRUaDFCN2pRMnlhK05zcW9kdjZLaldtRUtEY1pvSS9FQytjaVoxMEJVMGo1UmNMcTRpTytwYXUzVExSU1hnbEoxYUd3L3Z0eEwwcFJ2a3BBVGdkT3FTUHA3amxsbWkxSm9UZUJBNE9DTjc0M1R1MTM2cHdWeThBc0V6NjRoK1JUMWVmWkZNOG1KaDhUcDd0ZjdYeXJ1K1AydDdvN3Z2SFdXMTFtemJPSmlZbUppY2tuZ0NURFg4WVZKU2xiRW5iZTI3VGphUHcrSmM3YUtncVM0dytyUHgrdlp5MFRpa3RTOG9iZnZhUHBnM1R1YWdabXVUTXM1S094UFlTak9KeGFxU0ZsQmljSWdoQkxtNXU5RE96aUphN2F2eVVEY245YjQ4NmU1Rm56dnhVSVcvY2UyYmZ6L0hqWGNFVm15dDFEYjZuUEhOKzM4M3pwNmkzektDWFQyNXBWLy9BOHFobkpubFFSRElzRFFpaEVTSkxxeXpqdWpUM2V2b1l2SWdUVGZVSDFEL0ZqMiszclZFdXk4bVZJZm9ibzBqZGVTeVZIMHNwTllvZzFXV3pXbFNJOHVEdTJKUld5c2hhQWt6NnZ1NkdiVXYybWk3VHZRSzVyVVlxVjB1WCtSdlVJb0FtUkdTcmdqTDc3Y3FOMkdoSFJCa1hKOEhxMnR3SzcrT0xWVzZkSWFlUzJ1NWt2WHVBcERMY0lLUzVlQ0txTnZuRkVXSkZyeTBJSmFmamRPMGJhY1RtY2RYL1BCTkZiUGNxSStaZWpvbTRGQVRsenBxLzN1RTBscXloZ0VHRzhIdHZHTEpiaThvMExLU001UHJmNjByQm9YNmNxbE41NnBuOW9sSmgwT092K1hzcXcvL2dmZVIvenlqZk5vbFJPOFhsMnREdWNkZjhvSVM5THJsOW9jOWVQTE9aa3lzd2ZHTnpZMzk3Y2NNSnVYNmNTWWlrT2MrcExsTXBjZE0zNlNWREVMYTBocFNVN05XV0daRFMzdFVrOWpGMmp5dzNTMHl3UGNXSWNhSGRybzNwV3oxaTJJWWtSZVF0MDQvR1RqZG9vNDdobHl6WWtTYXQ2RXlFeVM0STNqM2RkRGxmZDM0TVEzZXZ1M2gyYnBqNHhtWCtaRTBLSU1BNGRpMHUvajFMZzJseEV3YVpRc0xUSUprS0kvRlNKWnpOdDI4VEV4TVRFeE1URTVETlBYcDVtSVZtblNvWXV0dHNnQlhSajREMWZremJHd0ttb3N1WmFDY3p0N3cvL0ZBY2JFa1EwTlRyQlpxeVJsQ1JmR0ZJZWp4VjJ4Yzc1RlpLUy9vN0dZOGZqanlseWhSWklJVklnbEM0TE5mSXUwcjRES0p0STdiYWE1VVBDYUxZTlhlaDFWTjViSVkzUWYzVzFOQ1Nvc1IyK2h1UlpSbmtnTEI3dTZ0TDB3b3JhcTdpQ1BGOWp3NVBSZlJ6T2VYWnVpQk1BQVZGNFlYOS8rRGswZnlDZTdKVmJGaEFwYndxR3hVL2pJN2JMbG0xSUNtV2tWVkdJdHduWUplLysrakVHWExtdTlkWk1ubld0SERCK2JrblRjdzBodTJKcmFZdkxheGRLUmVaS1lyem9jTlY5NVpVWGY3MmZpUDR2ekN1NU03TzE1UWMvQUNCTEttdVdjMFpzL2tiTkIrQ0dTZE9XWG1LU0ozbERMKzBESUJkWDFzeTBNRklWYVgxMERZRG5FYW5odHNLNEZRSnZuanErOTFUdnFaY3JBZXdETUNveWZ1WFN2NzdxblZjOHQvZjJuQmgycVM3VGxHS0w3Z0tSNmhGM3c3OEJjQUJJS1ZpejVRdzNCR3R6YjIrMVY5UldTaW1JRVBwNzN1YWRZMnJmRWExdkozUk9hK08yLzBLazVweUFiQjBVdkRaYTk1dFRwdGttV1kyVmtzam10dWI3eCsydVlxL2Nzb0JTeFhHbWIrQ0o0cXF0RmNJUWg2RWdJNlJiaDEyN3l6ZGxFRVg5dXBER3J6cjIzdGVXVTZiWnBNVW9GeExkbmMzYXVmanhpbHhiSmltVVhkTzZ1LzRIdytuMDlDcmZudEZaQmZOWGJFeExUYmY4blJCaVY1dG5kTFpGM3BwN3BpWkwyM3JvK0YwMFhmd0ROQnJLTUZ6Z0Fzd3dkdnYyM1pkSS9CS0hzK1ltU0lSOTdvYVlWbUxWcktoeTNnb2lKSk5TMlRkMjdHRktWbSsrRXJEazZTUnNNWXpCdHdpUUp5V0lHWGsyTVRFeE1URXhNVEV4K1JqSnk5TXNTVE5GQllFSVJKMThwWEY1VEVTMXlGbGJUaGxaRnBiQlhZa2l6Z0RncURLcUNLZ2pGT0ovaUUyckxuVFczRXlBK1pjdlhId20zbGlzdE5LWXpTU2JQR2ljNzZSTXJDQUdienZaK0ZDb3lCcFl4TUZEUnoydnY0a3BVNG81a2VkOGU1Tk9Kem92QUNUTkZDdWs0Rys4dW0vSHVaSTEyaFNWWW03Z2JXVlA5UFVTVjkxMVVsS2lnNXkzV0pUU0FaMGZqTDJPNHZMYWhhRHNLNXpJWDhXNkgwZlIwOUpXQWpKRFNuRzYxVjJmc0k0NDA4aDBTQ0hQSWtuT2twS21rSjdla1o3UHhWVmI4NkhRV1VPNmVJR0NGWjE0ZGQvQlVQOGJoNEtEUFk5MHRqejBKUUN5c0txdXhLQXl5ZC9Zc0IvQUxnRFA5THgzWkYvWHk3KzZnSllXSTc5U202eUNMZlkzM1Q4SW9CVkFDNEM3NTYvWW1HWVI0U0lDVERoejJuK3k5OVRMSGdCUFJjUnp6TDJ1bmZOT3gyTy82ajN0L3c1Qy9XMEE1aFdwZWlHbFpKclgzZkFnZ051aTQ3NXgrTGViaGdiMXRoSm5iUlZsWWpJajdFMXY4ODV4MDZ3cG9jc0NmWU9IRVRHRUkwTGVFZWF5SVRhU21tM1Y4M1VoZWhNWnNFVXByTnFjSXltWjNlcXUvOVdrREZ1aEFBMHhoZVlPNmRMYjFhSU5vRXhUaEdxNVZVZ2M4M3QySGtDWnBreE13clZDb3J1OXVXR004N1Rkdms2RlpNc3VYd28zbzB4VHJBb2NRY0hqSExDcldVcWFjck9RT09iejdOZ2QrOHFTbFp1emtvWDFMa1BpU2UvZStqRzlta3RjWWkwVkpOTWdlR2s4WjIvN21ycFNVRG9uTktEdkdyVzlmRUVlWmFSQVV2S1MzNk1sYVBNMlhHYkFWVllnQmFjaWNPa0ZTT09EY29WUFdlVFpGTThtSmlZbUppWW1KaWFmWVRScW15V3VwNUozcXRZMHA1UlNBb0FVWkpRUmtyMnFaaVdsdENyd3R2SmdyUGxYTE1VdTdXb3BzSklLL3UreDR0UGhyQ2xWUWE1Qjc3a2Z4ZmRKWHJKeWM1YWdwR0xvVlBkTHFVcm1Yd2RPMGFlTzdOdDVQcTk4MHl5RktvdmIzVFpma2ZQS3hkS1FrOW84OVozakdZUVZPV3ZMSmVVQlg5UE9iZ0JTY0g1RFNBWVBSRk5qU3l0cUhFSlNEaXQ3eGNKSWFVajBINHhOcmJXWGZUdWJLcmhkSitFZnRlMFptNUpjWEZsN0F3alNxU0R2K2p3N3hnZ29BQ2hhWGJkTUtOSktGQmttaEU1dGJXUUhvdW5EaTFkdm5VS0ZNb1gwbk4yZnFyS2xsTXRqZmUrOGxBMGdVcjhxSFRtRlg4dFJ3ZFBiMGs1RVcxNHRpN3htR2VvN05SOEFMRVJmcG9RRGJlQmhSOHlwcjAxT1VZdW9RaDFodzlqMWJ0Y2VLNENKa2RkS0FWZ1I3YmtNTE5LRGZYTWlyeVVCY0NpVWZpbkVqTWNqMjVaSEIrMi84TmJrdEZSMW9XNElEakRsaUpzbGJMa0VBSGJYdmV0RFJEbHk5TkNERndDQUt2eUxuS0dwczZuaHplZytlZVdiWm9HUTdQRWNzS05Zd0VvTUVYNnh5TFVsajBwMWdpTGx6TUZUN1BIbysyVzM2RjhpSU16dlVab0FvTkRHaXlEQ3ZZbUVNd0NRN0VrYlpGQjVvZnZnL2YwbEZuRXJNeXduNHRPcTdhdXZ1cGFBVEE2ZDZuYVBQbHFqbG1SMkU2Ujh2ajNCZ29uZGVlLzEzSkFabk9KWXA3c2hvYU41MFdvdGp3TGZEUFBBYjJJTjhvYlR5UEVWSm9uWHQ2ZisxZkh1QjVrMCtVNElXRURJa2RQdnYzQUdKS3BSSlNFZ255cTlhcVp0bTVpWW1KaVltSmlZZkdZcHFzQlV3RGpUbW5IaXZibGRQVDhHNU5jQkFrSmtUQ3B6M1ZKUWVRMkdCdS9yNnZwKzRyWlFsZG9DU0Y1S09mbEQ2NzZHa2ZyZXdpb3RCOVM0VG9UMSt2ZzZWTHR6NnhVRXJHTG9GSHNrYWZiOHNqQVAvclNyYTN1NFlGWE5kSXRDcjIxdHJQL1ZjUHF1ZFZacjQ3Wm5FbCtCUnUzT2NDR0lEUG9hdHg5ZXNuWnpsc0pWWjNoQWYrS1ZGNGVOdkJhdnFwMnJxektadm4vbWtKZzA5Vm9LY2VLb1oxamtEVlBOaURYbERrRzRwN1B4L3RHUjdlcHFacjk4VllHa01nV0NCK1g1bm9Oam5jVTFXbHh1ekdkTVpnd0dRdTNKbHFRbDNqRGRIUlg2QzFadm1XaFZGSWV1ODNhV1BYazFFY3FwTS8xOXZRV3I3eWw0OWZtSDluTWpXS3BZa3Y1OXdyUVppNmxVWHNDdVhUd3ZUN09jZnYrWC8zWDUvSnRmQmRDTzFOem1rbXUrZUtOdWlLNzJsdStkQmZCVEFEY0NTSms0czZoUklhUklsMlQvSy92dWV4UEFLUUJQQTFnRjRQc0FRak9XYlVneVZPS1FQT3dIOEU4QWRoQ2lIRjlTOXExS0dQcTJWenpEb2s1Tnp2NDFEMTMrZ3VCaHBHZGYrVnNRTmxkVlpWYXIrL2gvQUx2R0xGems1V21XbEpuR3RZTHJ6WjFOTzAvUFdMWWhhVXBteWpjaHhkdHRqZHRIYXNudHJ0cTVFT0o2cjd2aHArTjlGa3RYYjVrb1ZGcDVXUmROVmlVcGgwcVN4Nmc0TDZsNnNLdExDOXZ0NjFReGFiS0xBSk45amR1K2gwaXZaRVdRek5Td1pVei84Ynd5TGRWbU1jb3Vod0kvZnczcWdLT3F0aXdzK1pzZCs3YkZpTnhxVmx3NS96cktVQ1owL2Z0ZFhidEc5M2wyNmpjQ0VGN1A5dmhlMXNUdTNGcEVJWEk1eFR0dDdvWXhwbnFJcEo5THB0OGlxRklmdStnMHIremIyWW8xK1c4bDVPNGp2TWNRZ3dBQUlBQkpSRUZVNHh5YlU2YlpKaVlaMXdvdXo0R1JRVzlBZVgwQ2tEeWNIVUlBZ0VpUVQ1VmUvVlJOeHNURXhNVEV4TVRFeE9URHBPM0NlejN3UGZ3ZUFBUno4NE1XaFRJUUFISTQ4bHpzckxzR2tNc1J4T1BqbVdQWnk3OHpDekN1SjRLZUVKZk9qdFREemwreE1VMGx4bDBHSjArMzdmMXUzK2hqTm1VQUtGWXZEK3hLbVc1YnhpVTUyOW4wUU0vOEZSdlRWQXNwR0F5ZWYzS1JjOE1FQ1pZeitEYjFqRGYvL01xQjJSSnFpajlvT1RSajJZWWtLMWNLT0ErOThNcUw5MThFZ0lKVk5kT1ppcXNHKy9TRGFST3p5eFRJUzYxTk8wZlZYRHRjQzlZTGlXUCt4dTFqMm5FVlhwcC9KV0ZrbmhCRWx6elVrc2lBcTZSU253N0twbDA4ZWZHNWpOejBtd0tTN292V1N5OXlicGhnaGJLYVNuNUlVZGs4eWNYYlhnTW5pdE5TcnBXTXY4R040R3A3bVpiTmJPTDZvREYweE4vMHdHVUFzTTBJTHBtZmMrZlBXdmZzK0FlN2ZaMGlKMDYraHV2aVpQdmVrZWhxRjRDcmlweDFCUXppR2hENmFtOWYvNnNSWVc4QXVIbGtnbVdhTWpXSjM4bUoyTmZtdnY4OUFEL01LN3ZuaWFRa3k1ZkJ4Yk90VFR0SFVvMlhyUHliRENGRDEwSFhleFJiNnExQ3l2NnpsdmNmU2RUREd3QlNaL0tGSE9LQ3Iybm5jZGpYcVpNemt1NGdVdlo2M2VvVDBYMFdyOTQ2aFlETzgzcTZ4MjFKdGNpcFRlRFVzQXZ3dlJiRzBoVWhwd3NpM2dlUkE3NUdEUGU3enA1eU5aV1k3UFhVUHdBQXhjN051VlJnb2JUU3ZTMU5jWTdpMWRYTTJxY1hNODY3WG12NWZtK0pzMjRSSnpMWTRSNHRnb3VjQ3hZVEtvdEVJUEFEWDh2M1IzMUdTeXByN2hDU1RQQ2RQemRHOEJkV2JaNHRPUzJSRE4xK2QwTkwvT3VJOU1ZR1lXdWxJTHY5amY4MFVzdWNVNmJaMGl4R05TZmtaYis3UHVHeGdFYXpyWHErNE1SQ1FGZ2dvQnhCaTJZZ054ZVFsRVE3UFJPWWFkc21KaVltSmlZbUppWW1Idzh4MFdBcEJaR1JMK01DUkJSVzFaVVFJbDFDaEIvMTdXOFlZNDZGaU9naENxOEFKVW5lakdOTk1kRmxrcDVtL1djcHBHYzQzWG8wUkZGdkd6VGs0WEJHc2wweVNmenVIYThBa0ducEZxYzAyS3RkTFQ4YVNLWXB0MTdpK3FGWVYrSlk1cS9ZbUtZeVc1WGZjL0lsdEdqR3BQU1VGUWJIdTFFanFrWE9EUk5VQzEzckR5bDdVMU9zZVp6S2dWWjMvU2huYlllejdpdEM1Ky81M2R1YTRzZWZzV3hERXFPNENaSUVhQzl0OU1VdEFJekF5QTBYVDE1OE1TTTMvWjQrY3RsejFLTmRRTFNXSE1uWER3NkVHZzB1MHFnd0x2cjNOaHpMdHhsekllUlFXK1BPcmx6WGVpdXg2dGYxOVFmZDBjaGtZZG5tSEVMWmxhMTdMSjBBcE1pZWtrZEFCdjE3RzQ3Rm5yWmdWYzEwaFlyRmtoTGVtbmFzSldyS0ZZL2Rwbi91Z2g1K0lqWWRQU25KV2kwNThmdGlGaEpLcTdZNktaRUQ3YzNmZTExSlN2Ni9BcmpJZFhId3ZXY1NPM2JubEdtWkhGams4MWphQWFBNGUrTFZrSlI0M2RzZmkwMnZUMUxwaW9DZ0w0OG53QUhBSmd3SGRQMTRXK1BPSGd0VDdKTEFvSkxZaGxQa05WRjB6WlpKbE1oVlFRejhIb0FzY20yWlJCbGI1TTNzM3UxN1Joc3p2K0srK1M2cTBJdXQrKzU3TTZkTXMwa2k4djNuZW55eCswVGUzeThLSW44WHZ6QlVXRm16WERBeTJkZlUvWEI4RCs5Rnk3UUpLcFE3UWNsRmIxcjNnZkd1eWNLc0R4Q2krT0kvLzlrVzR3WkNDZmU3NlpqKzRWRkt5Z1luQTVpdlVEblJGMWFlN1dyUkJnQWdtODZ3TU1VMkhjTlcyd1RFVE5zMk1URXhNVEV4TVRFeCthUmdBR0JObVhxVkluRUZOL2l2MnZZbGRrV2VabCtYYkNWR0dRaEpPM1B1L1IvRFBTeU84dkkwUzlJc2NTZUhhUFRIcGJ2bVY5NmRZbUUybHg2UzdsUUx5K1pDcExVMTNkZG90NjlUeWNTcFpWeklFL1FpNmJWWDFWUmpVTHJmZUNHeFlGM2sxQ1lrTVhHbmQ4KzJIOXJ0NjFTWnZXVTVwU1RnOWRTZlFFUllKeEhMeXFFZyswMmhMVGhEQ0dhbFBlY1BqWGIvcnJ0R0VxU2VHd3pzaWsvRlhySjJjNWJWVUw4cWhYeEZGL3BiSGI2ZFl3VGFVcGVXenFWUmJZRC9Mbk5lMnJWaHFUOXlzdkdEbXU2a1dYb3BRRjVOU3JaTVpTcGQyTHBuMnhONVpmZE1WU1FwOE8vdGZnSUFNcEhxQUNHdlJvM0xDbFp0bUs1WWxOVmVkOFBQRUJISVZNbzV2cWJ1VVducmR2dTZaR0xCdFZMU2xNQXA5ak4wSlJhbXhaVjFkaW53eGhzUjRUOThuN052RlVEUTM5UVFhVW1sMFNKbllJa2dDdTBOMGs1SFplM25PU2V2Z3h2SE8vYnZmRGZSdVBZYnRXeWlHMy9sZFhmL003QkxsSzdaTWs4SXRpbzBZUHdnZWkrWExkdVFGSnFRNHRMRGVPVm9zM1loMFRoNWVackZPbDFjSTZoOHY1OG1YWEk0dDM2Rnk5QUpwcWlwM2ozREN4cjJWZmZNSlNyZEtnMzJUMGYzUG5naHAweXpFUmt1NW9iZUd0OW15bTVmcDhxc1NYWUJlYUY5VDhNclMxMWF1aTc1NXdOeTZPbFlFVnk2ZXN0RWJsRzNRSXBuMnhwSDE3Z1hPemZuRWtLdUUrQS9qUmY4aTV3Ykp0Z0kveHFYNkwwUVlrL0hueCtSejE1S211VnZ1SkF2dFhtMDJNZ3lLWFp1V1Vrbzhsc2I2elVBQ2V2MzdXWGZ6aFpXeXkxVTRsMHAwUjdOWXJEZnFDVWJReGRYOTU5OWFhUy90cFNTWWppSFd5WWE2K1BtVTZYa1RVemltQWdnTitiSCtrbFB5TVRFeE1URXhPVC94MGhCU0VROE15VjVLamlhMi9hZEhOY1ZlZHFrU1RkVDBDekN4UlB2eGFReko4MHcxa0JLTlhoS2VUWjIvNXd5eldhaHRoTEM1Y3RoWFFvS21rUFA5KzRGcXBuTW1tUVhRcHdPdmNPT2lTbTZnK3JjMS9wQ1RHL2tHT2F2MkpobVpVYnBKVWtmQlRSS0prd3BwVlFaOERiV2p6aEJwNlJaS3ZTdzlFbHJPSTBLWlhFL3U5d2VXM1B0Y05hVUVvSVZDTExINHlPMlY1WnZ5bERDdEpnREY4S0VuK3JZdDNPTUVkVDhGUnZUaERCSytTQi9Xbko2RmVmOFhHZmovU05DMCs3Y3VsWlFOU2dFU1NVVXM3MTc2QjhLSzJxdnNsbXRoUmRDN0dsZ0Z5OXgxbFpCVU4wYk1acGFzblp6bG1wSktUamJOL2diUk9wNUxRb3JQaDlXM0xFaUxpOVBzNURKVTI0amhHUnlIbnAydk1oOFVVV05nMUNSRkR4OS9KWGhMUm9sa3lmZkRMQmtjdTdjSTlIOUZxOHk1aENxVHZRMmJtdWNhQlhMSkNIWmdodit0bjA3dXhLTnU4aXBUU0I2cURRc2dqOENkbkdIczZhVUMrVmJSTWlmUncyeGNuUFhXNE9wU2N1SlFNZDRSbDZ3cjFPVFo0anJGQ3JQVWg1K0sxMktaUUtXbHhSQnMvdjdnb2NSRWJLd1dHOFBTOUxnMnp1YytqekJ4cjhnWU9sTzBPcUtrTWxURmd1Rjh2YW03Uy9OWDdFeGpYT3hJcXp6eHRnYTkwVk9iWUswMEw4aVVqenJqVXU1TG5KdHlXTlUrUnRkNExHMnhwMDlvMFl2MDVRa21Yb0xKTTRPRG9RZmkzV1RINkc2bXFXbDJXNEg4SHFiWi91am95NjNzcTZVUUZrMCtIWjN3N2pDK1VZdFcxcVRISVNROTNRcDMybHRVdCtOYkU5R09IeTlFZW8vTG96UVNPc3pPcXhYU2NMNyt3bGdpbWVUVHpOYkFKeUkrVm55WjR5eEpySlNGZjNaK0JITTg4UGdHUURCeU05TG4vUmtURXhNVEV4TVBvdElLWW1NdVBkS1BuRFN1N2UrZmJ4VVczdFZUVFVYVW5MS08xcWJQaEM1eFpWMWRrTElkZWREN0ZmeG9pN0xvcGNhWEZ4cWJkcitUa29LL2NJRmNySEY1M3RZenkrYmN3VmhiS0ovYjhNeHkvUndIdE1wSDYvbER3Q2taMWhkaEl1T2s0M2E1YUpWL1RQQnBPcHRyQitwdFM1eDF2N1ZZSC80OE9DZzJwOUMyYTNwWWNVZEd4RmV2S3AyTGdqOVJoKzU5S0N2UlJ0VHh6MUJVYStqVEpraGhUejBTbHg5ZEpTMEROdlZZYWFjUWhxZHpTUkpiZk44dHpNYS9TdXByRm11QTJlNEhEb0x5SXkyOU83bmxxd01aakFxNWwwSW5XNTVxMFVMMnN0clZuSXFMM2s5MjF1ang5bDB0bElQeTQ3VGh4NE1MRm03T1l0Uk1hOG5mS281WHFRbHpkSnZsa0pPSWh6dThYb2xGNWR2WEVnSm1lRnpxeTlGVGJBY0xsNEF5S25lSnZaSTdFS0MxVUpYWGtiZndaS3F1aExLa0M4cGEwKzBZQkFsaFlpU2NKQjNkalk5TUZpd3FtWTZDUG55KzMwRGQ4ZCtEakxtcGkxaUJPLzdHaE9uK3dPQWZlS1VZaUtObmxaUC9WRXdWZ3daZnAxUjhUZURHYW9uR29rblJQMEM1Nkl4NnRwdHI2aXREUGFIOTdlN3RiZml4OHNyM3pTVGN6NjEzYzE4QUVoeWlsb2tvYjg1cXUxWWRUVkxobkd6Skt3alhqalBLL3QyTm9YNjlUT1hCdXRpWGNKSDdxblZ1RXRBaEFZTnd6TmVxN2JpeS9NckFLRmNQdGszcXQyVjNhNGxFeXFyZEJuNGZid3AyY2o4OHpTTDFNTjJVS3BLZ3VDd0s3a21BSTFDaUtVU2x1N0FleTF2Z2RJUnNTd2wrVlNKWnpOdDIrU3pUdndDVWFLVUR3WmczQnFWajRuTW1NajZweUl0eGNURXhNVEU1TE5Fcm11OVZlbnZ6UStkUDhZQUlOQi9yaXZ4Lzl4cVZsSzFvRmhLWVdPVTlubjNORVJyaUVtQnN5NlBRTjU4T1JUWS9sYkw5NE94eDlnckZ6Z1lwTkkzcEw5dXI2cjVxaEVjK01YSmxvZENpMWR2bmFKWWxPdk9CK2dUOXNvdEMwQ1ZxN3p1YmJ2R25uZTRSblZLZXRvcVErcXZ0bmwybnNsM2JaekJoSHF0MTYzOEdvQkVtYWFVSlBFVlhKZUhRMnJ5aGV3MG83SmZEZi9TMjNqL2lKblVndFZiSnRvVWVXdEFLbHRPdWg4S3hZNmY2MXB2emVSWjE0SUlpeFR5amZabVphendLOU9VUXNWWVNRdytTS1NRb0pqdGEyNFlNY2V5dTJybkdsd3F3c0M3TnRXeXRIOHcvRnplNlVYTU10c28wYUYwdk5YeVNMQ3dTc3NoTUJSZlkvZHdHcmw5bmVxWU1yWE0wUG1aanYzYjM4MTFyYmRhZGVyUURkTCtWc3NqbzRSemNXV2RYVW94UlRMNXZHL1A5akVDRDVFZXk0d2FzMXREeXJQUjJ1UDh5dG81RXVSeklZNmZSTGZsdXJUMExHSGMwYS9ydjA5QjZteW9XQzBNY2R6ZlJPT2RwU052WXpVcjZsOVlKaVMvMk5seS8ybDcrYVlNcU9Uemt2TmZ4MGJ2QzZzMjUwaVEyVDdQOWo4a0hDZml3aTZFbU9CcnRuaUtYVFZYVThrb0IxOHlKT2lPcmwxYTJGNitLUU9LWlQyUjRwWDI1aDN0QUZCU3NiVlFVbm1wNitCM1Q4V1BsMTlaTzhkS3lYV3Q3dnBIQUdCSjVaWUZDaUhKclo2WXhZL3FhbGJjTjk4bEtTeG5ML2EvR0h0OFhsNjF4V2F4ZmQ0STA0ZmpNeEh5OHFvdFNiUG5sMGtoVXdnakx4eHZHdDNtQ2hqK1hCUmJqR3NKNlBKTGhENXc4dVFIbjYzRnE3ZE9JYXJ4YlYzcXZ4eXZ6UnNBWXBsbExBZElNcVF4NUhQdkdLbkJ0NWZ6UllSTDZmTnNPemx0WGxtMmxReG1Ra2JXUG9qOFZBVjdUZkZzOGxublQ0bm4yUUNhQWR3ZmFZbndTWkVjODNoc2lzeW5Cd1lnTDVKR1B4MUFDZ0FWUUFEQUlJQjNBYndGb0J0QXdsVkhFeE1URXhPVGo1dWNzcS9aMGtWRzJaRHhRWUJPU3A3dy8xU0o4OG9GSEZoRWdZdGVkOE5JSFc1UnhjWXJHTVJhS2RYZnZCWm52bFJVTWErSVVvajMrZ1lQVGM1TVdRWWhtdHBiL3VYU2NLc3FVbnJwd3NWbk10TXpabExDY2xyZDlJbEU1N1hiMTZraU03V1VTSEd5clhGbnQ2T3FkajRSbUhPUjlqME9QQ1FBb05BV0xJSmg2L1B2UlhlSjA2Z1VodDdlN1I0ZElVeFYyZGU1SkNPbVhySGpTNUZaU2dBYkJBWU1HZkFERDhTbDFtclVrY1NYVWtFdWNvaHpLaUVGclo3WG5veStXbGkyT1llQXptTlV2TUVvV1JwaXhvSHVnL2NQMkt0cXZnS1FGenNidGRONWErNlpxaHBpeVdCWWVTNGExYmRuVDExSmRLT25yWGxIZTE1ZXRjV0dyTnVrSUFjNjl2L1RxSHJqMGpWYjVrbUJwVnpTanJZOXpKL29QdVhtdXF5VWhvdjBrT1ZndEZhMnVIempRbEI4aTFKNi82dU4yOTVCSk8wOGpZaWxCdVZQV2lXMVdTeTBpZ2o1YWgvcmE0N2V6M2djQXd1dWxtSGpvbmYvRHY4aXB6WkJFdkVOS1VVM1BYOStaQzdGVlZvK2hURkQ5cHg3TnRFWUdFNXBMNVlRay94aDJseTBCaXVwcEJ4RUdzSWdyeDV0MWk0c1diazVpeXJxblJ5eXkrZFJuMEVraFYxUWtYVSs5TzZZdGs2RlZadHpLTVM4VnZlT1J3Q2d4Rm0zU0lEbnRQYWVHMlVDNStoZlVBMkdiS21ISDQwWHlNbXo1OTB0T0RuY3NVK0xUekVudHRuemlpSEpZa0x4MURpUmRGSmswWmNUaWdYaGdmQ0RKMSs4YnlUTHdlN2NlZ1ZBdjhrbCtYV0g1N3RIeDdzbmpxcmE2eUNvQ2lyNFVGQWRLVDl3dU9xS3VHR2t0N2xQSGdDQXlUUHliK2s3ZTJqRVlWdEt3aUxmNXovcFFCZGdpbWVUL3dYOE1mRThIY0IrQUZjQytBbUFaUUQrRGtBSUh6OHBNWThUT2tsK2dxUUR1QTFBTllDVkFGTC9HOGNFQVhnajZlaS9BWEQ2djNHTWlZbUppWW5KUjBKNjB1UnNFVkFPRC9VZW5jWlVkWGdqSVdNV3EvUEs3cGtLWWxrTlF0N3M3OWRiWXI4M01HYTVXMHI2aks5SkcxVWpQU3dlMkpSV04yMjBPNU91QXlFOVBzK09NM2I3dW1RaVVTaUYwWktrcGpCR3hieWVrR1ZmckV2ektLWk1XY0M0Q0hnOTI3c0x5N1JNUVkwNTV5NE9Qbi82MEhDRXI4aFpWMEFsbWR6YWpNYVNLdHpDRFJ6ejd4MGRvWFJVMVgwZllNKzBlYlF4N3Q5RzVzUTVxakRTQkZXbStFTEtJMmg1d0lqZnAyUjFNQWZTWWp2aTJYYXcyRmwzKzJDSTdZa0s0RVhPRFJNVUtHc0h3dnBqS1FxNUdyMjllMS94UFR6a3FLcTlLU3lDTDNRMlBmQm1YdG5mcFNhTHBMdkUrYlAvMGhWSm03YVhmMmNXSVZ5Mk51L29BSUNVMlFzLzF4L1czY2Yzalk1dTVpL1hKdXM2WDBVVTB1ZDMwNFBqM2Flc1hFZnQ0Q2xXSDAyWno2L1VKaE5xM0JVZU1MYjRYMnk0R04wdk9aa1ZpM0R3ZE52ZSszdEtxdXIramt1YzlUZDFONDZicHUrcW5TdWxJTDc5Ty95NXJ2VldxekR1cE1CbHI3dDdkL1NZb29xTjB3akJWRytqNGdZZVRselQ2NnFkYXdpUjBlR216VVV1TEtCQ0Z4eFVLRUxvN2MzYlR3S0FKVjExY1VPYzl6ZHQvd01BV2JKR213cHdWMnZLaVIvR0czVGw1V2tXSm96Q00rZVZKa1NpN2dJaXgrZXhOTWJPd1Y1WnQ1UklNVS8wOU95TTd6ZnVjTlhXQ0k0T2YxUERjL0dCSkh2NXBwbVFkSzFCalVjNzl1eE1tSUtlWDZsTllsU3NrdEw0ajJqTjl6RFZETUR0Z3NuR3RqME5IWW1PQlFCSDVkYkZSRWdoSUJZRTVlQ3Z1MW9lSE1CSTczUmt0RFhYUHc5QTJ0ZlVmVEhRYy9JUWhINzdTS3NxS2lsZ0IrQWJiL2lQRlZNOG0zeldpZThORi9zSGFXdEVPRWY1T29CRkFENFBJR0Y5elVjRWpVVEFvM3hhaEdZR2dFMlJCWVdNLytHeHRvalFYaG01bjFkL1JITTBNVEV4TVRINWszUTIzbjhhQUdiTVh6eHI1SXNCRWFNV3E0dGNXeVl4eWRaS1FVNFFKbDZMMW56bWxXbXBOcXYrVFFCSGZaNXR6OFVlazErcFRZWTBsdW9ZYWk2cVVwZENxdkR0MmZZS0FJTHNxVXNoalhkMHlnMDEyWGE5b2N1MmhBWk1BSXJYMWk0a1FzNzNlcmIvYnFsTFN6ZDBzVUkzbE5aSTlKQVVWdFRtVXBBWlBnOXRkRGgxQnlkNHo3OTMrMGhicDF6WGVtdWFTTDlkQ0hIRTN6UzJyMjVKWmMxTVRzaDFnRHdYQ0xISG9oSGJXUExLN3BrcUxVcng1Y0JnaThONTcxMWhTVDNSOWtGNVpWcHFFc0hLU3hmUFA1cVZtVkVLd3pqVzZudDRxTGk4ZHFFZzhseG4wd052NVpScE5wdVZyN2xFTHY3Z1pFUzhMWEp1bU1DSVllL3IxL2NDa0VYT3VnSWhqQlB4d25uK2lvMXBsalIraXlRa3c5ZTQ3Y2VKN3RHTVpSdVNwbWFrVklqZzBMOTJkWDAvaklqSmxEU01tNFZCUExHaXJxaWl4c0VZSVdwZjhDMkhzKzRybkdLSUlmakNlTUs1c093Zk15WEh3c0ZCL1hrQXlCQlo1WVJLMWR0WS84TVA3bytXU3FpUlB4Z090UUk3RXdyblJVNXRncFRoWElYenc2V3JRMWtDNnV5d29CY1VpTW10VGR1ZlFabW1GRnJDMTB1QlZCRWVmQnlBWE9UVUpnZ2hydkc1NjM4UVA5NlNsWnV6ckNuNkRRRU03WDdQOStEUWpHVWJraFJxNUlPRmZNRDNSdVlRU1pPdk1yaitrN2JSd3BuYW5WdGRFT1FkZjFQOW1FaDVTV1hOVE1ub0JzSGxNeDN1eERYZytXVWJaNmpNdUZjWDVGODdQRHZPakx4UXBpa09xNzRXQk9mYTlxZ0pzd1FRL1IyaHhwVVNNa1ZRK2ZUUlBjUEdab3RYYjUwQ1pzenF2eHcrQkZUVDBxb0ZwWWJncnc2OC8rcDdMSWxTa0loNmxxQkE0Rk5UOC95cHlpRTNNZmtJaVArTXgvN1IvRmFDVk8ybEFGb0JGSDhNYzRzeUt5STJvN3o5Ui9iOXVMZ3RrbnE5NWM4UXppWW1KaVltSnA5S0NHQVplY0kvRU05TFhWbzY0OFFoSVEzTzliZWpxYXM1WlpvdDJhYmZTQWd1ZW52Ty9XZnNXSGJuMWlzczFMaTZyMC9acndwMnBRTEZpSXByUitYV2NzRG9POXNmZUYwaFNXc1paRWZIL3UySld5S3RxVnRDZFRIRDI5and1eVVyTjJjWk1GWUpFbXpyYk5MT1lWaGtURllJelVIdjJhWmlaL0JLS1NueEI5UlJ2Wnd6UlZZVkF4QThyWTZwd2JWWGFnczRJWXNZd1htdW96MHFpR01wck5xY2syeXpGb2Q1OElVVTFWb2dZZXlObmg4QWttM0dLb01ieHpLenN0YUdKRjV2M1hmZkc0VVZ0VmRCb2JQT1hScnFBQ0FuMk1MWENhSWZPZGs0SENsZnNIckx4Q1NTV3NtRDZvSHVnL2YzTzV3MXBXQWlBNzI5cjhTZlB5M05kZ01nK2NEbDRJL0dlKzhtWlNRdEY5TG9pdllybm5hamxneWRmNU5Kbk85WExoMk83dWR3MXBTcWpLcERwNVNYak9TVUZhQnlKZytLNXRZOTN6dWJhTnpjcGV2VHFTM3RGZ1BLa2U2RDkvY1hWOTM3T1VpK01Nd0R2NG51azFlbXBTWW44YzlMRWU2TUYvNGo5OW01OVFvYjBWZUhaS0NWVWlYZFVOVnJEU2w3RmNnVWY5UDJad0NRa2lUaFVpaGRUb0xzOSswdC8zSUpBR3dReTBLNjhVTDhlS1dydDB5MHBDa2xBYWk3bzA3YWt6TlM3d2hKZE1kZVMzNWw3UnhGOG04SmhzZmp6ZFZLbkxXckNOaWNvUkQ3ZmZ6NEJhdHFwa3RHdmtLRTNPMXY2bjQrMFRVVnJhbVpyU1paMWhFdWZ0RGhxWTlKeWRab3NScitBaVNtOUFiVlA0eVhKV0F2MzVSaFpYcUZFRklLZzdSSCszQXZjbTZZWUZYSnRTek1mZDBINysrM1Z5NXdnREk5UFdnWjYzNU9pV1hHakl6NFlOZ25oaGw1TnZtczg4ZkVzd0hnLzBScWRCdGl0azhEY0FEQW5RQ2VIbWZjWEFBNUg5SWNDK09lWndJby81REdSaVNTbmRCSk13RU13SU1BMXYrSi9TU0Fzd0F1QXRBamM1NEFJTzFEbUsrSmlZbUppY2xIQW9FeTB2WlNnbzVFZ1FVWExna2FFdUN2eGJZdnlySWFLeVVoMlR5Z1BCcmJROWQrbzVaTWpIQWhnOUppU1JwTUJsTm50YnBaSTRZRmgwTVk5SUxmVTk5VzdLeDFCa1BCRjdwYUVnczNlOW0zczVuZzB3Wk9XNTdMeTZ1MnFNbHNKUXZ6QTc1OTk0OElOSnRLdnpoMGl2N1FPdEdheVloeW5kZkRmaEVyVmdvcnRoYUN5dVhlZ0ZxRHJ0RVI1ZnhLYmJJa1JnNEltUnJXalpjNjl1OGNzMEMvWk9YbUxBVktYbTlRMlorVmJDMWxobnpmR3hOaExGbFQrMWVjR3djQVpaNDBRbnM2OTM2M3oxNm1aUk1sdk13YlVINkRRdzhhOXNyYVc2UXUzbWpmZDkrd1E3UjluWnJNc0d3b3lKN3RhdEVHQ3B4MWl3Z2xVOXIyME4zeDZjNUZybnRkUlBKSklhTC9manlIWjd0ejYxb20yZWtqbmgyUnRPSnFOazAzN2lRU3BOWFQvZFJJYmZXcTJybENJdFhycWQ5ZjRLb3JFb0pjMDRkTE8wN3VmMmk4a2p5YW1aVzU1aEs1OU51VFRRK0ZISzU3WFpBaTM1RGtONTNOVWVNcmphYll3cmRkUlA5dlR6WW5IbWYraW8xcGhOSVY4dHk1SjNubXhIU3VNZ2ZwT2Zzc25UejE4eGZDN0tuaHo0Vm1GMXlzQ0x5ajNCdE5PUyt1MnZxMXNCNSs0ZFY5OTcwL2FzQXlUWUVxSEFianJ4NXRISzVkTDYyc3ZTSE01Y0hPNWc5Y3N1MWwzODRHd1pjSFF2cS9IdmZjTjhxZHU3aXl6aTZJL0hMZzFQRjE4ZTdYZHZzNkZWYnllU0hnODNzYTlpVXl6c3ZMcTdZd1FiNUdxUEw3MWlidDFWSHZtZE5ZUlVBbmVqM2QvelplTkI4b1U0aWlmb0Z6dzB1cGt1WnRhamlPU0paRWlrejUzTUFwNWRHdUxpMXNMOSswUkVLbUhObURGa0FUczJZdGdTUWpjZWRJdzZ1RUhkMCtFVXp4YlBKSllvdWtTajhQWUZ5RGdiOFFOZTc1bURRbEFOc2owZDVmeFB4T0pBUDRmVVJBSjNMRS9HWWtwZm1qWU9PSDNGTHJQd0Q4elg5alB3dUEzMGJTckJOeEpsSy92QnZBa1loQldEeXpBUlFCdUFIQXpRQ3kvOEs1bTVpWW1KaVlmSGdJSXhrMDhxOCtwQWR5WGV1dEdjaTRUbkpjSUtDdzlRMUcyMEVSUjNsZElZRmNwaHQ0ckwxRkcrazdpK3BxSmk2RmwwR1JiM09FckxZa3kzV0JnTG9iMEVSSlpjMU1RN0NNNE9sakJ3cWNkWGtBQnJ0YXZ2ZCtvcWtzV2JzNVMzSjJ6YUFjZXI2cmE0ZHVyNnBaSVlqNitwRW03VHdpVVRzb3lpM3NZdC9QNkJWcFdZcVNjVk9ydStFbm84WW8yN0pBb2VTcjNzYmpkOGVMbVBrck5xWlJhVGdvbzFJSzJ0bXhyMzVNV201T21XYXpKQmtsb2JCeFBNdEdpcGhRcVRjcWxNbzBwY2pHU3d3T3YwTFVMQWx4enJmM3UzMzVsWGVuRUtLdkdIcmI4aGk2amtxSHM2WlVFdG5yYjlveFVtZGRQSEZLUGlnLzFkV2lEWlNzdVdjcUYzeEdhOERTR0JlaEpNV1ZkY1ZNQ0FjbjhxbG9hdjBveWpTbDBCWXNFb0wwKzVycVIycHE3Ulh6VjB1UVNVUHZzSDhlcVVkMmJaa0VRUmNNRGdSZktGaFZNOTBDOGprQjQ4bG9KRHdSUlJVMXhVTG9KMDQyUFJTeXI2bGJJb1djSTdqYzNkNjhmY1JVcTdDSzI0V1FoMDgyalROT21hWWsyMFJwR1BTd0VaaEdVaVlZZHFIcjNYVHlsTHVDb3YvSnQxb2VETnFkVzY4Z3dsaXJNLzd6cnE2ZFlidDluU3F6SjE3TndJNzY5KzBZMWJJczE3WGVtbWFFVndaQjMrcDhkdnU3VVpmM3NCUVhZdWVWVTZiWllBM2ZRZ2w5NlhqTGFPRmNXTFU1aDBCVyt0d05YNHVmYm43bDNTbUE5VFpoeUY1cVUxOUlKSnpucjlpWWxweHErWXFnZU5tL0I2UHE1d3RXYjVsSGdXVWhRenc4cm5DdXJtYjJ5d3V2QVJmdmdLcHp2ZTc2eDZQM0twT0xhN2tJTlhkMU5laUZGYlZYRVpWTzllM1oxaHczUWt5YXRxVHBWNVJubEM2YU9lK0lwMzdjdXVxUEN6TnQyK1NUZ0VYU2dkOEc4RU1BMno3Q2M5bmluby9uQVAyclNLcHk3Qi9Hcy8rTGVpNFRBUDg1am5DK0ZJbEV6d0Z3TjREbnhoSE9pTHluVDBZV0Y2NEE4RFVBeDhiWjE4VEV4TVRFNUdORkVqSmkwQmxXczR3TW5sa29kWG1aTUV3SWczWWNpamdVRjdtMkxDU00zQkVpZUx5OXVXR1VPN0hqMG55bmtPd0M1M292azJ4WlNLak5YUzNhd0NLbk5vRlE1Z2pvZXJ0MTlxSmNSc2lNQ3lIV21raWNMRm01T2N2S2xXdUlsSWVQZWg2OFVPS3NkVUpRdmExUjY4SndaREJaS0ZaSElCajJYRktTcEUybDlzc0Q0Y2RpeDhoM2JaeWhXbWxWMEpEM3hZdVlYTmY2OUxSVTJ5cVYwUkFWY2lBdGhERUdZbmw1MVphSk52MUdidUJOeGNvbVVBam1kV3NqOWRJT1MzZ0JBRERDc2lTSHBhMzV0VFlBc01DeVhHZnFzYTR1TFd4M3pjK1JSTEg0M09ySTk2WGlLaTJmRVpsRmVucVAyZTNya29td0xBdEpTMnQ4blhWUnhjWXJLSk5WRXRMamQrOFlNejhBS0VvS3pWT0lhbWxyVWtmYUxqa3E2bGFBeVdJTy9iRm9CSGZ4NnExVEdOaDFDQTIrYkUxUHpyQlk2VGNNYVR5ZktFVjhaSjdsdFF2QldNYUY4Tm1qQmF1M3pBUEhVaW5rOGJibTdTTXA4VVZWZGN1WU1LZ3Y0MlM4US9VSDQxakVIVlRRZHp0VGo1NUp5dUczRVlYMEVKWE1sSUkzSHZVOGVNRmUvcDFaaExLL2w0SzRPL2JzUEFFQWNsTDJRZzRhYW5YWHQ4YU9aYmV2VXpORTFuSkc4SDZudTZFYnd6WEgwMVhKcHdtRVJnbkhpVGErRG9UMDlRUlBIWXpkbnV0YWIxV2dmRTRueXFQeGM4MHAwMndxdGE0QlkrbFF4RjdmTTlwUS9ENjVTOWVucDZaYTd4QlVYcnI4V3Q5enNRc2V4ZVcxQzFXRi9xMU84UGlvM3RKeE9DN1BzeE1pcDRCQjhYc2l3aG1BdzJhV0pSOTNBQUFnQUVsRVFWU3MxRm00MTdjMzZYUisyY2JwS3NYc3NER1U0THYyQisycENMTk9zS1JQdkZwS2NXSHNmaDgvcG5nMitTVGdrYWprNU1qenp3RW8rSWpPWlkxNy9zZmFKejBWaVpnT0FSaUlQRTVZbi9RWjVEc0E3a2l3L2FXSWlkcS8vUmt1NUFhQVh3TDRxdzlwamlZbUppWW1KbjhSbExBUjhadzV2WEFxcFNTVldOVEMvckErVXVOYjVOb3lpUXA2RytmOHlhaUFpZUtvcUZ1aFMrT01rc1M2TGJEWXBhRS9mOVNqWGNqTDB5ekpsSCtkOTV4OU5vV0lGTWFOUEwvNzJONUVCbUc1cnZWV0pabGVIWkNETC9vOE84NlVWTjI3MnFES0tWOVQvY3ZSZmNpa3lXV0tIbjZ6cStWN1oxT1NiZVY4a0xmR3B6UmJwT1gvZ1JOUHZJakp5OU1zbVRLanpDRGhEZ21SYzhSei9LV1dCQVpocWJQbnIrRkJ0Wmx3R1dZR3kvSzV0NCtJc0pKcmEyWUtSaFlwUWhCTzlRRnZjLzFMd0M1ZVZMSGxKa2x3dm1PUGRtS2FYVXVtb0t0OGJ2SlNWR0RaVjkwemwwSmYxT3BSOXZ0OEQrdGs4cFNhZ1ZQcTd2aTJXUUNnS05hL0ZoeUh2Sjd0Q1hzdUwxaTlaYUxDMVNYZVJuWW9PbjVKWmMxeVFtbWxIdEwvME80ZWpyYm11clIwSzZQTDVMbHpUM0Z3d3lLTW0zVkJPdHJjbHVmaVhhZWpGRlZzbkVZWXVhN05mYXdsaTA2ZndsUmxPUmdVZjVNeXNuaFE0S3dwWllLaytwcXNyZkVPMkNPZmg2cWFPeThIOUNaZmszYTh0SC9lbHdORDdHa0tscVVJK3ByUHMrT012VXpMSmlxL0MwSTg1V3VxUHdKQVhsbStLWU14bXR2aEdWMjNEZ0J5OGlTN0pNWjViOU9PVndFZ3IrenZVaTFKMWk5Nnc1Ym5PcHNlR0l3NTd6ckpaY2puVnArSTc1T2RLVE4vS2cyeXQ3TlJpNC9razRsV3NZd1FlaFhPbmYxeFcrUE9uckZYcE5FSm1aazNVRXI2L1kzcWIyTjdPUzladmZsS290QzdSRWo5WWZ6dnhhaDc2NndyQU1GY0FobVdQY3JlNlBZUzE1YnJPSGlvby9HKzlzSXlwQ3RXeTgydElhVWw5cm9BZ0taT3RESWxaZWJJcEFsTkRseDQ5MGhyMC9aUFJlNjJtYlp0OGtteE14S2hSQ1RxK1U4QWJ2a0l6dk0vRWM4QXNCZEFaYVE5VS9zZjJVOERjTjlmUGozOEs0Q3ZKTmgrRE1EMUgxTGJyRDgxeGpJQXRRbTI3d1p3NnlmVXVzdkV4TVRFeE9SRGh4Q2VBakJJS1dWNjhnU0hMdmd4SXVXaHFBbFVZZGsvWmpMQmJnZG94M25qMUtqdkFZVlZXbzZVWVl1VVJqc3pjRFdINVUzZlhxM1BibCtueWtuaWVnUEdML3NWYTFLNndoWkNWZmFNazlKSzBuajZVa0xWZDQrNmQxd29kbTdPbFZ3UHRtV2U3RVpFK0NiUE1wWWJJRDBzMlhiVzRheTVXVkxSNlQvd2dkQlpzbkp6bGlWVi9YK0FmTnEvdDJGTWRsZktETjBoUVM0em9iaThZZVVuaWVaUlVxRVZjczdQRUI1U1ZSc3RIZ2oyTmtjajVBV3JhcVlMbFRvaFdJdWhZRnJiSGh3R05GSmNoU1dTaTBHZlo1dC95Y3JOV1pZMDhlWFdBUDMzRWVGY3ZpbURNR1d4N09uNVhhN0xxbWFLZTZzR3d2by9IKytxSC9YZEs3L3k3aFFMU2Y2YTVPTFU1VGY2RHNiUERRRHMxMnk5Z2lqMDg2MmViU051MThYbHRRc2xJY1VRNGFiTzUrNlBpTGRxbGlhTVVnWjBIUEU5ckpkVTFqaWxKSUgycG0xUGpmY1p1TEo4VTRiQzFLdGIzZlUvenEvVUppdE1ySVNreVpmN2hoNEY3aGVJR0dVcGdxVzFlc2FrRTM4d1IrZldZZ2o1eXNrRE8zc2N6cHBTYmhoK1c1SzZtSE0rNkd0cWVCTmxtZ0tidmxadzF1bHYybllrY3UyVExWVDlhdXZ1aGdmaU14SktLMnZuU0lIVVZzLzJ3OUg3cEREcnpkN0crZ2VpbGI4QWlHUE4xbkxKU1pLL3VlRmZZNC9QSzlOU1UyekdlaUxrTDQ3c2JSZ1RjUys0dmk2UFVGbE9Bc0dIdklrWEZXaGh1WEV0SnlTejc4TEZYOFgyd2k0czB6S1p3aXVGNE82MmxtMG54N3NuZWVXYlpqR0NoUUlzU0lMMGdNK25EUUVneGVVYkZ3aWgwamJQdGtQMk1pMmIyRVNGMTkzd3cvamo3ZVdiTWd3eDZMcDg1cVVMMFk0NGdnZlA5d1M5WTB6dVBpbk15TFBKSjhYVGNTWldOMzlFRHRmeDRqbGhpNGc0RGdKby9CUDdCQ1BwekgvSnoxUUFYNHdaODNMTTQ0VVJFN08vOUJ5WC9rVGZhQXJnUndsYWVoMEZjTHNwbkUxTVRFeE1QbE5Ja2h4NVpCQ2lIRllvc1lUZVljY1FFYzdFbGxaRktBMEhRQS9FUnZTS1hGc21NV0VVaGhYUmJpUEpaWnp3SGwrVGRod0ErS1FwaFlMVDk5c2FkL2FtWjZXdk5vTEcwVVRwc0JoMjRhNWlCRUcvVytzYzduR3J6RG83RVBRUFJ6YXJtWFVXdHh0Y1hBcWZZaDBpcER0QXlQR284emNpN1pyVU5PVTJLZVZCcjd0aFRFdXFvc3FhYXlWWWlwQ3c2UWcra2FnbFZaR3pya0F5STFNWTRpeEpZa3NEQTd5bHErVkhBNGoyY2xabG9lVHlJSlhoT1VOOVEyMkFKZ3B1MEsrZ1ZFeHBhejdXa3V2UzB0VlVTeWtQMEVkanh5ZlV1cHhJK0gyK2gvVjBrVmtxcGQ0ZDcweWRsNmRaTENTNVNsSWhwTkIvRnh2WmpKSmZlZmRra2tLTGVrT25meGJkWmkvZk5JdFN1aHlTZDN1YnJZZEc3cWR6NFMwQzVNeVJwb1kzaXl1MUd5VEIzQUZ1akN1Y0FXQUN0WllHZGFNZFpacGlwYnlTQXdnSi9DNGEyUzhzKzhkTXl0bGlTaTYyamplR3cxbFRDa0tTNWZuZTdxS3F1bVVRUWlXS09wSG91aExOSUhEWStOZWxnR0ZnYUQ4aTVtMFdhblBJbm5NL2pCZk94VlZiOHcwbUY3ZUdJcEh2Nm1xbU1OdFNnNU9YWW9RemlpdnJpb1dnaFlMeTM0eWFVSFUxc3lYcE53dEpPNDgwTmV5UG4yOUpoVmFvV3ZGMUx2QjQ2emptZFk2cTJpcEZsY3QxRWZqZHlaY2ZHdmxPbXV2UzBoV2JjUWVCT05QUExyK2M2RmhFVXM2VHFISzlFRUlHS1Qza2E5RjZFWEdMaDJLYnBjdWhJM2I3dW1ScE1hNE9EWVRkWTQ0djM1UkJWT3Z5VU9DaVYwb3hzdUFpcFdSU0NMTlZsY24vZWlTQStINTI5MzRFNTRtdmVmN3ZpT2VQQXdYQVQrS3lQelpGdGtYNUpvQy8vWWpuY1djQ3QrOUJBTldSOUhVVEV4TVRFNVBQREJJa05mSmdTRkpVZU5PNkQzUjFhZUc4UE0yaTJGS1hLeFFGNHR6WlIyTFRqR2NzMjVCRU9ic041OC90dG5LbFFLZjZtNzQ5OWE4QWdNT3BsU3FDWkxZM2F4MGxWWFZmRlVIZTF0bVN3UGdxbXZKTitDbXZaL3VSb2xVMXN5WFZGL3FidXArUDlIS0czVFUvaDBnbzdjMDcyaTJ6ZUlHaXFKZTljZW14VTlPVEs0bVVsL3llQmsvOCtDV1ZOY3NGUVZBUXdRRGpaR2ZUQStmaTl5bGVXN3VRRVRuZENDcnRWSldMcmYyRCsyTDdJeWVSMUVvQVo1aEM3TjZNRS91amdwSVpkSzE4Lyt4QllCZlBFT0lhZ1hCM3JJbWF3MVY3RzFUNlRtdlQ5bmRLbkxYbG9FTDNOZTBjazlwcm5hN25nNGdyY2U3Y0wzMTd2OXVYNkQ0cHhGSVdrSU9IbzRzWEpXdTBxWVJZWGFDU2Vac3MrNktSN3VMSzJodENScml0dzFOLzFGRlJ0NEl3ZnVkN3ZlcS9qTmRLYXZqOXV2ZG1JbW5QSy92dWU2UEV4dXM1U0E5MDRZK203T2ZtcnJjeVcrcEc5SjV0ZXJueG9jdUp4aWlxcUhFUWtBayt0L3FTbURUUlFTV3hnYkZlSW1UWXQzZjdpd0JRN0xyM1M1Q1k3Yzk0N2JGb1dySUNvelFzRksvUDkvQ283MWZGVGkyWFNHV2l2M0g3N3VoaWhLTi92bE1LY3I2ejZRTm43ZExLMmptVXlYdk85UTMrVzN6S2RYSC92SnVvSUprK0R4MFQvQ210ckowakZYR2J3ZVdQMjhZeDNDcXFxSEZ3eU9LaHQ5VUhZajgzZWRXYUpRUGlxNUtRTkcvNmE4LytNZk0xVEo3NkQxS2hBU25WQTExN3RCR0JibFhvT24rUTd1dHNlbUFRMlpQL2p3Z1B2Qmo3bVFPR2pjUW9VMHM0NFYyQlM2ZDZtWkkwSy9vU0laSmxmSXJFczVtMmJmSko4cDhBZGtUYUhBSEFqWkdleDZmK3lERkxBS3o5SDV6ajJyam50d0Z3L0JsemZlcEROcjU2QU1ES21PZkhBZndNd0tPUmRPM2N5UFovaTBTa2YvMGhuanVXRFFtMjdUQk52a3hNVEV4TVBvdElJcE1CQWhBR3FZZC9FYTFsdFU0UExaTmdCUnppeDIyeExhbnM2MVNTa1hLOUhCUlA4Z21UYzFUT1padHVmUTJSR2xBcGpXbStwdTVuU3FycUhFTHl6dlk0MStPUmNWeTFjeUdsMmhGOHVkdGVwbVZMUzNqQnViNkFPNXBTbmUvU1prRHFLLzBlNWRIQ0NxMlFRS1MzN3RIMmZUQkNOU3R4enI5ZVVpejJuVHQzZjN6azByNnFkcTVCUlJMbEFCUmM4amZlTnlhMXRxaGk0elFTeHN4TGw1VVhzN0pFaVNEMGVOUWdiZG15RFVsNmV2SWFLZkFtWWNvVWNlN3NmOEc5aTBkU3JEL1BkT09wL3NCRncrNnFyWVF3emtUcmpRR04ycDNoUWc3UzA3WWJYWVZydGhaS1F4Qi80NDdEOGVjdnFheVpLUlI2cXlIWWY3VEhDVWhFNm51VGJGa3VLbkRvYU5Od1grUFMxVnNtUWdpblVHQ0J3bjRXRmM1RnprMEZSSktlVi9iZDkyYkI2aTN6cENKWDlnY0MzM3JQOS8xeEZ2NDFXbElSemljRXdYTTZqcGU0N3IzUk1MQlhvWlMwN3QxMmJPUWVaS1RlN08xNS96c1lwMWE2c0dwempnS1owZXJlN2k1WnZmbEtDY1VhbHZTb1RZcFMxaiswRHdEc1ZUVXJxUlN6V2owTk5ZalV1RS9nR1JXQzRrU25XeHUxb0xISXVXRUNvY2FWeWdYbDhIQ0V1Wm9WVnk0b0pKeUUycHEzalFqZGtzcWFtWktRdXk2QnJZc3V0a1FnOXZKTkt3Q3l3T3RwMkJrLzN3V3J0MHcwS0trUW5PK0pkZXFPSmIreWRnNmp1Q0ZNd2ovdDZ0b2VrMkt2MGFSKy9XWUtrdHJxSGp0MmxKd3l6Wlp0RlU0dStEbks2REYvcy9ZZW91bjVOT25HL3Y3UXYrU25CSzFLVmMyTmZZTjl2emw1NEtGTDhXT1UySGdSSjhvQWdqcXlwdG52dXZSdXl4bENNQU1BSUFrVElzMFV6eVlta1Fqbm96RTloU21BZGVQVTMwYXhSK3FsLzF6KytzODg3cTBQVVZEZUErQmJNYzlGSk1xc1IzNXVqL1NaVG9uY2swY2kyeC8vSTJQK09SUkc3bWNzQTVFMGJoTVRFeE1Uazg4Y0ZGRzNiWEV4R3Zrc2R0VmNEZEFpSXNTK3RwVFhSa1dONmNSSkpaS1FNMGlTR1lSZ2hyQllYMEt6WmhTV2FabVVHWGw5cksreDJEbDNEZ2lTZlVGTDR2cGRWKzFjS1dsdUlFZ1A1bDl3V05rMGNZMmtsa09uRCswSUlDcklwSkYzNmVUbHg0b3JNNHNZUTJwclkvMisyREdLSytkZnh5bFpQSGc1OUlONFliZTRzbVltSk9ZU3lRSUtnM0drc1g2TWNNMnZ2RHVGRVZzSk00ekRHUk9NVlZ4SHQzL3ZjRHA0cm11OWxZdFVoeUQ4QkpIeXltQ1lIM3JWOTdDZTYxcHZ0VWhiU1ZpSUZ6djNuZWd0cXNvdGhSQzlQczhPZjNUY2dsWDZGWVRROUxaRzlrSmhWWENXSXBSTWIxUDNtTFJoZS9sM1prbkc3NVlHZnRuZXBJMVpZTERmcUNVakxFcEFoTCsxcWVFRFl5aFZ2VUZJTGdKQmRWZFh5M0FxdkwxU1d3Q0VKN3pmUDNEWWJsK1hCRlc1Z1V2c2Y2M2wrNzNqdmUvMmNqbERLSFN5cjNHYnA3Q3laam1YVUFoajZhMXVMZXEvZzFCbXlqSWg5Y1BqQ2VkNVpWcTJRc0lMTDE4Mlhpd3B1MmNxVjVSNVJDaHZXWWk0WmhES2MwY1BQUml3bDIrYVJRbTlPaHdTLzRuSTRvdVFhU3NOS2s3NTNUdEdSZUx6SzdYSkRQbzFMTXhiWG42NTRUSUFsSzdPbmNzSlQyOXQyakh5L3VlNjFsdWxKTGNKc0NkUE5tcWpvdUdPU20yUmhGSGtTeUJ1Qzh1MFRHWXh2Z2d1M3hsZ2wzMkpycW13b3ZZcWxlRWJuQnU3T3B0R1owellYVVk1QVowK01NQWZHZSsrQWlDWkZyMVlBbGN3U2wvMlJqSXk3UFoxS21WSkRpNTBMN3VZSExLa1lUa1ZSdnZKQXcrTk1TbXpyNmxieXJsaDRicnhQbFBZM0ROdlBQK0xKRVhlRnUxV1JVQ28rQlJGbnMyMGJaTlBtb2Zqbm44alFXL216eEsxQU82UDIzWnZwTTQ2U2h1QUw4WFV1Q2dBSG91STdnK1R6eVhZOXJOSW5iU0ppWW1KaWNsbkRnSTJjZmlSdkloSXJhazBNQWVHZU52clViMnhyc3BGemswRmtoS0xFZEF2U3FvdWJFdnZmaTVheTZ4WXdwOG40Y0JoQUZaR2xZcld4dU12SnFvdnRqdTNYZ0ZCbHZxREwrenJhamthc0UyMy9mM0FLYnE3TlpMV3VtVGw1aXdxbFFWbit3YWZ5NXBueTJKRVpyVTJzZ09qeGlqL3ppeEs1TldYTDF6NmViempkbjZsTmptSnNISnd2RTRsdHgxeEgwL2dYRjNOckRUNUg0YmVPZGFvTTFveUZKSnRzVVpqNlR4enNZQUlVY0x1Q0p4VzlrVGR1MU9OdElXQ3lHQm5VOE9ieGM2NWN3aGhTYkhDR1FCVUszV0dSYkFWT0VwVXFHdTg3dTREaWZwTlF4RmZDWFB4c0wrcFBxR0lrMkZ1bDF5Y2phM3ZMcW1xMlJ5Vy9KTE8xSmU3V29idlY4bnF6VmNTeWd0OW5oTXZuRDcwWUFDVHBueFBHdVJvdTd0K2pITjFMSlFhMXd4Y0RoK3l1MnB2b1FwSjU1d00rdDMwcVdnRXY4aDU3NjJFa0o0UEl1cWp5VjJxcGFmWitOK2tCaXpOU21xeUttM1d1MGhJOFVvcUZxYUc2Rk5IUGRxRkpXczNaMEd4ZkU4SS91dU8vZHZmQlFBNmFVcWh3bkUrdmhXWHZYeFRob1VaMTlMZW5xZVB4S1NaQzVYYUErK01Yb1RKRUJrUEVTRmY5cnUxVVNaZzlodTFaREIrcDQ3Z2Y0MlpiKzU2SzdNYTN5Q1NEdm1hdXA5SmxHNWRWTEZ4bXFyZ0d3Z3JEL3ViN2h2MXZwUzR0bHhISlNtV2tNOGNPN0RqekhqM2Rjbkt6WE1ZeFNySnlmUGV4dnEyNkhhWlBlVnFRdGlnMzNQZjY2bXo5TFVHTjk0OUVwT0NQbklOYStxV1FBaVZNN3h2VWRpVi9xYUc1eWdkbElBY0Vjc1Nrb2xrL1ZPaldjM0lzOGtuemFzQURrVWNueEV4MGJvWndPOCs0WGw5MktRQStJK0lLSTdsc1VpYWREeFBSYUxURDBXZWs0am9uZy9nSHo2a2V1VFZDYlk5K3lHTWEySmlZbUppOHFsRXdtQmtPSGJVbDErMmNRWUlXVUlwVGZKNTZuOGJ1MS9ScXByWmpMSGNBTzkvTHRtYVVrb0ozWWRkdTNoT21XYWJsS1JYSUt5MjlPdEdLTU9hK2FYVzBJR2ZBQzFqSEszdDVac3lpRVNodExJbjg5NHBvOG11OE9wQk1maVRycTRIdzRqMDA3VWxXMVlHRE9QSUZWWWxRK2VXcFpkQ2lpZTJyMjYrYStNTUF2Ri9EWVA4Tk5iRUtUcStoTDQwSUxIWFltR09pNGErUDBHL1oyczZ6Nmd3QnZXZjJtWXRXZ0NpOXg1clVrY2l1NDdLcll1SmdybUN5OEdCeTZIN3VydnVEeVBpdU0wb3pmTTExdisycUVLYkJpR1crSHZQam54SG1MRnNROUxVak9SYnBCN2V5MW1xdGFScXdWY3Zra3MvUytUc25aWm1YUXZJenM0bVM5ZllkMFNqQmM3L2o3M3pEby9xT3ZQLzk1eHo3NTBaZFVDRmJqQUNnUUMxa2VobGpJUUtqdU1XT1hHeWNaeHNsazJjc0J0dkhHeVE1TXdpQ1p5ZS9YbFQxdW5aT0hGSnNrbHNvNFpBR052WVNDTUowUTNHRGRzMElkUm41dDV6enU4UDdvaVpxNUdOeXlZNGV6L1BNOCtqMjg0dE01TG1QZS8zL2I1NnZtU0NkRFRVSG9FcEF4N25NRllZSEllSktpOTJidmUrQ0xPWHMxQXdEK2ZPL0NHOWJLS1NoS3JQZ01ndTM0N3FVZlhmSTgvSTdZMmhLZndXNlBwejhYSHFQQ0l3SUtWUW1hNTNBVFVDSG85UzRGeVpLMERPK0xadmlkb1RPdFBqall0eDhuVnQ5ZFUxN3FKN0UyT0pvekRHcjN4djBHRjRESzY4ME5MaU5US1diNHgzQ25VRGw2eWl2YUg2TFlTazFvSWt0elVkYjdUZXMxUU5OK1h5aFpEcnRidm8za1NxT203VGgrbmpvZDdWV2NYM3hLck1lWWVRZU5MWFVCdlJDM2xCNGVZMFl2QktIbVEvNm1xMjFyWjc2ZmgwZlowaDRmZlZiL2tab3VBdXVqY1JWRnRuU1B5NW85bDdNbnhid1Zwdmp1QkdscEJpUjBkVDdVdlJqb2NwOTlZby9ZS1VxR3MzcGU4QXlLS1NxaXhCWlB3RjJiMHZ2N1J5dFFIeFVqVEplTzdhalpPSmtOT2tFTjBPcVBQM05XejVuOUEyQ1VKSG9tZENtQkN4ZHViWnhpWU1xeHprQzIrejcyOEF4TCtMbDNVR3R1WmRIaDk2dlo5Z1BodEFhNVRBdWNWc1V5WEhPTzQvQVh6WnN2MGZBYlIvQU03a0NvQmN5enJEbk1pd3NiR3hzYkg1T3lVazIyWit4ZW53VU1Lb0J2Ykg4RDB5UGQ0NHFySUZjb2p1ZHNuWU5ZWlF1bDZvOC9iQjQxV1NIWHFXMEkxWGxLSGV0MkpqdFFJeFpQd0JMUzJqTXM0QUlKbFdRa0FPK3A3d0RybW02NHM0NUt1SEdyN1hFenBIUW1MaUtzUGdYUTdDSGNMaGNnOVFkVmQ0WCtpYzB2dG1PT0Q4TW9CSE9wdHFSZ1VmbkNrZVVQbXFSa2xCVURlZU94bkZnQ3RKSmk2Vm5KOGtzV1FTa1dMQ2hXRzFjNlMxVlBHbXVZSXBNNFV1THhxR1BCN0thbWV2cVppaWFHeVpMb2YvN0M2NmR4b2x4aUsvZnI1cFJNN3NYcSttSnNUbFN5RTZldFdoaXc0U0xCaVM3SkZvMmMyODBzcGJBRGtwS1B6TjRaTUNJWEpMQTR1cGhMTmplKzNUb1hVcExyNllnSXduS3NUbDllVk1VNVZsZ3NwOVB0OUQramlSdUZKSUtHMURTdFRnRUthenQ1eGdMTkc1ZkVFNDFGaEpvQWxDcHdSQmo0WWNwL09VRmJNbGdlYXIvL2RueGhySDRRd3VIcFI4TndBd3FxNGMwbzJuQnh6aWRpSDVxUTZ6dmpjKzFsRnVDUGxjZTRQM0JFdzVOS2NzLzNSL2Y0dDFRaUd2V0M4bkFid2E2bHVjWHVaTmtJcGppUkRHazVkTjJNcVpBNDZQU0VHNk8rcHIvaEorL0lMQ3pXbWFTdStBanA5M05IdEhUVWprcnhPRkVzalFCNDNmV3JmQnJDMkhxdDRoSlRrVGVJMUZaSndYbDNtblNzcFhDTWo5SFUyMVkyYnpDNG9ycG1rTW54UXdtbjBOUjBiZXU1eTFsZWxDa3RRMnY5S1l5Sk55dUNROTFxdzd6RnBzQW5VeGhOQTVLTnRYZnpsd0ZpS1dFTkRMQ1Y0SlJmQ3JKL044MVZ5SXpmOXBIZ3R6d2I3d0RnR2NZZGJsWHVscnF1WDRsZS95K05BcjZqL0dkeUFPd0hjQXRKbXRwNndzdlFJMzdSK1k5ZERoNTg4QThMeVppWTUvRDljRkFETUF4RmpXZFpwMTZEWTJOalkyTm4rWEVDbGpBRUJ4eEtkU0l2MFFZdC9lTUdkdEFIQnFob2NMOFNKY29qd3daRFNIQXFROEIyWUlTdUo4TzF5SGpDVG5Ja2xJZDhlZWJhTnFPQUVndjdScVBkZkZzNjJOdGE4dldsZjVFU0ZwZjBlZDR5Z0FDWTlYaVhVWVN3Z1J2cUdBZmtGcWFpWjQ0Sm53ZXRaTWp6ZE9nVkllOEl0ZmhNdGhSOFl2cS9xY2F2QURSR0lhbzhweklhbDFPSGxsbFdzTWtFRUJHRlJnQ3M2ZmZpWVVuT2V1M0pRaXdTWlRnaVNwNGZYOXpkdU9oODZyYWlSN29OOWZUNE54S2xIWmZCMytwbEFyS3dESVN4NS9EUUZSZkkzYmppYUl4R1dTa3FPSExNOFFBTndsOTE5SEpWa3B6eW4vRlhLY0RxZWd1R0lhbGNUWjBhaU9CSzY1eGZlWEVjTGlBZGxIenB4dHVEeFd4bGVHZFAzcGpycHQ1N0tLdmFrUzFCT1E3UGZScFBJajcrUDA0Rnd3WlloSlBVQWxtUUZCa2tWd3NDWGtZSjNqK1VvU1UyV1dQSHNtaXRUOUVvdEtxajR2SVY0NjByRDFMWGRwMVYwU2NyOVRwZTcrNGFGbmZJM2JqbDU2TDd5ZkE1VnFoOWxteWwyeWVaTENNTnYvR24zS1l1NkYvTkxLandwSjJuMDdMOHZUNDdtZW8xRDZzcS9oc2p3NnUyVGVLa25KWlAvcjdFOFJGK1R4S2c2RjNjdzQyZGUyWS9UbkltZnRwdVdTaTVKaE1mendLRWZyU3dNb0xzZjRmd1loM2FUN2RIMG95dzB6RzYyRDN3RXFUM2NrdmhpMWZoK2hPbTVHYmhLNmFHdXYxNXBDa3dPWm1lV2F3akI3S0hoK3I5c1J6S0lRcktPQmpjcm1aeFhmRXh2UGFLbUFPQ3NFNmU5TWZER2kvWlhLWWxUQzFKVExhK1JWRmEvYXNtMmJxNEdMWnBiMWRiUG05b01LNERSVEJoN09Nak9vL2Q5c3RxNEMrS3haeXp6RnNzMHdKNjJvMllQNlB3QVVtL3RIL1FjTTRPY0FUZ0o0SEVCeTJEbStCdURUQUtvQS9NbzBGYnRTcm9teTdvMTNjYnlOalkyTmpjMkhEa2xJTEFFZ2hUZ0ZrTGZhNnF2RFRKeksyYUtTdWN1a1FEOWpaTG8vR0d3SUJTRHVrczJUSk9FcjJ1dVVYK2NVK3QwUWlocTE3WS9IcStScStqSkpaUFArblMrZXppdXVja3VCTStINzVybVFEMGw2aC8wWCsyUGp4cS9nZm5sZy84N0xXZU9wUys5Mk9iVGdiUUpLVjljdWV0dzZ2dHNoVnVwQi9SbUZrUlFwMmVuV3NMWkFvZnZJV1RkN0lSVVFSUEpUb0d6aCthQ3k2eFV6YzV5K2VFT0NFc3RXQ2dFUk5JeU9yc2F0SS9YUFRzMVlKQXk4SEZEUDZuR3VxVXM1SVlmREE5K3NZbThxd1BQQUF3MjVoWlZGTU1TYkhRMWJYN1UraG9XRjkxMHJpY2p2SmIzM25mQ056a2dYclBOT2xJWlkwQjE0YlJmd1MrRjJyMWZsdUJRM2hXSG9FaGcyWk90UjMwUDZETStkem1UbjFEV2NLNzg3Mmx6VDdTN1pQSWtTdnRYZ2dZcERUZDhjRmJDSFdGQzRPUTFjbWNVRkRtbXF0a1p5bzQxUkdlL2IrWjFYWWZidFZxQjhwcld1K3R2UmpzL005R294VTRPckJaRjdCc2pnVzduRm04dDBNVnluTVZjeU1maWJ4NTcrOXN1WG5MSG5yS05TVE45WFgrT0Y2ZGdkSU1nU2hMY2VQbHdUREIvVFhiSTVUMHB4cXJOcDY4aDdtbDFTc1lpQXluMm1OQjBBeVMrcEtDQVExN2ZXMTl4anVTeVNvd1J2QXlIZHJVMjF1MGM5MDVLcStZTEtKWXpqQndjYnYvdTZkVHZncGZucjlCc0Z4NFgyN2RVUldlbE1qemNPelBnOEZlaHJhemoyUDlIazk3Z1VPTWVRMUxSUFNFbE9YekNVM1NFMVFhYm5ycmhZTGZuNkFQRS82M0JNbUVVaFUxc2JhMGIzY25hdlZ5Vmkxa2pDQndnbHp2YjYyZ2hqdlBTeURZNDR2N3lwOS9Uekl3b01Bc0pjZ2w4MUFmUlZjeUUyLytmNW10bjMrWVBNZkU2TDhobFhBYXorQU04UmpzUE1FaDgzNjV1dGdmTlJNM2d2c1FUSzF3UFlENkRvYmNadU1WdHNXV2RISjVxOW9WOHlhNlJqci9CYWs2T3NHN012b28yTmpZMk56ZDhGbEtVQWdKVGlYRnRkZFVSMkxhOG9ZNDZrQmpVWWdwTElDd2VhWDNvVlpoc3BRbWpCMmQ2QlIvT0tqQXltS2VOYUcycDJSQnMrVjlWekZFcUhmWFhLeTNsRkdYTUlGYTVXUHh2SkVCYVVWYTJXWE5mNitnTkhuZHE0Nnd5Sll5RnpLWmoxdmhNVFkrOGdqQVQ2U0UrTFZlcWNvd1lYY0dIMHFBcE5BaUV4N1VFMktvRFBLNWsxVTVVc2NWZ3FYWVRRQXVoS2V5ampuTEY4WTN4Q1FrS2hsSlFMS1U5MU5XNDlOSEp0eFJXcm1PUzh2ZWZzaWZHT2FSODFndnlWanUyMUk0R3gyK05OZGtCY0Z6VDRicUZvbVZESXVmYm0wWkpjdDN1OTZsU1ZqM05kK1hNMEtYZE9xWGNHcENpNHlPaXpvVjdPSWprdGt5ckVLUldXb25CeU1OU3JPVm1kNWlhU3ZOclI1SDBycTlpYlNvanlENGJFOXp1YXZ2bm1XRyt4dTJUekpFMWhxd25SajJpS2NhMHdnanNGVmFiNGhkNFZ1ZzhHTmIvbitNVUh4eHJETVVYUEVsUTcwMVpmY3l5UkorVUl3bDV6S0hHSm5JdjR3VGN1MVc3bkY4K2VSeW1adks5K2l4ZW1TVmNnS2VZV1lxaEhySDJZQzBxcTVuTkpuTDIwZitSNTU1ZFY1YXBnazlvYnF2ZUU3WmNwQ1phME5oeTdkOVI5RlZmZVNCbU45ZFhYUG03ZGxydDI0MlFRRkVwT1dxSVpjd0ZBZnFueEVVZzZiWEFnR0ZtSzZQRXFzUzV4UFFFOUc1VER2eGdyY0o3aDhUcGxTdG90UWtnNTBPK3ZEMzJtcGk2OTJ4WGpITCtLazZDUEJWa0NFNGhyYlJnZE9BT0FHSis4Q3RSSUpJUysyVkcvdGRtNlBZbVBXMFdvZXEwa2NxUmtVVUl5NGJUZHRtMXMvaHBranJGKzNRZDhudW1tNmRmclppQnJ6ZW9LTThPY1o5WSs3ekRyamNQbDZaTUFOQUw0eHR1NGpiOXFCdCtWQUlLV2JkTUFmTi9NSGo5azd2ZDJSQXV5eDV6QnRiR3hzYkd4K2JDVFYxSzFFbEltQVFBUERrVFVpaTY4L3I1eFZNRk1JUWhsa0k2MnVLTmR3T004MCtPTlU0U3hZRURuenlZbUpMb0lFOWZxM0I5VjBwcGJVcFVOd2xKYS9hd2pkNTArRFJwWk9QemFpL3RDMG1KMzBiMExBOXp3OTdPK0YrSmpsU1dFeUxhdXlFQ0hqTmYwVzRsRWtKdzk5NWcxOE14WnV6bUhVanFSQ0JtVVlDbStnTGJIS2x2TzlOd1ZCNkt1Q1BEaE5pY1RudzRLZjdPdnhYdXBoWlBIcThURkthc29ZWDRDTWRpaHE1MGhYNVhza3FyNWdoRm5hOU9KWi9JblRDeml1bmgyZi9PMlVEWVU2ZWtiSEhBRUYvdUhnbzJxcGsyNEpNbU5ra2ppVDZBQUFDQUFTVVJCVkhrSFFGSlNIOVNGM0wyLzJUdXFUbnZoOWZlTlU2VXhOOENIZG9aazZ1NDFsYk5BeVdSQVRnb0VlSE9vRmpoN1RjVWlvUWplMm5EMEtBQ3BFbjZMSkdKL1IwUDFxSUE5aFBzR2J3eUJzb2ljUC9Pa3BFcCtVQjg4UUZYbHRndCt1anVVUVNjT3Nad00wNDRUSjBZSDlnQ1FWYng1QVZQbHVQYjZRNGZ5aXF2Y0hJSXBQRWlKRUROcDk3bTlJMUpueGo3TkNSK3BsMCthbFhDYkdGYWY4dTM0OTljaXJxbXNjaGFYSW9kMW4yc052YWNGaGZkZFN5UVozOVp3Sk1Lb1ZWRGNaZ1R4QjJzQW0xKzJhVG1BU2UwTngzNCsrbnJ2aVdYVThhOUNrcGZhRzlrb0tUY0E1SlpVRmhHQzBpQWYvb25Wc1QzUHdXOHh1SXdOeXFHR2FQTDZFT00xbzRoSU9QdGU2djF0K0JocGlRbHVUcFJYQW4yQkM0U3hhOXVTam81cWxRWno0b2hTbGtZazNtaXRQOXB1M1o1YlVwVXRtYmcrZU9Ia3p5R015M0ozQWlxbDg2b0pubTNadHMzZk0wdkdXUDh4MDdFNjZzemFGUkpydW9KL0VrQXBBRGJHZnMwQXZtcG1sc041QTRESHpMYUhlazhUQUJzQlhBZmdkak9iYklVRHFBWHdGOU9KMjVwRlR3VHdUK2JySmRNOSt5a0FUd01JL3ljUjdYckh1Z2NiR3hzYkc1c1BNOFJkdkNsRFNxbENpbGdRQXBETGJSa3pNNzJhSm96VkFuUllHbUFkelpleXltNzNlbFU2ZzhzaHRSTWE4L3Mxd2dxbFJHdVVBSU1zTEx4dkpoVXl6ZGRVWFpkVjVwM0toTHEwcmQ3N1NHaUgzRFVWMTBoS1VvWlk3N1B4TWk0UGpKMzMxVlZIdEFCeWwxWXNoeVRKYi9VTlBuUXFzdGN3eVNxdG5LTVNPbTFJOUQvcklLNkNNMzM5TzdIM2V4R0I4L3dTNy9nWXdqL3hWdS9BTHlZbXhxNGQ3cUgvZldqdjVXdk5jK241VkxKeEFrWlBXOFBXa2N6NWdzTE5hYXJrazl1R3RaMjVKWE1YQ001Nzl1K3NqY2pzeHFVblpRa3V6akFYVDJaRXpHdXJxLzJEOVNHbmwyMXdKQ0x4Y3hLbzcyeU1kSWRHcUo3YU1CWVBHNkxqWVBPM0J3R1FuTFdWNlpUUVBBampPQmZrM01IbXJXZUJjcFpYT25zK3dNYTExMjFwQUlDY29udHZsSVQ3Mit1Mk5sckhqVUNYZVpMd2JwS1MrbW5xOS8rWnVXSld0OWJWZmh1bTh6WkpOZGJKZ09ob2E5bHlPc3JSSkxkczB6eUZrL210MjEvOGZYN1ozQ3hJbVdiNDlTN3FkTTRQbVZwbEZYdFRWYXAvUStyNGJzZU9TeG5tZ3RLcUFpbDR4MlhEcjB2TVc3bDVFZ1NkMjk2NDVlSFF1b3psRytPRnBxVHo0YjU5SS9YQ25xOU5kTG1jWHhkQjQ4SDlPN2RGbE5HNWl6Zk5KWkt0Q2tJWjVXYWU2ZkhHcVpSL1dZQTgzMTYvNWFtbzk3UzJ3czBJWGRGYVI3OE1mSHRFeWVCMnIxY3hQdlU2U2ZnVUtyVzZqa2FyYS9kbDhrbzNaeEdDRE9qQm40WlBPdVNVM2plRFN1N1VCWVpqRStKdTI5ZFEvZU9vMTFCeWI1YVFtQytCQSswTlcvZFlkOGdxcnB6SmdPdWx6cjU3dnU5bHYwc05pNVVsbUJUeXFnbWU3Y3l6emRYS05hYTgrZjJ3ZUl6MXFRRFd2TWN4R1lCZkF6Z0w0R0ZUY2gwdDZEeGtCdGRGVVFMbkVFSFRXZnlMbG5ybDJWZlE2L3FBR1h6ZmJNckVvekhMbEhJM21uTHljSWFqN0QvK0hjNXBZMk5qWTJQellZUVlCdTIvZU9KNUh5SEVlV25ONWVEWmVZMWVRaVNDVEFyZXc1V1FlUldoeWFtcnVXU25MZ1J3aWxGbm9UVDB6bkJUcHhCdWozZUNnMmtadzI4b0xUa2ViNUlxUlBaRjBqM2lIcHk5cG1JS2NaS0YrcERSa2NBVDEwcE9ocTBtWUxuRkZhc0FXaEl3eENOV2t5bTM1NnNUVkNrbUQ3NUtHMkpvek5waGhpN3JQdWxsM2dSVkJ0MytBZjEzS1ltdVpRQ09IZHJySFRHTXlpbXRLcUNDelphVW5CbCtYV3NLUDlibDFKWnpxUjNLY3dZekZjS1RMeGlYTTlLNFpKcVZyUWllUkpnTU1xck9hZHRPL3dkUlNORGpQUkt5enhkMzdBbnJ0dlF5YjRKVE1Zb2xrMGRDNW1aWnhkNFVSdWxVZytrSEtGSEc5ZWpxUVFBeXF6UWpYUXFTMUY1UG14QXlIbVBLL1BiNjQvODkxaHNNQUxscksvSWxaQW9CU1FndzR6SHBkTXdOU05JSlUzSk1Vb3hGaG9IOTRXWmQ0V1FXM1R0TkVXeHlhMlB0bzFtbE05TmhJR2JJcnp6dGNEbHppUkY0SHFaTHRFTDBPeUhFajMwN3FnOEFRRjV4bFp2cmhsTjJuejhXT2FLWHVselVEUjRZTVVSekY5MmJHQnZuS0FzRXhmN09sdTlmUkNod2RtcWZoT0EvNldqZUZxR0l5TDl1WXdhaDZ1ZEVFSTkxTlhvamc5dnljdVp3OG85QTRueDdtRnQxT05tRm0yWXpSbGI2QmYrWnBRU0FrSEZwQ3dpVk9VeXlSbCtqOStoWXp6V3ZxR0lKRTZSOGVEandzQy9NMGIyZzhMNXJWU2g1VW9yVEdxTno5elZVLzFlMDR4Y1VWMHlsVkYxRmhlZ01sNmlQUEpPeXlsa0tjQWNSZlB0STFwNlF5OEV5QVpQQ3VHcGkxcXZtUW14c3dpZzBIYW9Ydkk4eEtJQ0NzT1dEbHByZVQ3N0hjVG1BMTZJNFZZZDRBY0JOQUJhYTJlRXI0Y2VtYVZpUGFTajJNYk0rK2tyNGt5bFAvNGUzQ2RKL2E3cDJoek9xblFXQUNWZDRUaHNiR3hzYm13OFRZdi9PMmplRWVOTVZXaUdGN0FXQXZGSnZsaURNRDRtWlBiUjNUNmlPTTcrc2FoazNsTFA3RzZvUGpYTVlLeVRIRWQrT2I3d1dkWFFudjYxLzBQL000Y1BlSU5YMDY3c0Q5Tm1RUE5mdHZqZFJVN0RDMFRQWXJNV3grUkI0cWJOcGEyZjQ0ZmxGVmJrS3BaK0dFZngyTk5kc09KMmY3SDJwLzduWTZmdzIzU0R0UjZJRThFblM4QmdnUngxeHpxV1E3SHhidlhJOEZBRG5sbTNLaEJTVFFZUTI5QXJkSGU2d25GOWE5UW5ESHppcWFIQUNORjJjTy85MGVMdXNMTS9HcVpLS0JWS294eFFvazNEK2ZHTzBsbE1aeFpVekNhTnIrOUQzZXp4dXlZNW1lclZFSGxpalNMNDd2SVphbzhiTjRPUWxSYWlMQjEramUxNXA4ZnJkUmZjbU9vak1vZDNuOWdKZWtYZDk1VHdRc2FUdll0OS9qbFdMQ3pNRHFqQTZWd3JEN3hmeWdJdXJjNFdoK0xzdVBRY2tPZmxDRU5JYnJlVlhpQmptV1AxVzMrQ3o4MHZ1SHEvQ21YWCtPUE81WEdKamdBL3REQVdOY1NxOVZSQnkwTmU0N1FVQWNLK3JXa2lwbk5MT0hYdDlrV29CRkpUcUd4WE85NGFPVFUvZjRLQlVLUjEwQk9yQzMyZVhwdDNDQlo3M05XeU5rREtucjl5VUlsVHQ5bUhaLzBDMGdMOWdjTzZ0VkNMT2IybTFGaUo3VGNVVVJWWCtOUWhzUDloWWV5cDgyOXpDVGVPRmlqSU8ydERhVUgwbzJ2RUlaWnhWc3E2bnQrOWJoODMyWHJnMG9aTXNGWllyREwwWmhNeVNaK251cUsxWE03MmFrOUF2VUM1OXJZM3FLRGwzWHNsOTZWU1NjbkMrczdWcGEvajMyTXZCczRRaUhWZFA1dG1XYmR0Y2Jkd0Q0SUVQUUVLOEVrQkMySElUZ0hFQTdqU1hid0d3NFQyNmJsZWJzdXByeldYRGxFYi9Qd0E3MytQMXRwaXRxM0pNcWZlN3dUQ3o0QStiMmZvdm1uWGRxaG5vUjJ1SGRTckt1am52OGRwdGJHeHNiR3l1ZW9SQ3hqTUFVa29wd2Z0eXl6YWxVTWt6aVVCcVcrQ1pINGI2TmVlc3Jad05LVlZ5OGMwajd1Sk5jeWtsZW12RDBaUFc4VEtXYjR5UGozUGNIQmpRZndjQUJXVVZueExEL29aWFdtb3Z3alJTa3ZIcXlzR2c4cFFqeGptVFNFcmFkN0NJN0dSTzZYMHpwSlJyNU9EQS9iNDkzNCtZMk03eGVKTVV6YmoxWWsvdkwrT3VUWEFMeVErSE96WER6S2dtYThIckpDVXZhNEtrRXZCejRiWEkyV3NxcGxCQmN5U2tvNjIrSnF3bnNwZm1GZk5jYVloVDBIRE80TUdzRHIvMkYvZ2VHcEdDWnl6ZkdLODV0VHdoeEU2aDhJTGdnTEhuZ0NWQWhDbEpWeWo5K3VCcmRQMkp3dzlhUFZuZ21Lb3Y0WklkOGpYWGRNTjB1bWFFM1hZaHFQOW1ITVYxZzY4ckR4OCs3QTNtcnQwNEdZcDZZMnRkelk5Z3RwS2lCcmxaU3VPUEoxNTRzTTg2Ym9pRksrNGJ4NlM2ekNDeWowSjdXV1dCZUNuSnBQWWQzai9DcktVbEVzNjIrdEZaejlCenBtcndwb3NYZS82WUVwdVFTaWxaaDdPbmZ6Vitia3FaNzlVWGEzRDQ4YUQ3Qm04TTBjV05FQkxEZzRFOU1JM2twQWhPOXRWdmpVaVd6UEI0bmVNMW93aCs1WmY3V3J3amladUVheE9YQzRhMlkzKzVWQy9zZHE5WGFmTEVmNUJVbk8yc3Eza3Vjb3c3bllrTzVWYkM5VDhmMnZHOUNFOGF0M3U5S2xLU1YwbU9HZUQwa1VNN29yVUoyenlKQXY5bzZNWVB1cHEzUlh6bUxzbk8rZGVJSVhlMU5kV01haVVWUG9ZRUxhRmMvaVR5K1pjejZZeDFFMkVjZzZMYzFOK3YvL0dZcjNabzFQRkY5eVpDNFJzZ1NFdHJGQmwvOWpydkhIQmp0WkQ4UUh2enRwSDNSZ3BCSUFsQktQbE1DTk9FZXRVa2ZLK2FDN0g1UDA4c2dFY0JmT3NEcXIyOTFiSzhDMEM0cENVaExKQit0d1RNQVBwVnMwM1VkRFBiL0Y0RDUxdE5KKzFqNWpONFB6U1kxekxWckxYK0RJQm8vM0NPUjVraG5BTWc3WDJlMzhiR3hzYkc1cXFFS0dyU3BSL0lNQmdiWm9LVWdTQkdGK3lSVU9DY3U2YmlHa2JGblA3K29FK2ZrRG9WcWpvcndJZmJyRm5QcVV2dmRzWEZLZm5CUUdCbkR3LzQ0K0tVL01Dd3Z0dlg4cDN6b1gwbUpzWmV4emwvTWRiSjU0SFI1TDZYTHU0THo5cTZTelpQWWxCdkFjUXUzNTd2UjlUZ0xsMTZ0NHRxUmw0US9pZGNjYkhKQkZCOEFTM0NLTXZ0WHE4bXE5d3RLTjZnUENnWWhDUGMyWHV5ZTMyTXFwRlNBaWlHOUQ4V2ZtejJHbjBTS0UvdVB2RkdteUxaU2wzSFFhdjVXRUtjdGxoQ1hnQ2xpN253UHgrdGIzQlc4VDJwMUVFK1lRVDUxOE16MmlIeTFsVitST0Y4T0pUeG5WOXk5M2hGTUxjOG8vd2lVWEhrVTBqZjRjUGU0SUxDeldtTWFUbkRyeW8vZzVtbFZWenhtd2hCVTZpZjhsZzQ0cFNWQkZDRXpvK0NCSHNaMUd0YTYydEdBbWNLTWpXYVhCaG1nS2ZFaUlJaElaOUlUSXFQWll6TTk5WFYvSWdtcHk2VFFiVGo4T1BCR1I2dlV3YU5WUko4bG02SXA0NDkrODMrck9KN1loV0lYR0x3VWRuVUpFM1AwOEZQdExaY2JpRldVRkpaUklpNDZLdXJDVTNDRUptYWNwc2s4TGZWMWZ6ZU9zWUU1NVM3QVA1NjI0NlhyT1pvUkl4UHlXYUVMUlJnZjdTYWs4SE05RXRLUHM0cEdxMHk4Tnl5VFNrcU1XNG5YTzY1K0hKdnMybHFPNHFzWmZla1VzTHVrb1EvRlRKd0d4bWpkSjZIQ2doQk1ZWDcxVDliRGNnUWN1Wm02bTJRcEtPdGNVdVRkWHQraVhlUktveDBTTm5Ydy9rejRkdE1SOXV3ekxOa1VramlMdG1jRisxYS85cll3YlBOMVVBR2dPY0IzR1paUCtxUDhCVkN6RnJnRUg0enM5dG9rU3YvUzhRdjU3dmoxMmJtdVFiQUtQblV1K0N6QUI0ekRiMnM5LzkrT0F2Z3UrWjlSMlBBRE5hdHJQd0FyOEhHeHNiR3h1YnFRZkJMd2JPVWZZbkorZGNSeWxJRFFiMGxWRXM2dDNEVEJLWmhXWGRBYXlaT3Bxa0tXZG85K0Zwek5BZmlpWW14aXlWQmQxZkxOOTlJU1hRdE04RE9kclY4YzBUVmxWZFdjVU5BREo5VUhJcURTemc3Z3VwekVVWkxucThrVWFKc0VCdytYNFBXYVozUTFwUGlQUWJ3OHRESlFLOURZZXNDcDlUbnJjRXQwdExtRW8xSll2Q0xJR3FHNkQ3WEdyN1A1TlMwTHdPRVVjTjR5bm9QbWthdkM4amgxdVM1VXpjUW5lKzJ5c1hkSlp1djQxd3dTSllJWGQvVk5ZYVpsRWFkbnlFR2VhWmpaKzJvWHMvdXNzcGlHZUFuVzVzZmFBMnRjekpYcVY4eFhoQVRncXNWeUw1V1UwNnNLV3gxWU1BWWNiSk9URS82WnhFMG5teXRyMjYxam11OVRnQ1RCR0dkKzV1M3ZVZ0pYY3FodHdGQTdycUthd0NaNG11Z2RXTWRUNmhqRVNIMHBVdXRzZGgxUWVMZm5WOWE5UW5ENEc5MjdLeDlEUUFtYUR5YkVpd1pwc0dmbW0zRmlNWmlOeHRoY3U0UWVjVlZia1pCRHpRNlJwektDOVpWckRJTVBoaitQcnRMN3ZlQUEyMzFXMzVudmFiODRvcjFBTHA5Q2NmcnJaTTJXWjZOVXdnajF3dU9QZTBOM2hQUjdzazFYZDlJQlY1dXIxTWoyNXQ2dkFxQldpd2tPU012bkswYjIyMzhubGcxd2ZVMVk5RDRmeDExa2NGM1hsSEZFa1lNVFJKb3hLLzVyQVpwSWNhcndZOHhLZnQ4QWRwZzNlWXVybG9NNklBa3lkTHdQMy9TOGd4TlJyNmZFd0tXTkdYNTdSUXM2dlgrdGJGbDJ6Wi9hejVsMXZ6R1dkYi9seG4wL3V0N0dIT2xtWGtOc1IxQWFGYnNZUUIzbVQvUE5nMi9ub3d5eGpzUmRhWXVDbW5tT1VQOERrQklOclhLL0prQWNBRjRCTUI4QU42b2RTTnZ6eFFBWHdHd3laUnhYd203QU15MXJQc2NnRkV6b0RZMk5qWTJOaDk2Q01ZQkFDVUtaOHc1eHhENDZZSG1CMDdDbE1uR3FXd3gxWGxqekZtSW1HdlVSWkxSeGxBZjRzdGNranR6RU5iaGYrYXd1N1JpdVpRaXVIK2tidFJMYzlmcGVSTHFXNFNwQTlJdzVwRHVzM3ZDNWRDVDNkNFl4V25jeW1YdzZZNm1CM2FIais1MnIxZGxhdXBLSXVWNXRmdnNtY1JaS1o4ZEN2VDg4dkRoSDBZa0ZMTFhWRXlSVW1RWmVtQ1hvamlLVyt1cmZ4a3hSc3JFandqQmcvNUE4QytIVzc3VkhiNk5wYVI4eERDa3owWGozWDQ1OE1qQjV1K0dlOElnWjIzbGJFSkVHbEhvYVVDODBoWWx1SEc3MTZ0SVR2Nk1GQmp3TlZXUGF0M2xMdDQwVjBqZTM5Rzg3UWpNRmxveHJnbTNTTTZiRktqVEdTTm9yZHZTbWxWOFQ2eEdZbTVoaHRIWWJtYTJDMG9xaXppUncrMTg3MTdydU9Ia0ZtN0twSVF1RVpJKzczOGRSL09MS3o4bWdRTWRkZHZPdVl2dVRhUVNXWUxyVHdNMW83K3plYnhLbnN0WVJhUzgySGR4Nkp5NzdQNHZpZ0g5OXl3K3pzMTEvWVNac1NVTGk2b1dVaUtYRUpDR3c5dS9kVG96MDZzNXAvR2IrdnVHSHpqMmJPU0VSUFk2N3h3bStMelcrdHJmaEQ4SFF3clMwYnh0NUY3Y1JWK2ZMbUVzSmNLdyt0R2dvUFQrUWlsRXJLKys1aUhydHF4bDk2U3FEdTJ6Qk9ob2E2d2UxZW9wdld5REkwa2svUk1FenJZMVZ2L1plci81VHFNWUJFbEdVSG5ZV3A4ZHZwOUc5VTlKeVgvWHNTZXlWM1ZPNlgweklPbDBDQklRakhkMnRHdzVQK3I0OG5MbTdwdGRTaWk5cHJXdXB0YXlsZVFXYnBvSHdwTWxsQ0Z1eUNPZE83OHphdExGbFR4dmtuL3dsZkZTaGk1UlRSd2NlTE9scStYSFk5Wm0veld4TTg4MmZ5dGNaay9rMzFnQ1oyNEdnVjk0RjBHZ2xYK3pMSWZQNmxuL0dIMzlmV1NmUXlRQWVCSEE5OHpBUGZ6M3ltVWFvSVZlczhPMlBXM1dkNGNnQU80M2cyakh1emgvTVlBT3MxNDhxdFBoR1B3NXlyb3lNNEMzc2JHeHNiSDUrNExRY1FBQXBsRWU3SDBpdkRZNDJUWDVPcUliUi9jMWIrdDJUUlBMQTF4LzJmZUUxeG9ja1B3eW5rMm9jSFhVSDJuSlZaZm5DQTUvZThQbGVzMjhvcUVNS3VBa1FXTlFoWkdwTXFYTkdxaE1UQmFmRWtMNnlma0xrUjRuNWVYTVNFN0psWUowOTVDTFhYSkM2aEpEeHhPSFczNFk0YytTdlc3VEhLYVFYQ0xrVHNhMG5IUCsxeDhKM3k1U0pxNmlFS21FSzM4TU4za0N2TlJJVHNuVkpUMUpOSkpnU09QY3djYnZSbmlnekMrNWU3d0NQaHRRaURCd3BxMitaclJLemVOVmFPckVVb0FwdnNaam80SzhSU1ZWMllTeWlUMyt0em9BeUl6bEcrTmpIZU9Ya0dGL294QUdVU0JUMnVxT05GN3FUeHl6Uk5mNXpoZk16UGY4a251ek9VRXVHVmIrSnlTbGowYnVXdTlrcHJHYkRTR2Y5UVhvbnBqcHhqS2RrQ050OVRYSEZoUnVUaU9xdWxZTSsvZGFNOE9oNSt4MjZrc29TSStmNlNmaVk1MUxndjNCUjVSNHh4UW1lWDlIVTIwYkFMaUxLcFpycXB4bEVMenNGOE5kQUJCN0RWOUtkT216U3BXenlqWk9wVUpNYTYydkhnbWNzenplcVpTcVV6aS9sQWtIZ1B5U2lrVkVGVi95TS9YbjFtdHpGOTI3VUJMcGxrRmxsS3Q0N2xydlpDM2VXUTZKQStmOVN1UG9KRXM1R3llU2JoUkV2dG5XV0cxOVQyaXVHbGduUWVicWZ2bW5zYkxGQUZBUUk3NGtPWG5GMTNBOHdvVFc3VjZ2cWtSYlRnaVJCZ251RHpkK2k5aXZiL1lxU2xoS216Vnc5bmdWZDhuOUhxaElOSUw4RlNwNW9MTjV0S3JBdmE1cW9SSXpmcDZRK3NpemtkTHcrd2RlUFdmZDkyK0ZIVHpiL0MzSU1GMnByZTJUK2dCOEJNQi92SSt4WndHNElXejV2Q1d6dk4rVWlJZklCL0NKOTNFK21ObnIyV2JRL3pTQSs5N0ZzWnZOWUQvOGorQnRBT29zaG1kak1jNlVmYWVZeTU4RFVIbUY1OTR4aG5IWXRpczgzc2JHeHNiRzVrTUROVFBQZ2c4ZkczaXpZNlNXTkwvay9odDVVTDdhMnZ6QXl3WEZGY3VFNUR4Y2RodkM3ZkZPRUZ5TzgvbWZmWDZ1WjlZME1KYlkwVlRyQzIzUDlIeHRJaFJ0SGdoNWkxQms5S0ozOXd0MTNnamZrWUxTcXJzSXhQZysxdmQ3YTFDOWFIRCtMRTFDNldpbzdvcEZiQ1pBZXEzOWxuTTgzaVFtMUpta1c5bEpDVXFrb1Q4Ym5oM1BMcXZLWlVTNkFiUlk2MkhkUmNOVGlaU0pGSXdKTHVNN2s0NGZzQVpoVGhxN2lsSmxjdER2MzlPK28rWkl0T2RZb0FZWEFESUQ1OW12cmJMaTNMSk5tUng4cWp4M2R1UzY0dU8xbFpEeVdHdkx0MDR6eFZIVWM3RjNIL0E0WnpSbUNTWGlGVk1LRFhmSjVra3VxbFVOOWdkLzdHc1pOWEVSQVdQR3h5SFIwZEZZdXljdjFwZ3RKT2Y3RzZvUFpTemZHSzh4WlpGVWxPM2g5ZWNSMTk4M2R5N2hWTGJWVlhjNHVMS1VNWG9FTVNRTjNKallGbmUwQzJiZllSMHdLRWd1TmZUZFhZM2ZIblNYZVlzaE1lVGJxYnhzSFZPVGpoVUJQMzFoNUwwczNEVEI2VEp1N2lFOXo0UWs4M2tsM25RQ2xES3cyc1BidlJFMTd0bUZtK1pRUmYwcU45aHZyUGVlbVZtdU1XYVVTWkNlNFZQSzluQTM5SkhuWHBKeG5hQ1k3bi90MkNnMVpjN2F6VmxVVVZZTys5bERvV2NkRFhkWjVRWWVGSy83bW80MVc5OVhtcEwyS1NsQU9XaHJaLzBEcjBRN1BxdjRubGlBNXIzVk8yRDE3eUZ1cDc3RWdEeXJFY2NoUlZWbm53dStNU3B6bmxkVU9ZOGFZdHlGdDdxZXRteGltclRkdG0zKzcrSUNzRHVLTWRWTFp0QWI5US8xdStDcmxrbWhINW55NzNBZU1GczhoZGdLNEEvdm84YjZKc3Z5SDk3bDhkOHpnL3lmaC8xT1htYytwMUlBbzl0V1hLWUh3QjNtL1lUK3NGUURlTVhNNnI4ZDNIUUkvNlpsL1EybUUvbUQ3L0krYkd4c2JHeHNybG9JMU1rU0JnRFpJd1FMaENUWWd2TXpIYzNiRHJ2TEttY0JkRUpIM1paUmZZcHpQTjRrNGdpdTAvcUdIM2M3UEVuU0lkYTIxMi81U1dqNy9CTHZlQmNUTnc0RTlOL0hNSlo5SWFqVXY5SVNYbE5henZKS010WUt5RVJmUTgyb1Nlb0Z4UlhUdU5DWCtocHJmNVhsMlRoVkUwcE9hMlAxTDhMM2NkL2dqU0ZCZlRYUitRR1pxbjVNREFlZTlMVjhKNVNoSTltRm0yYXJVdDRvaFBGRWUrTURFUm5qcVV2dmRoRlZYYVFJK1Jxb2NXM0hLSk9xY3BaWE9ydUlFb3lUVWh3T3I5K091TTdDeldtQzBqdTVJWC9RNmZOR09Dd1hlTHdUQll5cHZvRFNBTjlEeGd5UDF6bkJaYXlTdy96a2VUak81WlhkL3lrZTRMc1RqY0J3Zm1tbFJ4aDgwTGVqOWlXWU5lQ0Vzcy9LZ0x3M21nSFZDQjZQNG5ZdXYxa1MrSDExU24yTzV5dUpWTXJNMDMzKzdVQTVpMDNRQ2dqRVlkOFRXMGE1UDhNMHpKS1E4NFlDRityZFpaVTNDUjNIZ3NFQjFlRnlMV3B0cVA1MWFCL0c0WVpDZ2xMSzMvcDJ1UHJkSlp2enBCNGtyVHUyUm1STDNUZDRZMFJRM0Rya0gyNDYzUEt0QVpnbVpFS2h4VzExTlNQZm83S0s3NGtGTVc2UUlJK09tbEFwcnBnbUdUN0dkWHlqWTRjM1lyTEU3VjRmSTFQU2JvR0VidWhpOStIRDFaYnZxbDdxTHVZRmxPTDZjOE5zMHl1SEg0L1l2cUJ3YzVxcXNKc1JaRDg2M09JZHE4TU15U3V1dkI1UzlyWHZxSTFzZTFWZXp2SjZNMVlMQ1NkQTkzWFdlNk1HenBtZXIwM1VtUE1id2Q3aHIwWDJJQzluZVVVWmM3aVFRdWxtTHh2Si9DWWQvaDNXY29qY3RSc25Fd1hUaEtJKzQxQVRKbk1SY0kxVVNCSXd3Y1ZWay9DOWFpN0U1djhNdzZhOE9KeGRBQlo5QUlGekpvQi9DbHNPUnVsdkRMUC9jcmcxLzR4M21TME9KOFpzQ3hYQ040WVIxenZ4MzJidjZYQ0pVazZVd0hZbWdGK1o4dkJRc1B3WFUzNGV6czhBZUs3Z3ZQOEpJTm9zNUxkTU9iaU5qWTJOamMzZkNjSTBERVB2OEREWDNjV0JPU0JHalA5TnRYM2hpdnZHU1k1NUFUNDBxbk9HdTJUekpLb1pLeVRuZitieHNSUGhDQzcydjM3a1Y2SHRHY3MzeHJ1SXNTUVFDRGJGS3VvU3lmZ0JhM1l3dDJ6dUNrTGtuTjZlM2xIZlMvSks3a3QzU3JMUVY2LytkKzZhaW1zMGg3cTRoL2IrTm55ZjlMSU5DY1J2ZUhSREhKR3FNbDBQaU9id3pHcnVXdThrVlZGdTRsdysyZDc0Z0MvODJNeE1yell4TWU1R0NQa2FBUmwvRWIyakpnZnlTK2E0aWFSekFmblM0Q20xemJvZFpqYldvZEZOUXNqZldQc2x1ejNlWk9FUWJqNnM3RU9MMTFpNjlHNVhzdE5ZSW9WeGN2anNpWlBqTkgyUk1NUytqdDV6Yjhya0NVc0lGeGZiZDlTT0tBRVZaOXpId1VtSGIyZk5xSlpnRWVmUlZud0VraWJpN05tZlpoVVBKRE5ud3RvQTRUdFA3ZjNlY0Y3cDNOc0o1Mi82NmtiM1JBNDlaOExaNG9FZzN4WGpISjhQNEFBQkc5U2NNZWx0WnVDY1gxcVpRVGhkSWtCZWxvS2ZhYXV2T1paZmFzd21ncm5hZDJ5Tk1MOXkzK0NOZ1dHc1VDUnZpWkRITTdaaXlLL3VDaTFPZG50alZPcnlFaWwyVzJYd016eDNPam5EclFUMFdXdW1QOU56VjV5Um5MeVlRcWJvaHZGOHRLeHg3bG85anhBVUJQaHdwZlV6bDcybVlvclRvWHhSQW8ydHpkNVIyZklRK1NVVkh5VUVzd2I2OVZIOW9nc3V6bDVJS0ZrRThIMitCdStvYkRFQUZCUjZyM1U1SFo4MXBQNzFydWZDak9YYzYxVjN5YnhWVkNWTzFxMTJJbGxjQng1OHhtbytsMVZjT1JORXlZYXV2eEFJNkJOaXg4MG9JRktNMUtrVEtabThpakxQZHZCczg3ZmdOd0IrYXY3OFl6TklHOVdqN2ozd0h4WTF4VU5qWkcwbGdIKzNyS3NFNEg0UDU3ekZVclA5OE52cyswNDhiaHFvaGFReWpWRjZORTh6TTgxUG05bjZVbk45amNYb1N6T1hyOFhiTXp4R0gyaUhLWGUvNDMzY1Q0allEMkFNR3hzYkd4dWI5d1dYUEE2WHZnVDBwODFiUEk1U0pkLy91dU9GdzRlOVFUV2VyU05FK0t5dTFGbkY5OFJLb21SSnhsOEkrZ2tWb0hNSEJveW5ENGRsK0dKanRkVkNGNmVjRG5VVk5McXJveTdTYUNsM2JVVytRbENrRTNWVXYrTDVKZDd4aENyWG50ZVZuZTRiNEdRYW1XOEUxT1lUZFdGWmEvZDZOVWttcnZBTDRkTVVObDFJNDVRMWtLS0s4UVVKMGhvdUl4KzV2bW5HS21FRTloT3crVDBYbGVjaXhnNzE4eVZZSW9rNDJqcWtQaGV0NWRUOEV1OTRqWkViQlpkL3RKNGpZL25HZURqMVQwS2p1MEwxdEhwaTdHS0Q0NDMyaGdkT09DYWxweXVVRG5jMjFSelBuNUNjb1RBNjNOcTB0VE4wZkg1eDFTY0F4TWp1MHp2ZXpqQTF2NndxRjFSTzd3NnczNXpSWWhXVmFBWGNUNXNPUFBWQVQxNVo1WnJob05nelZsdXJCWVdiMHhpVWRQOHBwVEZPVSticWtwenoxZFc4SkJXeDV1TEpucWREendHQ1R2ZWZVaHZBeEZ4MGR4L0k5SGpqSkNYdU5wMjlZQjFUR25vV09IOHR2SlhUb3BLcXp3dWRIRHg4dVUwVm5aVEs3ekYwNHllK2hxMmpnczhKam1tMVJOQ3pyY1BNWXJybXBiSGF1RHlGc0hrQ29ubC84N1pSWlFUcGl6Y2tVSVd1aytCL3NINXVNNVp2ak5jMGNnZWtiR3FyWTN2SGVxNzVwWlhySkNVbHV2VC8xSnJ4VHkvYjRPQ00zaVRCdDBlN2RwZ1RNMEl4eW9rUVQwVEt1YjAwTHpsdGllVGlkRnRkZGFkTTVtNUI5WmQ5Tzc0UlVVcVF1OVk3V1ZHVStmMnNmeWVsU29JRzVQVDJ2Znk4aEF3dmFkQ2t5cTZhbU5XV2JkdjhyZGhnWnB4L2V3WDdYZ20zQWlnS1crNERzT1Z0OXYrREtZdGViUzZyWnZzcGR4U1o5OXZ4bWJDZmhXbjI5WDU0ek13b2Z4ekE3V1pQNlhBbWgvMDgwNng1aHZsSDhVNno5anJiWERmQk5BVmJGdVkySG8wblRJbjJCc3Q2MWN4eXNuSUZWUUFBSUFCSlJFRlVsNXExMlZHbE9tOURHb0NOQVBKTUdicU5qWTJOamMzZkRBS2tTQ2tsWXk3RjRaeTRwclcrK2xkdTkzbzFlKzE5eFlRTG42OXhXMlRyU1k5WFlUSzRoQWo5VlFQNmtCYWpycFhFZUNFVVpMamQ2MVdTa3JvV25QUVFoYVlHak9ISHU3Wi9PMXd1VFBKTEsrZElTVzRJR1BMblhZM2VDQ2wweHZLTjhTN28xdzBFUmNzckxUWCtsTEtxMVp6aFphdWgwNkswbEd6QjVYbVZ5cmtHSVlNZDlRK010Q2h5dTlmSHlBbkpYeUtTSEc1cjJMSUxGbkpLdlRPNDBGMVFuWG5HUU0rVDF1QjlodWRPSjVFb0l4Sm5XaE9QNzBCOVpLMXJhSjhZcXBkSmlUTWRpUzgrR3g2SVRWMTZ0eXN1WGkzdEpYMy9kZUtKQndPWm1WNHRkZ3BmS3FVWTZteXFQYjZvY05NRW9hanUxdm9qdjExWWVOKzFnckRNdHUzVm9aN1ROTGUwYWpFZ1Z3eTlwdnpiNGNOak9FQUR5Q3IycGtxaDMwQWxmdkZLaTllZlUxeXhESnkrMXRuaXZaaGJVcFZOT0FhUDdLeUphbUkxZGVuZExwZENjeUhsb1pocGVnNDNoT0pVSEs4WGxGWGQwNE9MRDU0NDhXQWdZL25HZUNLVkhEODMydU5tc0k5Snd2ZjZYZU1kTGlmL2ttOTdkYTAxK0Z6bzJUUVhuTVQ0R3JjOUgvcXNGRGdNajEveTU3dDJiaDI1anZ5eXlsc0VrZTNXNERlOWJJTmpIQm4zU2NIRm03NkVZNC9pOGZEbjdxWHU0a0NCcE9wc3dlV2hqcWF0MWw3UGNIdTh5WERxMjdnaHY5blp0TlhTTXRWTEUyTDFkUnowYUh2ZGxsRk82Q2FrWU8zbWJBbTZxSHY0dFgrenlxaG5lTzUwSnNuRUx3b3U5N2RIT1gvb0hsekMrQUpBRDdZMTFod01QMy9PV21RQlFQdU9taVB1b251bkMySFFqb1lURVZuM0hNOVhrZ2d4NXVwOXhyTk9SM3lTb1pBTXl2V25pWEhLQmFqaG1XWmlaNTV0YkM0RnFCOVU0RHcxaXN2MEF3RGV5Wm52WDhLeXZEQmwzNk5jSTkrR21RRFdoQzN2Zko4OW4wTThhbWEwby9Xem0yRlpEcGRORFpySGhiczNMakF6L2UvMFIrZHVNNGlPeHUwQWpwcUJkUG5iR0ptcFp1QytIa0NEYVViMmIyYWR1NDJOalkyTnpkK09xVk5kQklnQmlHUnFiQXlFK0JQZ3BTUjVjaTVWMllYUkdjdHk1bmFJRWlqeUxSNGNQcTBTeldNWXROWFhZQVlxNWVVTUU5THlKQ1hka3NpVW9DNlBXTE4vdVdzcXBrdENpeUdOMzNVMTFrVEladWVYZU1mSHhtcXJoNWo2N05IbWJkM1pKUldMaE9DMC9hbEk2VzUrYWFYSGtDU0JTQ2hNVWZvNjZxdEhXaDdOOEhpZE1pWHROa2JwUzIzMTFhTW03OU95N29sbDBGZFR3alJKK0RNZGV4NjBmQzhxWjhuT3FaK1JoRkgvRUcrTURPQkM1N2pUT2NFeCtSWUptaUw5L2liclBxbUo4YXVNSUo0N1VmZGdJTDFzZzhNNWpTK1doSGUzTmRUdVcxQmNNVTFvN0xyK0FmK2ZDdGJOWHFnd210SGVNQkk0dzcybWNxWkNzRnhLVVJzdDJ6MnlYMW5sTEpXSmpZU1FSMXNiYTE5ZnRLNGlueExLZkR1T0hsNVVVcFZOZ0lSZWRyRXo2ckh1OVRHVEUxdzN3ekJlTk5WN29McmprQzdGVXFHd0g1Nm9lekNRdTNKVFNrSzh0blpJR2U3UVZDWEhDTW9PTWVqc2M4UXBTN3Y5cjMvYkdqam5sVzdPMGx4c2JudGpUY3ZJZVJ6QkxEQnh2cXR4NjBnUW1WdFNjU3NFaVhIMEREWmJMZ3Zqa0ZETXVWQ0NnOGJQTGMrVUZLd05yQ1NVVFpCY3ZCN1EyU2dsUVVGeHhUUTQ5YzlMZzN6WEtwOEhnUHgxNG1ZQk1wNmNPejJxeC9MSUdHczNad3ZHVnZFZy84V29kbXdlcjVMc25IWUhRRSszTjczNGwyakhtOEgxUHhBaXovb2F0angxZVVzNXl5ME5MS2FFcy9hRzZqMEZoZmRkU3hRMWgxNXd0SWFia00wdnVYdTg0b3hieFJUbHNCcUxDUzZGTHFSY2IvWHQrRWF2bEpJUUFoYmFWd0tLS3V5YVp4dWJEd3JGelBaT0NGdDNFTUIzcnVEWUxnRGZ0YXo3ZEJSSjkxaHNzUHdPL2ZSdDl2MmdTTGNzVyt1clQwWnhNZitvS2V0K083aVp2WDlzak8wT1U4TDltR2xTZHRaOHpzK1liYkpPQWhnQTBHbE9aQlRieWhZYkd4c2JtNnVGYTFoOEVnQ05FSEREZjlIbjIvR04zb0oxZzZtQ0dha2RROCtPQ3J6eVN6TldTaTVPQmw1MW5HQnEzQ0lxU1ZlNFZIckJtVG1USldTczVESnJZRERZYkpWUnA1ZHRjRkNIOG1VSjJ1cHIzR2FwYy9VNm5kVElKMEhsK2NQYnZhZHp5N3laaWlCSnZnWXRvdWR6WGxuRkVrbkpNUFJMRS9OdGRkVVIxem5CWmF5aVV2RFcrbVBSV2s5aXlpVG5uUkNpVnpMNVlzZjIydGVzMi9OS010WktRYS9SK2dZZVBtRDJXTFpBSmppbUY0SW9DL3hCL2p1cmUzVkJXZVVYZVpBZkROMTdJay9Lb1pMM3REVnVQWmhWZkUrc3hwQnpFYjJOVG9lYXdBMDZ2aVA0WEZQRTRBNnlublBzR3BtUWlFSnUyYVlVQ0hLSEhBNyt1SzIrNXRpaVF1OGNDRXhyRDdDOWVkZG56SkZVVENmbnp6eHZsYUpmd2t0SmNrb1o1L3lwQUtNeEFORFdVTHVQeElqbFFkM285RDNoSGNwWXZqR2V1TmppZ1BBM3VJSlVrNERSdnFQbUNIRWF5empocmRHTXJTaFYwbnh4eDU0d0ZZZklMdHcwaDFBbHJUWDIrSWlmVGw1WnhRMEtvVGtYNmNWSDkwWVlhQUY1eFpVZmtaSk80Z2JmYlgzdTJTVlZtVUZLaHdFVW5Ca1kzR00xK2NyTTlHcVM0SFlJdWl1YUczcGVTV1VwQkphZjZSLzhwYy8zVUZUVHRJS1Nxdm1Dc1ZzNTUwOTM3Qno5dVNod0dFVUNQTmhXZitReHErdDJpR1RIbEJJcHhYQmJ2UnJockoxVFBHY3hFNlMvdmJIYTUvWjhOVmtxTFBjaTZXM3doWm5MWGZJSWlDc09Dbi96VUErQ1VyTEpQYlIzVDZoMWx6TXg3MW9RSlNhMFB5R0VYcXBHdkRxd3Y5emFmTmg1QU1EeXNHWERsQzlmcVhOMkZZQVM0Sks4eE9SKzAwVHI3YkxRc1FBK0c3YjhKb0JSUmd2L0M0VDNZSDU5RERuMjcwMmp0QytGcmZzWEFEOGN3eHdzaEc3S3hkdE14KzZ4ZWsxVHN6Vld5aGpiYld4c2JHeHNyaXBJYkZ3YXBPNlNnQTZpbjh2MGVPTWdSU0hSQTA5YSt3bm5ySzJjTFNVbHBPZjBDWFZpU3E1TzVKdGRqVnRINmxvWFhuL2ZPQ2VuTjBoSjNtQ1VQbnJzMlpxSS84VVpIOTBZSHgvVS9sMFEvbVI3WFUxNGU4eEwyVjZWdTRWVVRyZTNlTStubDNrVG1EUm15QXRuVzRDSFJreVNDb29ycGduQlhJWkIzOUJVdnFpMXZpYWlnMFp1MmFaTUtyQkNuRDlYUFRyQThkSzhJbjBSQWVraGlqcll0bjNMQVZqSUtxM01vRkxtWFdROS8zNWliN1RBODFKMkVwVFBDL3FOaHcvdStzYUloNHpidlY2bEtSTlhHUUcrZmYvTzJqZmc4U29GVHA1TGhJemQxN2oxQlFCZ2NMZzVFY2RjSkphcFRyWWthQXpWaDU2ejIrMk5vU242NXlWd3JMMnhlbFJtZGVROE4zaGppRzU4bEV2eWZFZUw4NlRiNDAyV21zZ1FaODg5bVoyWWtnYURYTk1hVU92Z2V5aHFQK2lDVXU2V2hKNmtBWmRMZGVyejN1b2Rlakt2dU9MamhxQXZIR3plZWdidTlXcGNuSkxQSkE2MU43N3FkNWZNWGtpTndJSDhrb3BiRFk2dXpxYkkydlVaSHE5VHlPREM0WURlaHUyWG5ubFdjZVZNamRIVnJYV1huZGZkSlp2emlLQUxXeHVxcXlMZituTG03cDJiTDZtWXpDVk9XcVhjV2NYZVZFYU1EQ29FbFVQa29WT1dvSHVHeCt1TWRSai9ERUpPdERWVWo2ckJ6cnF1TWdOQzVyVTFiZm0zc1o1cDdwcUthd1NWcFlMTHBzNnd1dk9SN2VzcXJvR1FPWW91ZnpKVzRKeFZYRGxURW1SeXYvb2p3RHZ5bVhVWGZYMDZHSTlycTZ2ZG01bnAxV1NNa1E4dUltcnNaM2k4em5oTkxKSFMyQzI0RnVkSzBKY01ROTF6b3U2UzVOODVreThVZ3oxTGczMlI1eFIyNXRuRzVnUGhxK1lybkZyVDhmcEtDWmdtWGNPVzlmLzFEZzdjWHdDUUZMYjhZelA0dENJc3krOUh3dXd3SGJoRDdIK2JmYjhLSUdUdWNCQkF3VHNFenVGOEM4QkNBUC96ZHNZZFY4Z2JBSDV4QmZ2WjJOalkyTmo4NytEeEtwb3JKUitFeGhNSkF5eGV4amowd2dEOHUwUFpyaEFMQzczWFVvcFowT2dMTkRWdG1lcWdhcmdVZDBIaDVqUk5WMVpMa0I3ZDBJOVkydzVsZXU2S2l3OW9kMGhHbTl2cmFxek8zU1MzYkY0eEFSOXNyL2QyQVVDU05GWVEzVGdhbmlYTVhldWRMSWpNSXFDRGltWmt0dFpYUndUTzdwTE5lUlRLeC9vR2d0K3k5b29HZ0lKaWZRcFJzSXdRZWJGdCs1WW02L2FzNG50aVZaQnlFUEtINkJsYndMMnVhaUZuYkpFaFNPZitYYTZJRENkTFNjczNwRHpmc2JQMk5YaThTbTZNbmdNaDFIMk5sKzQzcjZoaUNRalJxSjhHSEZ4Wkd1Z0w3Z3hKMnRQTE5qaVFJcTRYa2diUEQ3TXh5L2R5UE40azZPSjZnSUtLd0hPQVY4QVJYQXpPTzNzVmgwdDFzQ3pGNEsxbzhZNFJPRmNWR0ZTNGhHUmN1a1F1emhtTnFRbHgrUWJJdnM1Njd5dnA2UnNjK2NrcDY3aWdwL1kxMXJ4Y1VKS3hWaHFzRDh3eFMzQnkyQ3FIVGkvYjRFaDI4cHNZRXk4ZGJkN1diVDdIVkExaWJuamduT1B4Sm9HeU5ib3VmbVc5cHV5K3VYTWx4VHdJREhZMEhJdW9UODlaV3puYlNjVnlBbm1XRStXNGIwOWtObjZHNTA3bmVJZHh1d1E5MVZwZk15cFprMVY4VDZ6cUlOZHpqbEhuRFRHM2NOTUVvckZTSVVWblIyT3R0WmN5c29vclp6SkIvbFhuNUEvN3pIc2N0YzkxR3pOVVN0WXpnVWZDYS9Qemk3MExwQ3F6Y2Zic0xnQXlacnF4akVweUpsSlZVTTVTWEdLdFpPS2tvUlBxb0NKN3dCRFBIR3J3WGdES21XdGljQUUxUkNibnd5ZWtGQkdmYTBGbEhLNFM3T0RaNXNQSzV3RjgyN0t1L2gxTXdzYmlvSm10dGdhSzI2STRlTU5zVC9XMXNPWGcyMlNwZXkzTDc4WFJPOFJuQURqRGxsdmZadDhBZ052TVB0ZUx6WnJsZDhOeHMzNTZudGtIKy9DN0NLUkRBZk90WmwyNHRSN2R4c2JHeHNibXIwYU9hc3drVXFaQkNnSUM0VXFZTnRzZzZ2NnV1c2hleHU2aWU2YzdOVEhmLy9xeG5kSkFGdWY2UUZ0ZDlZamhrdHZ0alZFcEZoQXFaZy9vM1kzUkhKQ2Rqdkdma1l6MCtKNmlkZFp0QmVzcVZxcEIvYVdRMDNSKzJlWXlUcFd6cmMwUGpOUkQ1NjdjbE1Jb0wxS290aDh5bURqOHFySTk0aHBMTmsraWhCUmptUDF3ckg3SWt1QjJRdkZxbTE5cGpMYmRRWjAvR0Rib3I2MXRrMGFlMTlySzJWTEkyWXhJRm5oZGVUbzh1NWhiZkgrWklSRHNhR0FIQU1oOHhiOVFRalZhRzJ1ZkE0RGNrcXBzS1VtY2JvZ0RsSkVNZWU1c1M3ZzBPVWtrWklPSTZRTURnWWV0clpWQ1pIcThjVlRUVjFJaUZ2ZjMreC96N2ZoR2IwRkoxVzA2b1NmT0JkVnppZU1UMWt1RjdoNHJ3TXN1cVpvdkpJOVRvWjRtTWppaHJZNDJrQlJYTGpmWW1hN0dtcGZoOFNnSjZRbnJqTURnN3M2bW11TzVaWnN5aFlSVHFvWWhxSDRtbWh3NndVaFlOOXc3ME5qZWNObXNUU1d1SXRrZEtiVlhYZUwzd1g3OVoxWVpmMjdacGhTVllEa2g4aUxwUGhjaGg4NWRWM0VOb2JobVNEZWVJNUpONkVnNGVoQ1JrR1RIbEJKSW5HdHIyUEtIYVBmc1lERVBTcDN2aU5iT0NxWnBXcnltL2l1aHNyOGovbmlMZGZ2Y3drMFRORXEvR0J6Q2c5SHFxR0ZteGpXSDlxWGdnUDdOZldFMS9IbEZsZk9JREV4b2p6dXkzZWQ3U004djlYb0l5S0MxekNDL05PTk9vUWVlTnBqMHF4cko3bFVHZDRjbUluTEw1aFVUQjcyV2dMelZmKzVRSjVFaVlsS0VYRVc2YlZ1MmJmTmg1SjlOQ1hJNEw1c1paR3VtOTBwNURNRGNLUFhPL3dKZ3FWa0xIZm9uczhMU251cXhNVnBpd1F5ZTN3eHp5VjV1bnVPN1VRTHJzVWd4NyswQnkvcFIvNWd0dkFUZ3Jpczh4MWdjQTFCaHZzYWI4dllaWm8xNWpEbHhNR2pleTh2bS91OWsxR1pqWTJOalkvTlhvN09wNXZqMHVRdlBVY0kwSWpIb1AzL3NpU1BQUFJMUlFTTEg0MDJTek1nVWV1RHAyRW16cGhJWU1iejd3cDdMZTVRenBCb3JLT2pDSUpUZkhXMytRVVRnbGw2MndaSElFejRCQ3VIYmZ2UlI0UEdJN3lQdXNzcFpnZ3ZtYTNhY1FFaGlDNHFPN2Q2Um5zcVQzZXRqV0N4YlNvVFlwWE95ZkhEUTJIN3M4TmFSTXJUNUpkN3hsUEM3QW9JLzJ0WGlqYWcvQmdCNFBFcSthOFZOa21PNHQ3dTNDUzg4R0JHQXBKZHRjQ1NSeE0vcnd2amw0UjAxbzJwZFlXWlRGVUt6QURHOTUwTHZ6MDRjZmpBWXVuOTN5ZXhzRU43dnE2LzFBZVVzcjNSekZwRTByWE83dHo1MExKTjg4Z0RrdmhqR2x2cUo4dHloc0l4NlZ2RTlxWVRRVDBIS01RTi90M3U5Q3BleGpBazZSZmpsVDQ0OUd6T1lYMUt4eUpEaTlCRHRleVhabVhUelJmUTllT0tKNkJuenhXWGVxYm9NVGhWRXRzTXdsZzhNR3MzNXBYUVZwQnphMzF6N0lnQzRuY3VYVUVsZmJHLzUvc1ZyaSs1TnBJTE1wSVFjSjBTZDNsYTNaYTkxekV2M0tWODl0UGQ3Rjh6bm1KQW9rLzZCKy90LzIrbjcvcEI1M1RFa0pYV2pFZUQvYUsxakx2QjhiU0tYN0hZQmN0aEE0RkJYbUZwZ2NkbUdCRjNJdVlRYlIxeXE4bGx4N3ZSMzBCQXBsM1lYM2J0QWdzeG9EeXFqZW9SUFhYcTNhMkppN0JkMGp0OTFOa2QzeFRiMytiSVVmTURYVURzcTJ6OTE2ZDJ1R0pXVUNSR3M3M3I2Z1RINlFaY3pEZnBOaGs3L08veis1aFp1bWlBWnBnak44UndlZjV6bmwxWm1DR0xROXJxYXNBU1BsN3BMZ3FzRHVyRUxUa0lkZ21VR1dIRHZpYWNlRExqZDYxV1puTFpFU3FGQzBONEFodlp5MlpQSWlKTkUyRzJEMmNHempjMTdnQUQ0cGlYckN3RGRBSzcvQUhwRmJ6RUQxUzliMWhlWUV1ajVacnVtUnJNTjA2M212ZysrdzdoL3RJeDV2L25xdjRKZzMySEpOb2Z3dlVQbStYK0RDd0JHelZiYTJOalkyTmhjN1ZDUUNaQndTSUxlb0JHSU5NZHlyMWVaeS9CUUxuMEJxbzVuRUJsRGZjRm5qb1VGT1FXbHN6MUMwSVdDNm5WZGRUVVIyYjNNVEsvbWhDaW1UR2puaHBWZldHdEZjd3MzWlVxT2lZNys0YjNBVnVFdXVqZFJVc3crUDB4M2hPODNlY0xFMVliZzV6V0ZaSk1oMmh3ZVlDNHUzSnhtZ044bElCckNaZVFSdCtGY3ZvUkl6QTdDL3pOclN5b0FTT0RqYmdMaGZjSFhuYzlGT3o0OWZZTkRJWEVleWJnaS9ES2lKM1Z1V1hvRzVjVFoycUEraC9KeWxqOHdOMHNJeExVMlZOZUg5dEZJekVvT2VTS0d5YVdFQ044bE9hNTViVVgzVGdkVDd1UmNOclUzUnM5c1ptWjZOU1FIMTFJSkJ5ZmlvRytYZXJ5ZzBEK0RTQ1d1cmZIWTd0elMyUjRoOWJZVDlkRUQ1MHlQTjA0blJnNFY1Q3hBbHdaVVkzZXNTNTBQS1lmYUdtcjNBVUJCU1dXcGxQSkNhMFAxSVFBWXB5Z0xDWkFnSVdlMTFWV1BjcFoybDFYT0lweW1uUS9TUGVaOUpFcnBXQUtWUHRaWi8vM0xMY1ZTVXNxNXhETWRPMnNqMm1XNVN6WlBBbFh5aVVBbkFSL3NxcitzZGxoUXVEbU5FMlVKZ1Rnb0ZXVWUxWTFmdEZwaytPN1NpaFZVa3V0Nkx2YitoM1V5QkNobktRa3g2NFNRYjNZMmpwYm5YOXFsbktYMnVXNEFJZDNuL2Nwb21iekhxNlE1K00yRUlHa29lUEZQVWNjQVVGQ2FjU09IR0FxZU9qcFNNdWkrd1p0TXVMNWFEaW03ZlEzZW9SelBWNUtJeEV5L1gza20vTmo4VW1PVkh1Qm5kVXA3WXcxMW1ZVFJmcURoZ1I2VWx6UDBKUzlVQ0VrMndJZWswUGQxN2ZqMjRMU01qRVRyK1FYa1dENDhmM1ZzMmJiTmg0a0hvd1RPQXdES0FJeVMyTHhITmdENHp5anJ2WlkreDRObVgraEZBUGE5dzVpMVk3U3dpZ2VRK0E2dmFJRnpyOFdzek1iR3hzYkd4bVpzbUFTWkFFaEtJQTAvRFViMFVYYW5wbjQrMkcvc3BreVZLcERkei9wM2hnZXV1U1ZWMlVMUVFqM2dmN1NqYnRzUmF4bVRhMXB3T1FPbUNrVVpKVVYybDFYT1lreTloblNmM1JOeVhSWUtYUjMwRCswUDM5ZGRldjlucEpEL243MDNEN1BpdXM2OTM3VjJWWjJoUjJZRUNCQzBHRnFNZlJwa0pHUzFCWFEza3VXWkpOZUpIUHY2UnZmRzk5R05sZGlJVVQ0V0lNbU8vVG1KYjV4Y1ozS2NPTTQxU2FUWWt1aHVrSVExR0F1Nkc0UWtCQkpDQ0JDSW1SN1BPVlcxMS9yK09LZWIwNE51UEVpV3JOVHZlWnJ1VTd2MnJxcGQxVHo5MWxyN1hTZVlxTnp2ZFo1cUs0b3NwMjVOSjYxbmZ0ZUtmYUN0YWNzQVlkTEhvdnIxVnhKMG1haDhaMy9MMTg0TWJxOVpzZjZqREpuMVJtZnZ2N3haV2FqS2FSVmZZQXJQa0pYRHhTSXdWYjkyRmxsTWsvTm45d0JwcWVtNitocldNTjdldktrL01wOXEyUGpmTkFoZmhkb0pQVDMrajR2WHVsNjdNbDNPYnF5QkZDKzMrMDdUc0lHRFZhdE02V1M1SlZCdkR4UVZtV1B1YmlBdDZybExUM2IxN0ZyVU1Pdmp3bnE4dmZuK1Y0WTdkd0NVVE5pMUxIaVpRT1Y2OXN3Mk44QTBKWVI5d3JtMmNjUE5ZYUF2OW4xT0xiOXJNc0NMSVhxdXRXbnprSEtkMVhYcDhRUzYvdEtSaTAvMDNTdHkzT3RKdy8xdFB5cTZQL1ViUHdkbGQyL09HUkpnVU9JbG9hSlhJYkhXWnJjL3kyRFdzcldqUEVPTDFmQjJDbWs4UWpuMnpLUDNEc2hpcktuZm1HTGk5NTNObmZqajRWNkdMS2lmZGkwelRjMmVlT21CTjVrVExPcVk4UWtvVldiRVBEaGNtdnlpV0hnYm9GZjZ5RDE0WU9lM3VvY2JvM2JsM1N1RnNManpjTmZXQXdlMitvVzVLYVZBVnZoaHJxbnZXWFVUWmYvclZHZlBqNHNkd21zYk4zd29ZSHV5cS9QaWliZ3hOd1RhdTdQdjJaaC9vV3E2a3BtbmhMQ1R1bllPOGg4WVVHS1ZTS1BJYzBURUw4QmZBSmdCWUVUaGN5K0FENzhORWRnN0FKd0Q4S1hDTCsvL0xwaG8vYUs4VVVqWC9qOEFWdndTNDBpaGZ2TG5BUXhaWnhVUkVSRVJFUkV4REZPbnVnUWRUY1NrcXNHRnc0Znp3bmpWS3BQcW5QMStGZDV1SEVjRENlZVFCSThmYnJrYzJVd3R2MnN5QVEwaStJZjlPd2V1a1FiU25LcTNpd0JkS3BtZXYyamIrZlVCcFlGU2RlblJRRGo5bk0rUEgyMzdkZ0NrZVdHai93SEFuSDMraWZzSzd0MnJ6TUtWVlV2VjZ2T09ZeWZZMEI3WXQzTnp2N2l2cXJvanBtRndxNnA1ZVYvbHkwTmNzL01IdXQwVjVsVkUyTkhXdEduZ3kvcTZ0TE1vWWE4WHlOeXNMMzg1Mk1FWmZlN1pvOGN1Q3hFOHhJZ3RhR3UrcDg5MGl1YlZiNWhLckF2Ym1yWjhIMGp6d3BWcnEwbWNLM2YzMS9aTmMwMkR2VjVVWG1MRG81bGszNkNVYkJJRU53cE1IR2ZQZnVmTm5MRVhkbFV0RHBpUHgxUnU0VkFlNmF6b01MVU5Hei9WRmVaMmpDMlAxd3JzNFdjZkdickdISVdJZFdKU2VIT1lDZjZLUFdlTytNNVRwbXpVZENJYTM5Nnk1V0VVVE5iQ0lEeTc3N0g3WHdPQUpVdnVUUGl1OTJteDRZR2MzN0ZyOEF1UmVmVmZLSWs3OXFiZGoyejZMZ291MGFQalliMkVlTGw5UjkrTGdWVm1VZjNzbThFeWFVL1Q1bldEKzhjby9oc0J5MTRQbUxUN2tjMFA5ZC9UbFhmRXlzUXNGRWdydXJxUzZpWEd0Ry9mUENBYllFNzkraXRCYUpEQS84Y2hkWmdMTDJWWWNmdWVqUFBmY0dEcjBEbXRTenVwUkhpVEtpWkR3d2RlYU40eU9EdVRGalp1ZkI5VUhVUDBSTnUyd2M5MjRUb2FOOHhVbFJ2YW1qWVhtZWltT1pFSXI4dGFmZXI1bHEvMVZLMjhJellDNVIvcHlQUis2L0x6bGVZRmpUWVZoTUh4ampCK2JNejRzVXNsbEdmMk5lZU40Mll0V3p2S2NaM2ZJTEhQWkYxcFBmenc4TmtFQ3ZRU2tDU1FPMXo3TzBFa25pTituWGloVUVxcHFSQjl2UVhBa0xVcGJ4RmZMcGhrM1FiZ3pyZGd2RmNMdFk4bkFxZ3ByQm4rV1gvLy9FSmQ1ZmJDOTRpSWlJaUlpSWlma2JGVVdrR2drWDJmcDh5WXU3SkxNazlOdVRSakJodnRsck00U1dQQzVTSDU3ZnVidjlvZi9acTdkTTBJY3B6ZmhNck85aDN1RUhPdDJ1VjJQZ2czS3VTdkI5ZEF2dmJhZEhuZ2hlL0xabkt0UjNkdXpnSkFxajQzZzRTODFwWk5qL2J0bDdwNVZyV0dhbGgxb29BUHRlMjR0Mzh0OG9SVU9saytLcmlWbFN1NnVyTGZSOVB3cFlOcVJvLzl0S2k4dHJkcHk5T0QyeFltc1VDdHpqSGdmMy8rMFUzRCtyUFE2REVMQldJY2pzMTYvUXh2N2RzKy82YjFFeHpGMWExbEwvMEFxMWFaMm90MkhzRXAzOU12bklGRnk3SlRSWjFSeWlTQjRMbjlnMm8yMTY1WWV4MkVGbkRvZjI5d1NuTC9HSTEzTC9QVmRqbFd5Z0RkZmRwNkhXUEwrTG9nREgrYWRHSmpEQ0c3cDhrTUthdlVSOG1rb05heXlUZ3hNMTl6bWFjcGxwekNNRmZzYWQ3OE1BQXNidHk0UkFoc0xwM0xSNXhUdDd0QmVmSm1DTTc0Rkh0c3VJaHJUQk8xdnBpZjRMSndmaDhwdmRLK1kxTi9wbU9xNGVyNVFucFYyeURoWEhYdEhlVkd2VVdBN21CeHFyUEMvUm1LTTY5ZlhWWmk0M1VpOUd4T1JXTHhrbHU2dTdML1ZpemVGOTYwZm9vaHZoMXF2OSs2NHl0RDFxWXZhRnd6bFlRK251MEo3c1JUbTRkN0dVR0xYSCtPcUprbG9UN1V2dU95eWRubGMxKzNVRVdtS2RQcmU1bzJEZnUzZENwMXV3dFFBL3pzM3d6WTNoaGNwNWJQUDkreStRU1E1aksxTlFyZDkxTFI3MER0U2pzLzFBRG5lM0lIcnlnekt5aWc1OXRhOHMvRzRtVnJSNG5yckJERlN5QTgvOXpEZzJ1TUp3RUNBd3FvNWtDVUpFU1I1NGlJWDVUdEJURzdFOEN3eGdodklWc0xYMjhsci84Y0phTWlJaUlpSWlJaWZna21UYnBtcEJzenJRb2FsYzhEcFNuRTVydmpSdGZlNlRDZDJsTjI4UEZhbmZYN1hSYzd2bHVjR2x0ZHZjcnpTdDNWdnRqdjdXL3hEaFE3VHFPdkRqUHBCMDFvdnpYWTlibXE2bzZZSFdrL2xjMWMrRTZmTUVzdHY2c0NSTk5Qbmp2WFg2SW9YNnRacjFaR3FDcDcycHFLaEdkZDJwbmdoVGVEZU1xNXJQbXpvMDkvZFZobjZrV05HejRtU3FhOTJSbVN1bHRUdnpFRjhlY1FtK2QzYjlzMDdOOU10UTNweGNMQk9GYW16czdzSXlmYnZwcVBubGVuUGRjTEd5OVJ4ejlpNjFaYnUzek5RdktzN25uazNnSHUwbkRkUm9XYzBxejd4UDZpMGtYNXNkY3ZKc2FTVUduSDNrZUhONktxcWQvd3daeklDOFpJUW9WamU1bzNIVWcxckZzb2hqcU5HRU9pNC9ZRXptT0Q1Ny9vUGx3bmhzYXlpbjh1NXphUGp0TVVpRlRzYWRuUzFEY0hvY0J2YnptNHIyOHRlamg2M0F3SE92Vjh6dno1Y0tuTXRUZmZ2VUt0N2RqWHRPazFBQmdidHd1dDJEZGFXKzdycjF3eUxYVlhoUkxmR29yNWk4SDlSNHdZc1NpQS80b1Zzd0FJWDl2ZmN1OFpGTXFZbGNTOUZSZnA0bzVzbHhPTUx5MVpvUzV2UGZUMFZ5K1hLYnRoN1JoeTZmY3lNRjkvb1dYVEVDK2ZxcFYzeEJ4eFA2a1dQeHBzVEZZMHhtZ3g1dU9ROEh2dE8rNGJVbTJscG41TlNnMWZBZUhlWExmL3BrRW9HanQrTld6WTN2cllIeC9wSDd0eDR4SU5UZGkrQTNzQjZNSUdPODlZY090MnAzOGQrK0tiMTlkYVMyWCs4VmVlSGp2eDZrK0toQS8wcFdTblVyZTdvZXZXR3BXcnN6bm5Hd2QyYmhyeTRzSzZqbkZVeXlBaEFNMFZNcmpmTld1ZUkvRWM4VzdtQzRXdndmelpPM0F1RVJFUkVSRVJFYjltbkRqeHdvV3BzK2FIUkVnQUFCRUV3Q2pKZFN6WjR6bi9hMUhuekE4Z0RCNFpMSnlUazJmZVptM1l0SC83ZlVQTXVlYlZwOGNLaFgrQW5QM3IzVHNIbFV1cVN6c1ZibmlqZ2ZudTVZaG1tdFdSOXpIazhNbUMrM1JxK1YyVFJaMTVJY3RoRXRkdmIwNFhSMnhwUWNKZVM0TFpGL25Tbng3ZCtjMWhoWE5ONDdwNUFxM3VZT2ZQQm9yTE5LZnFNWU00bUFGUUxtY3pyY09VbTZTYWh2UjBJTGlTRktjRjB0bVhibjN0eW5TNVZmbnZyVTJiL3hoWVpSWTFiTHpHcWs1c0wwbzlYckxrem9SZlVmcDdJbnBNSGV6ZE4wZzRMNnBManhjRU5SQzh1cmQ1K01obVRlTzZlWkR3Vks1SHpwV1VlU3V5T2RPU3FrdVBJZ3Bta25YM2tJZkZiWStrMzZ3V05LWHExODVVd25RVm5NMkZzbmRNRXBWcWRjN2VscGNlUk1Hb2pRM2l4ZVhHNXRWL29jUWhmSlNWSGhoR09GUHE1bzF6WUcxNWEvT1c3VUNhYTVmYkJRRW91YmZsdnY1cm1MTnMzYmk0eTk5UXNmZnNiOW5jbnhHWVN0M3UwcGl4MTR1R0Y1bTRuQWxlYTFQZUFYdHFYVHBQOU9wOUFBQWdBRWxFUVZRZWkvdlhRblRQNFpadmR0YXNYUDgrRGVqVnRoK2xMNmY2cjFwbHFNdDhqRlQrcmRoc3JZK3FsWGZFS2xEeGVWVTkwTFpqODdBcC9IT1hyaGxoU3AzUFEvWHBZckhmZjQ3TDc1cE00TEVpRWpEUjY4TUw4RFF2YnBRUGkxaHRiYm0zdjdKTGF1V0c2UVJiMmJwajB6WUFxR2xZVTBWRUMxcTM5NmY1WThHS0RWY0h3aFVYYy96MHFDdG5YdytFelczTmw5Y3loNVdqcnZLZ1M3c0QvZXNYaTlaRzl6RnB5WjJKa1U3UC8rZyszK3BxL3FIOWtWcjdZTmIydGc3ZTk1MGlNZ3lMaUlpSWlJaUlpSWg0ejBJcXE2SElpMlBWTEFEa3VrOVN5ck1wcTNSeHo2T3ZESEJJVGs2ZTlUR0FlcnFjN3A4T0htdHgvWWFyUEE1L1gwRC8wTFp6cURpcGpXTXBsRTQ5c3kxOTJhbTZQbGhLQ3IrdnJ2TGNwV3RHd0ppNVJOSkRJV3Q3VTNwQVZMaTIvdTdscnVyN3JjVy9ITjQyMUNnSy9hbTlWRy9CelllTGpvVkNLalVqdUpySXNMWEJqL2UzNU5lWkZsTmQ5OFZ4UUZnRjREaUlrdTFOM3ZNb2xPeXlrT3RQbm4zanoxR1hkbElOVjgrSHlxajJsb0ZyZHYzS2toc0ltZ09jZzNzZkdlZ3dEWUEwTHJjUXM2L256ZzV4c0VZaFlndzFGWjBtL25KcFJleFc2K3N6TGdjVjZza3lDV2tmU0thMzllSUh3L1VGZ0RuMWZ6aUp3Zk1CMHhteTgzemM1VXFWY0hIdmNmZEh3RmE3dUdIamZIS2NVZTZsN3ZhK1BsUHIwbkdYNG4rb29EMTlidHNENW5UbDJ0RXFka0pyODVaL3phOEp0dGV5cXlQMk50MXpPYzIrTGowNjd2TC9VS0UvYlNzV3AzVnBCMlBHWEt0TUdjNTVKMW1kcXdyam9McnVjNlVqWXVGU3RYeHNUOHVXNHd0WHJKNWdoRXJQaDZiSWRUek50ZDJ6ZnArQjQyM045KzRkZkc1VksrK0lWV3JsUnhXNDBOYXkrZCtIbTVPNXQ2d1o0Wlc2dDJrbysxcWJEalVQYnArMi9LNEtkV0t6RlhvQjRKTFdiWnVHSEFjQUZxM3c1MW5ZbWEzTlcrN3J2KzdVN1M1YnJRNHp2YnNBWU43SzFaTkFabTViMDJYaFhIM3pGOGVUNGNtNU1QZnlLRGQ4UDVHY0xEYU9tMWVmSHV1NC9CdFd3NVlYUjcwMFpJMTExY283WXVQS0V6ZEIvSkVxMGdFQVJQU2hBRGh5K3BWWDNqWExGaVB4SEJFUkVSRVJFUkVSOFo3bFZXUC9YU0IvQmFnUG9qSUFJRGJMV0JHbjg2ZjNGNWVXV3RpNDdyZWdPdXFOanU1L1A3eHRvSW5SM0Z2V2pGQ2pIeGZJQTN1Yk56MDcrRGkxalJ0dURzaDJ0TzB3L2NJc3RYTERkQ1pUMWxiKzRoTjkyMkpsN2tkVm1WVDRXSHZMcHJaQlk5U0JaSVphZXFKOWh6TmtuVFVLa1UrS213K3E4b2w5V1ROQUFDMWV0bllVakZsa21keWNsWi9zM2Y3Vms4T05rWWg3RFFRNUkyUW1abDQ3dExNdmNtM2lzcUkzazlsN3N1M2J2UXRqOWhvaEU5dlRzdVhKNHI0andyTFpyRWdGdmo3VTFwSWVHdDFzWFA4cFZldHE0TzlvRzJhZGM2cHgvZEpRNGJjM0gveEpKY2tITXV3L0ZZKzVYWTZyQzRKZXZ3VU9wVUxwZlFvNzA4T2Fpd0ZBZ3BLTmdJSHREWDdpQmhtMmtFbXRXZWVSQXdmU2ZrM2p1bm1CME9oT3ZyUjdWNytCMVNvek1tNC9vU1RIMjV0ZTNESGNtRVpqUzV4QVd3RmcvczFycjFZUjJyMXQ4Mk1ERHh6K0YxVnBiV3ZaOUV6eDVsb1BzMVE0MC9iSXBtZXNGMVlIZ1cxRklaS2E4RVl1RDN2Q3RuM2JONytNVmF1TU1kN3Y1VFM3cXpqeVhkTWd2eDlhUGRGYWRxaDVtQ3dCVkdyRkVnSkdabDg3OVBmRHRRT3JUQ3h3RzBqMFpGdmdQakM0WEJyeVpibCtuMGdPQStZS09udG1pTHM0Q2dKV0hiNGx5QVVQRkIrSHhvejVSTmJhRi9idC9KTkxxZFR0cml2Ty9KeTYvU244QytvK1g1bVUySWNkMVRmaTVLUjZ4TGIxdlN6S2syYVh3dHRZOEN5ZE8vOVRiQjF5ZmxTbWxUVmdzOWdQZXI2YlQ5Y0dDUEN6a2huMkdYNm5pTksySXlJaUlpSWlJaUlpM3JzY09PQm54ODM3VXJ4U0s1aHdHNGhpZ0Z4OTl1aVBPa0pqWjAydW1pOUVWcEpqNXMyM3VjNmJMcDU2Nmw3eC9UR1Rac3kzamgvWXJCT3pidGxvbDNQQmZ3MXRadi9wUTFzUFkrclVPSTRldFFBc2tNYkNoc3pjbklTbm4ydTV2MS9NVnRkOXJsU3N6T0R6enVObzNtb25MYmt6TWJhaTlEZkptb1BNb2RmYVpBYWszdFlzM3pCYmxhb1Ura3I3OWsxRHpML1E1K0pzbkRvRnhyUTJiZnBXc2NDWnMyemRPT3VZVzRuMFNSVWR0Ny9scFNGbVU2bFVPbW5HQkt0Q3RVK0R6V3c2ODhaREJ3NXNEVkszcHBQazIwLzBhTGo5UlpTY3ExMjVjYUZDeDdSdDI5d3k4UGpwc1dyczcycUF2MzMyc2MyRFBGelN2R2hGN2dZUlNvTDF1Ylpoeks1UzlXdG5hWWh3NzQ0dGJUVU5hNmFyMlBNSEhrbWNTTjBpTjZvMWI4UktuRS82SjN1L3MzLy8wR2g1L3Z4dlQ5S29jYjlqZ1VzazlGUFhnNGh4RmxySjdjRE9lOE9haG5RVkl4elp1djF5dEJnQVVnMnozdytpcTl1MmJmclNNR082TkhyTWh5UU1EN1ErZXQvNU9jdldqWE10elcydGVLbS83bkhxMW5SU1EvbHRzdHJUNjNzRDFuMm5sbjlwc2lLc2FtL1ovR0ROOHZYdlk2VmMrMk9iWDBkZDJoa1Q5NjlEYU5xZmUycnpSZFNsblpwdVdXbjludS9zZit6ci9kZFgyN2poUXdMdDJkZThlZGc2eXdzYTEweFY0cHRzbVAzTHZsSlJnK0RVeXBuTFNERzJzOHYvT3p3OTBFUXNIN1V1L3hnSDhsZldvWGtNYWh2R3ZJMG1wRzVQVkVqeTk2d0dyM1MrK29QWEpreVlrTXdtcjNRbVRsNTBmWkRydU5EeHlvOHZYalhuMm5GQnFYTlRydnY0eXhkUDduV25USmw5aFMwZFY2TElmcmpud2hzSHZWaDVmVy9YUzQ5bmNxZEhUcHcxZjVTblNpTENKU01QcGZ4TTJkVVh6K3hxZ2Vyc3EyWXNKTEZCQ1RsY2JsVXFrcVZYbnFXdzU0YmV6cFBITXAwdmZaT0pKZ0dBS3M1ZE9IeDQyT3lMZDRwSVBFZEVSRVJFUkVSRVJMeW5PWDE2Zjg4RWsvb0R0OHgvamNoOGpvQXI0T2pqcm5KU1hRU0E0K2N1SFhLektoZEJXT3JGdkJ5Z09jU2RiQnlhTTBGbmVlL1p0aEdoZjNGUHJHTE1oNllvc2p4cmZrNUJPZUtIdFB0MCtZUWdkK25GcVRQbkxWWlFEcUNjZi9IUU9PdkUzVXp2YStIazZvV1NzRWV2emw2S2VReXV6ZlFjZTNyaXJLNHF5YzNPc1hIdGlQRTFWVGJzbUVuQ0Z6bzdUdTRDWVBMQ2ZDQU94eHNVV3BMTEJkOHRGczZMbDYwZFpSM1Vza3F6QWpXZWNSOGZISDFjc3VUT2hGL3VYd3ZoSjhEZURBaS8yTmIyN1dCZS9SZEs0UHVMU2VueDVQbHo1eGFPSExQQUtydDdtd1lLNS9rM3JaL29zdjFEdGZqbnRoMmJocXk1WFZ3ZlRsRjJyaUdtMTFzZnVXZElQZXJhbFdzV0VwenlpK2JTVHhmVWZiNkMySm5qd0htc1ptV3dtQ3lwQ25wWnczOStNK0c4Wk1tZGlhQ2lwRTVGRGVDMFp3MjZZMm9XdU93OHZuL2JscDdheGcwemdmQ0szcXd6WUgzc29wVWJiMVNWR1FBTkkwN1RUR1B0WWlaNXJiVjU4NHUxalJ0bU1yajZUSllmN291T3BsTHBwT2JDbTVoUkdZVDZUOFVtVndzYk5zNDNGRTdiM2JUbHdYbjFHNjVpUTlXdDI4eDNBS0FtWnBlSTVXTnRPNzU4REFCU1hxNktMWi9mODlqWCs5UGNGemJldlV3SlV5VEQvekRNSmRNMWRaK2J6dForUHRONzh2K2VmMk4zT0duRy9Ja081OXpRSjVjNTdocjJYYmYwcWxtNTdwTzM1cnFQUDV6ck9iMTQ2c3g1cmhBNVpPRVJ3ZVZUQjZaZmdub1NkbzAxM3FocXYvZjBvU216NW9NVUxnZ3hnSWhJWE1vOU43N3JYTVhpb1Bmc000aFZ2ajhXZyt0eFdOSjdidDlrRzNTZDRDVGZUaUtWdmVmM2pRekRuclBKbUhHSWpNdm9IdDExZG04bFZHeTJLOGlvNmgwdVBGZEJCZ1JEam5FeW5ZY1NxZ29YL0x0SzVJTFZzTW5MVUFlTU1PaDRvZVAwTXhja3pGek5ST012endDZUdXWmUzbEhvWjlnbklpSWlJaUlpSWlJaTRqMUF0VGRsbG5zL0FYOUFSRy9KOGtWVlZZQ0VTSzBxV1pBS0tWa3dHVlhOa1dvSUlnV3hBeENyU2dhcVBxQkNSQUpWSWVPVnEwb09Db0dHM1FvU0VCUXFHU2hsQWMyU2lYbnN4RW9nMG1IRG5xUDVHcmlhaFZEV0t4bFRGZWE2WDNHVG82cUN6UGwyQ1hvdktISEkwRUJJcmFpR2liS0owNkRJZ1dJeGtPUXlIYTg5cHdoenBTT3VXU0JoOWt5MjQ1V1hrNlBuemlSeU5IUHhoYjIySitQN1hpeDBjellzR1RNOW5oZzU2M2N0QlE4OXQrTWJ3NXBWcFJvM3JtSG9TeGVwNCtIQktlK3BoblUxekthczV6V3o2OENCdEo5YXVlRXV2eXY4dGx2S1YwSjVRbnZPMllHZGFUdDhTbktlUmZYcnIxUEMwaURBOTU1OWJNdnIxZFZwTDVFNHFXMXQzdzdtTDFzN3cvUGNtYWN1ZGUwb3JtVzlzSEh0RWhaSHVudHlCMHF6bDdLRDA4Z1hMVnN6RGN4WDdkbCs3Nk1MVjZ5ZTRMQlhmWkU3bmp5ODdadkJoQW1wZUNaKzBaMDBhY1gxeGszY21PazZzclgzd3BHTGxzbGxodXZGeDEvcHVxVlZ2VjFIRGpvbVh1NGx4aXdPTXFlUFNwaFRKVW9ZazVob3c5NE1FU1doU0xCYk9rMGwyNmtTaEFvNHpDWkdITDlTeGViVTVucEE2Z0RrQUlpQnlBQUFreWtqOWtaWm16a0ZWU0tBUWNTcXlnQXhFUmprbEFKQ0twSUZLWk1TQXlBbFpRSXhRQjZna2g5YkNhb0FGZlpSTlVUMHJ0V0RJdmlkMXc3dCs5NDdmUjdGdkdzbkt5SWlJaUlpSWlJaUl1S3Rac0xNZVROalRIOEY0TnE4c0FBQUJBb2Q0SnhOSUFKTVFoSDJEaDZERkF3UUs1UkJ5QXNXVWxZUVV6Nnprd3JpaE44cWtmNXVSVlVEZ0MxQm9DQUxxSVZDUUdTaEtrUUVKVEpRellMVUVuRk1GUUZVY2dRMkNzbUIxRUpKQUVpK0wwUkJsZ0FYVUplSVBDSjNqR3FRVlZVbGtLT2tqa3FobmNtajk1aXNVWVVDRUNJSVZLWHdRa1ZJVlFCU0VBakVSa1V5QkxWS0VDZ3BvRUtBZ3Qya1N0Qkp4QVRpR0NUc1ZFQkJKSDM3S0lpWm5YSVZHNmpZTGlVS0NRanlXUThVa2txZ1JGYUoyWENzVENSN0N0QkFGUWtDWW9CNlVFcUFVQUxTT0pSS0NKUUVvZnhudlU0dk9lR2ZjajJ2endSUVFrU3orcmFMNnBIZTg4SDhzMmNQREhIbGZpZDViejFsRVJFUkVSRVJFUkVSRWY4QlYxMDFlNHJFdkk4N2J1bFNFZDlWOGM5QXFUOTFWbFdwcEdMbSt3Ty80K1VnZTNxSVlaRlE2SklsVjVCUGpTVVlqOGk2eEY2Wkd4OHhLOHhjUEtaaUJkQ1lpVlZNVldneTlMdGVKeFVYeko0S1hEYW1YRlZkVWlzS2VBQmNBQjRVTGhoZTRXZVBBRS96MFVPWDhtTGZVNmhIUlBGZitjUzlpMURWZkp5NlNNMzhxb09vcXJBQWZBQUJRWE1LQ2dEMUNmQ1ZLQUEwSVBLU3FyYUxWTElnTFVUV1NRcmlXQUZWQUVvRUJVaWhVTEJKRXJ1bEdtWk9xQ0lnZ2xXRkJhbFZrQkNVSEcvRUxCSC9uSVM5Si9QblFVcWtBa0JCeG5XOHNpdHQ3dEpMeEY0Sk83RlJZZEI1QkFKVm9yNnlaa3FBYTd6eUtyRitvRGFiQVZFQ3Fna1FFcVNVVUdnU1FKeklqQUtFVkRWR1JEOVh6V1ZWRlFKMUs5QU5hRGNJUFFUMHFLS2JnQjZDKy8wakIvV0hVMmVGLzVVSXExVEpnTkFCa2I4OGVtaC8wOXR3MjM0cEl2RWNFUkVSRVJFUkVSSHhuNCs2T3FjNm1ESGgwdG1YZWpQaHNlRGlrU1A5OVdpcnE5TmU0a3AvVkhHcG5aK0YrUTBicnpIQXlQYm1UVThCME5TdDZhUUdmbFhueGE2amg1LzVaaTlRelpqYXl4TjhuK1B4Szl5d3hHZnVNaHFHQVlmeG5CRWI1NFJZdGpHUHhWcU9lWlp0NkJnUllYVWRka1U0LzdOaHh4b0RBSUhhT0JFOEp1dUlKWmZKY1luZ0NzRWxzcTZDWEJLNFhuTHNJdXRmT21WdFlFQW9JU0NwaWlRSUphUklnalNwUUpJQUR3UVhVdmdPOGhUa011QyttMFM3RnFRbmNlRm42RHNnbmd1cDkxRFJmTFJkQ0NwUUVpVVVJcnhzRkFoSnhZTDYwOUwxY240NmFWR3l1aUpmajl5QWpLdGkreHk1Q2FUNXE4dG5QUkN4S1JlMXZZVTNDRVFLQWpTZmpvMTgyamVnVk1oOG9QNkQvWkxaRUtxcVVIU0FxSk9nblFxNkFOVUxDbHdneGprUlhDRG91WGpwbFJOVXdxTkJ6NG45VnJ6QU9oSTZxa0VRU3VoNk5neXNEVHcvR1I0OTZ2Y0NCL3h4NCthVmFGSktreW9VaHVTZk9QSENKUUR5TTV6U3I1UklQRWRFUkVSRVJFUkVSRVM4QmRRMDN2M1I5cVlYZnpoY3FhRDNHTTZJYWROS1NweXlVZzF6SlU2Y1N5UkVLY09VUWltcEJxV3NTQXJZQXhBanFFZVVqNndYb3V3ZUZiNERHaVBBRTFBc242Wk5zZnk2WDQwRFJGQVE5V3NXSlJCSUFkTDg5dEVBeGtJaENyeEJoRzRpOU8xT0E5WUdRMGtMNmZZRklVcFFFRUQ1RkhzQzVZT3grVzE1TVZxODdSZWlMOUpja1BmUXl3SzZYejlyWDN1UmpOYis5c0wraXFMSU5GU3BrSUt0ZWpsNm5SZnYwTUpDL0VJVW12cjJsM3hmVWlVSUtVSlI3UUNoazRBT0VIV29hQ2RVTGdIVXFVU2RUT2dJUXVrMHNKM0M0YVVzVWVlNVE0ZTYvc09ycmtzN0MrTFpTZDNVYzJydyt2ZGZkeUx4SEJFUkVSRVJFUkVSRVJIeGJvVUJHRlJWOGFSc2xvTWdZRnRaeVRZSXVOd3ArU3l4K1NxQWJyWEI1NFREbldKajdMbUJFWEU1RE1nMWNiZ2NCSzVsZHBqSUZTR0hpUnhsTWF4c1ZJU1YyUmhWRmlXanBNYUFXRW1OS0JuRHlxcjhDMFpxUlVsSUxFR0pwQkNsSmlVaEVaTCtuMEZXS2I4Z1hJaElTRVJBcEVRa05yUktURUxFWXEwVllyRnNqYlZHd3Z4M2E5bHFHQnBqT2JUV2lnVEVSbHpQaGxuZnQwN1d0YjB4UDNTNnVtd3NGck1uVG93TGdiWWg5YmNqZmphaVVsVVJFUkVSRVJFUkVSRVJFZTlXOGtaaWh3L2pSTitXMDZjQkFPVXpGNXd1ckRrT1llam84WU9IaHF4UGp4ak1pWjlobjRnM0l4TFA3d0VtVEppUVBIbnk1QkFueVBjTzFkN2t5ZDBsUkNWeDlad0UxSWt6cVNkaWpScGhkUXdiVVZZMXJDcXNvbXdNNTIzOFZaaU40ZnhiUlRXcXpGQm1WbVZsWlVDWWxWa0xieFVMYnhmNzBuT1VTRVZVTEFsYkliVWtKTVJpaGRpU2lDVm1FU3VXbU1SYXRjeHNpY1ZhWVV0a2hhMnh6S0VFSVFzekM1R1ZnQVBoMExITUxMNHh3cjR2eEk1d0xpZkdHTWs2TVd1Y2pKaGVWN3FjSGpHdUsrWlNURTY3RndRblR2UVpVMFJFUkVSRVJFUkUvS2VHWUxzSkpnRFVob3AzbFN0enhIdVRTRHovR2pPKzZwcnFHTk5NWW5QZmxQS3g5N3gyY044L3ZRWERjdjZybXFkTzdlV2U1RlNIejE5UVc1bGpHd1JjRnBhd1RRWnN3d1NMRFRnUnQyeHQzdFJDeFRMSE5NYnFsQXU0bkZYTGliaVVCVW13SnBXUUJDRkpnaElRSlJVb0lTQUJvQVNnQkVHU3FpZ0JjUkxRSkloS0NFam1UMnRrMFNubWw0QVlHQURtc3RNaUZVN2Y5TzFIaGNzQnlKakxtL3AvS0dvdittZWcxd1NCeVFBR01LREM3dmtqb3pDbWNmTGZMeWYwR0xCQi90ZUxBY0NGMjM5T0RtSnc4cXQ4a0w5NHhBb2YzRVJobXdLSUF5VkFaWi9ULzBqZ0tvd0dabzhlY3NOVU5RREJCeWdnMVZDaElZRkNCUUlGV1NJSm9CU0NFRUlRS09BemFSYWdyRUJ6QUdXaHlESTBCNktzUUxOOU5TVVZ5TEZvbG9peWxpaXJvQnlyOVVHU1JVZzVINVJ6aWJNZ3lSakhzY2hta1dNalJLekVwRVJaWldhbERDa1JhdzhBWWk2WVlSak56MXVQbGlZbXhlSVYwMloybmp0OElKQTNBdXJ1YStQQzkvem5EdTdNOTJWV05rYkpHTVZaZ05sUlkxd0ZUb0daMVhFY1BlbzRpc09lQWdlazhOQUkvaC8xSTk4S3BzeWMvNEZRZ290QnlLZk92UHI4dVh5cGg0aUlpSWlJaUlpM0F3RThreThSWmxpMTdKMCtuNGozUHRHYTUxOVRycHd4N3diRDlIMGltZ2dBSXZxVXRiTEJBUTFjbEU5UVMxWlluRER2Z2cvUE1sd211RkNOZ1NtcFFrbG1KS0VhQnlHcFNnbVFKb2hNS2JPcEZPc0xRQW1veGtDVXpDczdTZ0NhSUtJNFZCTUE0aUJLdkIwdlpQcktBQkFRS0JDQTRKTnEzckZRU1hTSVNRSzBmMXQvUFRzb2FWOVJBMUptSnlrYWRrUHpsdjRFQ0FoNnVXd0FRT1NVRUxHbkVuUnAzcUFpNzFhb3hBVGx2TEVFY2Q2REFVeEVyQUJCODA2SGVTZkRmbk1LUXA4UmhZS3B6NXdpWHgrU0NuWVFsTit1ckVTY043RUFBR1VDQ3YzSmZhdm45NjBrZjY4MEIxQ1F2MThha2lKUVFnZ2dCUEpPbElWNUZ5RHZVTW5HSzFlUlhrWFlBODNYTkZRbFd6REFFQUpaN1hldlZFdUVrQlJXQ1JaS1Zra3RLWVZFZXJtVWcxSUlVQTRrT1FibG9KcFI1VUJaQWxqNHhBZ0ErS0lJU01VeWN5aWlWcGd0aVliTWJLMklaUlpyeFlSc3hSb2pvUlVuREkyR3hrb1l1alpFRm5CajNseFNqR1dtTmFvNkhjQmhGZnJUb1B2TWQ5N2JXU0VSRVJFUkVSSHZIRmZObUgrYk1yNE5vcXhhKzl1dnZmVGNJKy8wT1VXOHQ0a2l6NzkrbUNrejUvNFdNNmNCNUlXejZ2UEVldDVsL29lODRDaEdZZUFJR1JMTk94WWFoOVNva2lGU1J3a2VHYmdFOGhSd2lLamc4azhBRkNvaCt0M3NoOWovMDNEYkE0WDJRTkVEb0J0QUR3RVpFTEtpeUJDWlVFVzZpYlFYcWhrUVpRVElrRkpHU2JNa21vbVZYM0dWMnZDMDMzUG1NTEhUWTIyb2JFd0lLOWF5MkVUSlZaTWNyMnlTaEoydlpYcmVPR0VsRjZMUHd6OGdCVGl2c2ZOR0N3VWhuUC9aQjFCYU1ubWlHeHM1NlZMSC9sMlU4eS92dy9ub0tBQVliMnhwc256aW9wNk80NjAyT04yamVZRU1WU1Y0THFtQ1BGRlNGVkpWeXJjN3BLNlNRcWw4MVB3YnN4MHYvVlQ5bmdEcTV0czlBSnB2N3hzdi85a2h0ekMyT2txR0U0bmtpRm0zZFp4OTltLzY1N25Rei9CUXd3cXhvVXNFajcyeWtXNnNZbHEyKzhTTFRPU0lrbUVpUjFVTUVUbEs1SkNJVVlJSDVSaVJlaURFQUlxcGlPZTRzVEhFaVVtaDMzV0tuZmhVQ1h2UEZOd3c4L3ZrWDV6RW9HcUl1RUpWUWhRN1pSSXhFUXhBeWN0UFNON3djc2hidWdIUERFRWxHTEQvNVYyb2FLKytzZnAydUp3eFVHU3MyZC92OGlFdVA3OUVBSlF0c1laS1pFblZNc01DUnFBa3pDcEVFREFyb09JWUVsVkhIRmFCTVFKbFlZYjFpSVdJeEZGSE5LWVhDRFJIU1VzTDlROEp3QXdZL2FwWE5ub0djUEtQb2doMFJFUkVSRVRFMndCTG5NZ1lxQm9oTFgyblR5Zml2VThrbm4rOU1GTm56djhVTWY0eWIvV3ZQVkFrbUdnT1FITXdqTDVWaFJLUmhhb3RGSHZqUG1HaENpRUZGNHJpVWI1Z3V6TDlja1h5WEFKVmdsQTV1SUVKK2NBam95L1FtZ0UwdzBCR1NUTUd5Q2c3RW1ZdU9XS3p4NGs0QzdXOWhqa0wxVzUxa0hNbEpxVGhQTC9ueEFFaVp4S0gvZ0VsazRGb0JxUVpjbXdHSVRMRVFTWlJzV0JzdHZ2bDF3QWdsOHYxcCtzbXhrMWExSG5wMElPYUM3T0Z5OCtMWjdDcUNJMGNmKzF5QlFJTk9nOUoxOG16K1RCeVhsVDNnRUMrS0FEWVF0b3gwRlZJTHc1QXlqcHEzTkpxV0hNNEYzYStTcjFHbVcwKzlUZzBDaEFNRzcySWkwQi9Dbk1PYkl5Q2dQSmNLVmRXTGYxSTE5RzIxYmtPeVFCQVh6cHl4ZlNiS21LeDhSODRkL0NmSDNBY3AvOTYrdFQwaUN1WDExbjR1LzN6THg3TGxKZWJSR2VIUlhGaFB3QThhbEVzOUYzbXJwOWtpdTlOeVppNlNxOTgxTEl6TDM3L2dURXpWOTBBbXp0ejhzVW5Yc1lZUUsybHl1UzBlTW5JMlEwOW1kZDNWWlJNK2R6NWwxczJBWUNJSlJISnYxZ290YVErbHhEY09FRmk1RWljb0RHb2lRTWNKNk94UkVWVmZhNzM5SFBHSkVhem9USzFFb29HdnZVN3p6dGU1WFFiWmk1cWtNa0lrMHNLQjlBNGdXSWd4QUdOczVPWW9OWTZxb0htTTl3cHZ4d0FtaUFnUWVBRVNOMy8xLzl0QllGdnFQQmhRQ1ovbnpRdkV1NERSUHlBL1F2dG9IekVuZmdTRVRJUVNZQW9UcUFTTUQ0N1plYmNQYThkZXU1Ny85RXZUa1JFUkVSRVJNVFBod1hIV2RXQXlKQ2FTRHhIdk8xRWFkdS9Sa3llT1hjVmsvbDdJaVFBSExPcVgyUFFad2xxQU1xU2lTWEllRjdvZHoxTFFDOUllMG5ScTlBdUJYVTVibm1GY1V1bXF0cWVNSHZ4aUJVL1I5UmZhODlWc0dlYzVHUUFwSkx0SVRLbEluNVdBWmVVSEdJdU5TWSswUVk5cDBBY1Z4VUNrUU9GQzZnRGdrdmtWcWdxQUN2NTdYQUk2Z0FVQTVHbktnU1FteGN3dnpwVU5TaWtEQlB5cWNVaFFBTEtwd0lUSUVvcUJPUGtzN2hab2JaSGtVOHZWaFNLM2hjY0g2bXdEUVRKdjZJb09FRVNoRGsrVXNRL1J5S2hVajR0bVFoU3FFR1lUeE1uV01ubmdoZk9JVCtlWWFjRXhpMlJJSE9DU0VXazhQSURxbzVYTVMwSU9nNlRJZ1NwcUpKY1RqRW40M2dqWmdhNUN3Y0FnRTJzWENYb0xVU0grM0hjc29raWZwZllYR2YvUmxKMlRNa0V3QWJXNXJvY3QzeG1rT3M4UWtRR3FnWk03TGdsVlRiSW5tTW5QczZHWFNlZ1pQS1RsQmVpU21wSXlZQ1VxVkRtQVVvR1VBTWlocW9CbVJJaUdGVVZBc2NWWVVBd1NZVU5vWENJMkMxazFoc2k4bjZWejBjZmhiVHpnRUMrQWdHZ0FZaHkwUHdhY2VNa1JpbjBrdHJjS1ZYcEJpaUQvUHJ4am1SRmRSc2g3T3krZE9ocUl2b3NBZFg1TWJWSmV1V1R4NDQ5ZC9HZHVLYUlpSWlJaUlqM0tEUjE5dnpWQkxvZnFsbFZYWFAwMFA0L2ZhZFBLdUs5VFJSNS9qVmhmRlhWR0NiK0loRVNDbHpTVVA3d21QWStOSlVUMjNORVdsRTVZN0tiSExzb0RITXZYSGo5c1oySmJEWTRlZktrWDFobkNnQklOYTVmQmNFckVPZnh0aDFmUGpiNEdLbmxkMVhBZUxmMGhHRnptWU1QSFQxK2VPdlp6SjV3Z3U5ekpuNkZlK1hrYTVmWXNQTlU0QWVJeDh1blhEejlSS3VFTVJZYkdNOXoyZlZHajRpVlRhcnB2dkJxdTFKblRzUWFZNDJ4VEU3NXlOa2Z5UFllM3crT3hiMVl4ZFJNeDVGOVVJbERPUTVvek1UTEo3TVRueGowbkgzVmVHWFRpUkMzZnNkWmdPSlFqWU1wWnB6eWFrQThhM3ZQd2RvK1FSNVh3Q05vQXFweE1zNElGVFVLaVJkSDBJbUsxZ29QU0FjdVNoTUdGYlF4OGxtMmhGRjljY2JpZndjTU0yZ01BRkRKZ1lDcndRTjdEMDVmWmhyWW53Q29oa0FZOWtjN0x5ZHBFMnpRQ1FiZE9MeXhHV0Q5aTJDaW13QUE0dWNYVWcvYVNjTHV3ckVIcGsyTHpmVFBnUTI2d0V6WEZ5WXVQM2JRVStqZkF3TFBLN3FreTNOM09ZZDY0T2YrY1NTLzRyd3d2MzN6ZlhsZkhaS3FYU0FzWkVWa0FRbUlLQVE1cm1yWW95Q2ZWQU1pTmtRTWtmQThnQXliUklsQ2U4Vm1YMmNUTDNYY1JJbW9kSWJaamhlSU5BUGxqSVZtalZJbVZqWnh1aE1ybjkzVDhjcGZrMlF5Vm94bEs5YXl0U3pHV21OREl3aktyMWowZmtOdVJXRDkvVDBYWHRnblBkbGNwdFFHWjN0N3d6blRWazJNTzRscGV2Nk5uUzhjZlBiaGFiTnFYbExJMzRJd0JrVHYxeVF2QXRBeStNSWlJaUlpSWlJaWZtRVlpbVRoRHg2alNsSGtPZUp0SnhMUHZ5YkV1ZlI2RUtacDNtanBCOWJoL1hqeGNPNG9jUENhSlhlT1RGUW1QdzVyOW9iS1QxNDhjcVI3Y0locmZzTmQxd0MwVU1MTS85bjcyTmVIQ09kSlMrNU13SFgvQnh6enphVHFUUmZaK2RlekI3WjJBOEJKQUl1V2ZXb2FIQ2NNTVBhMWVGbDRXOXUyemQ4czdsOWRuZlppRThLNUREMm9pU3ZPSGRqeGxmNWpwQnJXWGNIa3RLRmk1dDRFMlUvbzJkTi8vdUxCZitzdnpqNnYvZ3NsTVJQN1NFL0cvWXNSSTNJVHJESFZiUzJiSCt3ZmZOVXFVOXMxczBHVmZxcGtkN2MzM2J0LzZBeWxlWEdqZkZqVXp1NDk3bjd0d0lGMGZ6bW5TWk1tSmNiTitxMlAyakQwTHB4LzlOOHZYUlJLeG5QR2hwNkplYTZSTURDVlk2ZGU0U1NtZmRiUG5HM3E3WHIrb0ZnMmpyVkd4Qml2ZlB4RXp4c3hvN2ZqNVQxaEdNSVlNaXBzaE1VWUVhT0cyWFZIWE9GNnlZbCs1dFJMSmpaK2x0aE1wODFjT0p1dmlpV0dpWTBUSHpVRDR1ZEM2MmRkcjN5S256dC9CR3FGd0s2SlZVeDFuT1RWbVo3WG4yQWxvd3BEcEFac1lvNWJlcFhZN0NVYjVycUp5Q2pJTSt5TkVMVTVJbkxBYnBrR3ZhZUp2UkppVXlKaDVrenh6Q2l4NDdxbFZhcmhKUnYwdnRHM25ZZ2RjcExqeFBhK3pnbm1yYklBQUNBQVNVUkJWT3lWQXVxTHpaMVYxWkNJUW9WRGpsc3lUaEIydUU3SkpEOXo5aG1JNXBRTEptREtJYkdHVG56MEZJQjh3N0dLTU94K05aZTlkSnhaUXhJTlZUWDBTaWVPOTJJanBoTWIwOTF4NGpIWDhkeDR5WVRwbHk0K3U2TzA5S29KSmpaeTRwa1R1eDd6NGhKa3pvVEJoWGh2aUtJWFB6WDFhMUpLR3U1dC9zcXpXTFhLcERxdmJuUllYMzFtMjMwSCtwKzlTYkxNdGNIdTNZL2VkejYxY3NOMFZhNXFiN3FuZWM2eWRlTTgxNnhrd3RqVzF3NytDUTQ5TWFETTE4SVZxeWM0VG54NkVJWmJqdjdrKy92ZTVOZVBhbGR1WENDaVBoT2UzOWUwdWFtNGNlYjFxOHZpbnZleDFxWjcvaGdBNXQ2eVpvUWJPdUdGRTl2L04yejJTMFNVTktUclVWWDFZeHcrbkh1VFkwUkVSRVJFUkVUOGZEQVVzYncxakJvaVJPSTU0bTBuRXMrL0Jvd2JONjhFckxjUmFGUWhOSGU3by9vcEFJbDU5VjhZNjFIc0JxZ2VVYUVYRHV4TUQ2bHh0L0NtOVZNTStKT2gxYi9iOTlqWFh4dmNQclV1SFI4UmwrdENZLy9SeVlaTGplY2NPUHh3dWordGQ5N0sxWlBFT3ZPZzlxQ1R3UExXTTJmK3Nyai9wQ1YzSnBKbHN0U0N6aEl3b2pkTURCQnZST2JHa1Bsd1VzSTZjWjEvYkd2N2RwRndUbzkxT0xnK1ozUGJZekdlcmtTajI1cUtoRE5XbWRyT0dTbUJ6bUdtN1czYmhoUE9vQVdONGZ1dFlscGI4MHRmQWJZT01HY2FQK2N6SHdaUUtwejUzckhubnVzQmdNNmk5dmszclovb3V1WldhUGpBL3RHblc3RDFoZjcrQytvK1gybGlaUXNCKytLQlo2cWZCTktDUVZ5ejVNNlJzWXF5UlU0US9HczROaldmUlY5dWJkNnl1M2lmYTFldXJSWXhoNFh4cWxHZDE1MTF2LzV5NFY3VkxOOHdtMXpjM0xadDgyY0dqcnpLcEc2ZVZTc0MzdHUwYVZmZjFwcmxHMmF6U3lOYnQyMTZPdFZ3OXkyc2RuOW5UM0NwcEN4K25STUVyYnNmdmU5ODhTaXBGUnZxbFhsS2UvTTlmMVc4dmFaaDR3MGkrb2FLSldibmlvdUJlZWJvem5TMjc1Nk9yeWhaQWFMelluWEVtYTVEajU3WXUzM0FPbWtBcUdsTXp3T0ZMeHNWQ3BrNjlqNnlwYlc0ZmRHeTlEVDE3RXl4MGtha3JibUtrUmZLYmNVSzhwMnRKU1BINVVyTHZLc3oydE4wOXVpQkM4UGNWeXhzMkRnZlFKTFBuZjRwQUtycHV2b2FKblBtbVcyYkR2VHRFNThVTGpWTTUzYTMzSGQrUVYyNkVnaW5keEx2UWwzYWlidkJUU0N3N1E3L0RnZTJEaERPTlkzcjVqRzRBZGJ1NkhhNlhoenUrQUNRV3JsaEdsUnJvRGpkMnJ4NWdJdm40bVZyUjRVdXY5K1g3TGNBSUZYM1I2T3puYWMvMHQxejRueVE2ZmhuMTR2ZERPQmFVbG80a2J6WnJ3TnZKdEFqSWlJaUlpSWlmaDZxcWhqUWVGR3FXN0xmOFRZaTRtMWlpSE52eEx1UCtBaVpEMElEQUVCeER2a2FSK2NtTGJrellkU2JDeUNwb1gxaHVGVHNhY3Z2cW1DWFBxS3cvN3B2KythWGh4dC9WTXhmd3FMZEhQSU5PWkZuOXp5Y1B0TFhsbHArVjBVTThSdkYwYjFNWm1wdjVrSVRpc1F2a09ZeEZXWFhxWkVqQkNwWHdxRStBUVlBaTFhdXZSRk1HZFp3cElUQm8yMC9TdmVYN1psNS9lb3lsK1NhVU55bkRTV3VBQ0c1cCt6bG5jWG5sbG81Y3lyQXk1WGRoMXEzYmRvNzNQbW5sdDgxeDREbVpZNDczeHdzbkdzYTcyNkFZcnd2bWUvdGIvbGF6K0MrTTY5ZlhlYTY5QkZGdUt2M3hNdVBZdXZsL2xWVmQ4Uk12T1NUSUpSM2Q0ZFBEQ2VjWjE2L3VpeFJsdmhJVG5tUGVwZ2pmdGcxV0RnWElxRXpjNHBYV0hCVlIxZXdvKzhseDd6Nkw0d2xCeCt4SVg0NGVPeWFobXV1SXRGRXNYQ2VVZmRIbzhuRnpEY3VkYmZYTnR6OVlTdmg2M0wrN1BuU3N0aHQ1SExiRU9GY3YzWVdtSytWSEc4ZHNMMWgzUzNNUWJjaHh6akdWRnZLdFBiZnQ3cTBNNzZpWW9XR1pwK0lsdlZhdSt2RXJxMURoSFB0OG8wTFZjT3hDTFJYbGJvR0MrZFV3N29yMUxGTFJYQW1SKzdUYmMzM25xcEU1VytUbVAxdE85UG5Tc3U5MzFHVnZTODBmMk40NFh6eitsb0dqZXprUzd2YjJyNGR6RzVZTjU3VXViTG5tSG0yYjU5RkRSdXZVWEJzVDluQjlsVHFkdGNrd3R2OHJuRFA0VzNwenRxWWZCakNDWkhnaWIxUDNuZDJ3TG5kdkhFdWhPYUswbXR5L216cjRXM2ZIRFlpbkdwWWR3V0VQa0RFMlF1K3M2TzRyYm82N1FXdXU0QkNwMjEveTlkNjVpNWRNNElUOFNXOUY1NWY3UGVlL2Y5aXlSR2Y5aEtUdjZ5aVg3V0MvK2tHdlFlSE8wWkVSRVJFUkVURXo4K2tiSlpCRkVlaFBpaUFXS1J0SXQ1dW9zanp1eDhDK01zRUtsSFZDd0RPRUdpMEF1Y21sQ2F2QWZOVllEMnl1L2tyenczdW1FcmQ3cExqM2k2aGZhVjl4MzN0dzQyZHF0KzRHS29WeEpybzdmSWZQdlQwVjdzdU42OHk0cGhhNHdkTjVKb2JRN1pQSHRqNXJRR1I3UVdObUF5cklaRWtsRkhTdG0zeksvM0hiMWgzQmVCTUVxdEJxTmxkKzNkOHJhT29LNWVYeFJlTDhPc2k0YWc0NDhyZHpac2ZLaDY3dWpydGtZYi8wNHI4MDk3bXk1SEdZaGF1V0QyQlhQY3ptdFUvTDA3VkJvQ0ZLOVBWakxDMjk1anp4d2NPZk0wZnJuOUppWGNqSUYxdHpTODNEUkxlVkZrMTRtT2kxaVByLzh2QWVlbTd3TnZkc2pMM2crZXlyLy9US08rS3FhRmwzZmZvUUFFNTk1WTFJeUNZbTVWY2k4UHhobXgzK0hqZldIT1dyUnZua05sZ2dlL3UyNzVwd0l1TjZ1cTBSN0NMMytqb2VhQnYyOVM2VDhjcjR5V3JkMis3WjNWTlkzcWVxaCthQytkZU1LUEhyZHJkdE9sYlErYm0rdFVUaUwwditkTHpCL3QzZnUxUzMzV2xHcjkwUFVKMFdQWlBHQXF1YTIzZThtQnh2eG92Tzk4R2RKaGQvb1FUeU44ZkhDVElBV0RSc2pYVGxHbjB4ZHp4SjBmSEozNjB0V25MOTR2YnE2cnVpQ21aWlZCNDdjMmJ2Z3VBYWhzMzNCeUcrdVMrSFY4K3ZyQmh3M0wydytZOWo5NS9hcmo3TW5mWm1tbU9wY285emZmc1FDRTdvcFRzNS9ZMDNiT3hmL3JyL21nMFZPYnNiZG55ZjRFMFU2UDl6QnVYdXYvNnhLNXZaQmV0M0hpaldGdEtURWZhbSs0L1BPQzJMYityUXFHMVNnajNObS82d1hESFI5K0xKK1lQaW1qNTJjenhmenk2OHp2WjR2Ylk1RnlLeGVsdTIzSFBzYXFWZDhSYzVjVWkycXJXL3lBUlRWV1YzL1F6eDBnRVR4NTcrZG1IM3V3NEVSRVJFUkVSRVQ4L2hXb2ZzYUpOSGxCdGdBTlJlY2lJdDQzbzdjeTduUEZWVmFNSmxJU2lFNkFLSXFvR0FEYXVIeHFkSmFRbnN6Yjd6T0IrcVlaMVYraVljYjh0b2ljcEVXc2FidXhVL2RxWmdGNEJnOTRRNFlIQkFuRkI0L1FhSTJCeGVDbUZRZXZlYllPaWQvVnJaN0VFYzFuOVZ3R3p1TDBvM2JwcTVSMHhKck5NUk5WWDJiVy81V3VYVTducjBrNXE1WWJsZ0hhQy9LVHJVT1h1bG9IQ2VlR0sxUk9TVThJdmhxTC9zbmY3UUVHYUo4M3o2dGZOTVU3c0QwVDFCMjJQWFJidEtLUTJHNFFmRGRYNTNtQlIzY2VpaGcyTlpIVFdKZlllSEJLeFhybitXbFd0RU5HZGJVWHJ0d2ZzTTNic0RlclQ3a3AzMHBYQzdzU3pYYjE3QnFjS2VhRjNuWVI2d2pHeG01VHNrODg5ZGY5RkZGTHBZNTY1RGFvUDdHdmF0R2ZBdk5hbFJ5Y255OGVSNjIwNXNlc2JHUlFFMzBodjB2S1RIVjFmbW4vVCtvbEd3d2x0emZjK1RHUEdYcDlWM1RYbzFGQmQ5OFh4cHR6N1RJamMydUs1bjkrd3NSb2lRWGNtOHl5UlNXWGdQbG5jcjdaaC9XSWlIbTljVE0wRityM0JrZXo4dlVsUGdPZGVDZkNwTVltSkh6K1hkUjhvYmsrbGJuZEhUSy80bEFFQTYyOEZRSXRXckpzUDFYUDd0bTgrdkdERnV2a0cycm5uMGZ1UERCNjdiMjVjNDB3Vnova0pDaThnUnNabHBiam12djZkVnEweUpsNlN5bGpkQ2FTNXBpRjN2V2p3MklsZDM4alUxcSs3UmdpemlUblgyclI1UUNaRHpmSU5zMEZPUFFRZFB0eUhoenMrQ3M5dnBmRWFvQlRZWFBmZkRCYk90UTNyRnp0cVN0cGFOajFUVlhWSHJOS091RWtzSDJscnZ2Y1VWUFBaRlpLYlJrUnIyS0ZsYjNhY2lJaTNnS2tBTmdCWUQyRGsyekMrQVhBL2dQZjlqQlU2dmdHZ0NjRFN0K0ZjSWlJaUl2b0pna29HRU8vN1RBUjM2dFRlU050RXZLMUVEOWk3bkRjT0h6N24rOEYvZ2VydkFUamR0NTJNbDdNS24wU2ZHNXlPUFBQNjFXVU1jd05EVFU5UDhNUGlWT2srWmkxYk8wckptYWZRV002WFovYzEzWCswdUQwZnRUV1RoQjFXRys0ZExDQVgzcngraXNKVWlkL3pKTEc1aG56elNKRlZOU3FsZkw2UWpnZ0QrZkh6TFZ1T0YvZGRuQWpmejBLdkt5RmtNbVp2MDhFQmFjNEw2ajVmeWNiOUxVdmF2SzlseTArR201ZnE1VHJKTlh5RENqM1J2czNkUGJEdFM1UEo0QTZ5K3QxOVRlbWp3L1ZmdUdKOUxZQzZyTGgvZTNoYnVuTkFXOFBHK2F4MERjTWMzcmY5M21lSDYxL1R1T0ZqUkhUV0dqQVR6K0t6dkt0UDZGN2U1KzZQS3JTVFFTTno0ajdkOS9KaFFWMjYwbmptWTZUNlVudUxNMERjemF2L1FnbDUvaUlPZ3BhMm5WOC8xN2Vkdk5oaVk4TURKM1o5STJNOExNNnAwNzZvNGU3UCtJTFg5cmRzZm5YdytTVmlzZDhPclQ1ZWZGOXI2dFpVR2JLVElQN0Iwbkx2MDJTYzFoZWEwLzBwMHpYTDE3K1BqQnNuWWlYaDU1NS85TjdUZzhkZFZQZkY4WWI5NVVUbWxGQTRLV2R6RHhhbjZRTUFqUm43S1V1UzZjbWVmN0J0eDFjNjVxMWNQVkVOVDdqRW5jL09XYlp1TEJOZGVZazdoNTNYMUFlL05ObkVhRkZQajcrbjdVZnBYcXhhWlp6UVNWbmY3aTUramxPOVY3OC9ZSHYrK1VmdlBWT3pNbGdNZFhyYm0xOTVkV3JkcCtOS3ZFekQ4SVNlUGYydnhXUFhObTZZcWE0ZHEweVZGQVlEcm4wd0ZWcitXd3FKK2I1czM3ZnpUeTRWdDgycjMzQ1ZRa3YyTkc5K0ZLaHpLcSt1dU5VMy9GemZzZ2czUG5KSzM3NnFLaEFkOXVWTlJNUmJBQVA0QndDYkFNd0I4S2JQOUMvQmpRRHVBdkE0Z01UUHNQOFNBQTBBeHI4TjV4SVJFUkhSajQ2MGxJODJGejREWGlaVC9pc3RoUnJ4bjQ4b2JmdmRqNTQ4Y3VEWWxKbnpEQlAxaXdkVk91dUJPL2UwYkI0Z1RLdXJWM21KY3U5M1ZISFJrdjNoc09uR2RYVk9pZU44bEFuWmkreis4SERMUVBFNGE5bmFVWVJnb1ZvY0lyWE9ZT0U4OC9yVlpSelF6TlBkUFkrT0dWRXkxaXIzN3QyWjduZHhubHFYam9Qc1ozMC8rTXB6ajkzL2VuSGZSZlhycnd4VVNLeDRocnl4N1UzM05BODh1VFJ6M0g2RXJCN2MyN1I1bUlnemFPRk5melRaT0xhUkxZN2I4MiswQU4vdUYrMVYxOTVSbm5Ea1U0Rmt2empjR21jQW1GZTNlaEl6MzNxcXMvdkxnd1Z2OWZLN0pqT3doRURkUGJrelB4M0dkSUpxR3pmY3FDcEhzOVo3UFViaGRYVCtqYWEyQWV2QVFZc2JONzVQeFo1WFkwb0RWL2EvOEZCZXFGM1RrQjdwVXZqZklYcWtzeWQ0SE5nOFlCMjFwKzRDRUk0WFJYeXB0bjdkOHNEYWptY2ZqUjlkdFBMdTMvUkZuemRHVW1IT1ByYi9zUzMvUDN0bkhoOUhlZC8vei9NOE03dXJ5NWJ2Mnhnalg3S3RhMWMyQWhzV1MxcEpCZ0k1Rk5LRU5tbVRPbTFhMnBBUWZFZ2lVMHV5Q2FGTldwTDIxelEwUjlNazVDQUpBVjArWXNEbXNIWWxXVFpnR3dQbU5qNWxuYnM3OHp6ZjN4K2FsZmN5TVdBbmRUdnYxMnRmdTVxWloyWjJkaVhONS9sK3Y1OXZrZ0ZjclNpcFdYd0htRHpiMDdKbGJPS2hvT2J1MlF5dW1sRHJDLy9xcTE3MG1XQ1NXM3BSOVlaNVhGR09sSEtDdEdUUHZoMWJYMGNTM29yMTQwbHorWU50NGtlK2dLb1NtdGJkMVpKNGpiMDE5UUdTY0hWMWJIa1E5bmRCaC96TFlGdmpWNzNlZFRxYlBPR09ZRHUvQjNnZ3BYN2M2Ly95WklwYVphR081b2ZHM3Z2QW90VUE5WGZ2YkI3N0hua0R4bUtRbk5IZDByakxWOU5RSkMxcmF2ZTI1a2ZnTjdRcEh1dE9Vbmd4ek1KUFBSZjNtU3k2OXU0Y0VDM21wR1VSek4rZEw1c0FNTGczWUgySUU3aEpLdFM3YzB2QzkzZGxqVEhPbE5aU2pidWVBSURpNnV1dUo2anUzbGJqamRFSSs4YnJ6cnl6Sis1M2poSEJFYzhPbDR5NzdBanZjUUIzWEtKamZNUisvaDJBK0luWUZRQnVBL0JyQUUrZVoreUZjTHM5QVpBTTJkNk9od0E4QXVEYkFQclNiUGMvbFVvQU53TzREc0FNT3l2QXRDZkJEd0xZQ2VCN0FFNWV3TDRjSEJ6U29LUmswSEN1RlNtWVMrYUdPVkttL2gwY0xoNk9lTDVNVUZKeHhzOTE1OVgwckl6TzlxWUU0Ym1zZk5NMHQ2YjVtSkp2Z2RSTDNSMkphZFlBNEwzWnlFUTBlZ01IWTVLaXp4eHBhMHdRem1WbGQyWkVoQ2dqNHNlRVVObkphYS81K2JXdXJIRWV2MG5SL2VQYzJuaEdLQWlQblBwZGJQM2k4bzJUc2wzeVMwcmhSL3VUMG5LOU5mVlhLWW5sM01KSndmVE1ZTEp3OXE3VGZaT3NQeU9HVThGdGlhN0dveGpjRjRqbUE1akJDQzlKQzY4a2lWYU15eDEvR3lQVmNUN2huRmR6aDl1bDNKOGtnVjhrQytlbFZYZE96R0N1YTRqUUgySGlpZVQ2YmdBb0x0KzRoSUVOa1pRdnVSRzlXaU42ZW0vU09SU1diMXlnUUZNVVFKWlVCM3BiUjRWZjRacTZXVHFUcXdsMGxFV2pqeC9hOC9XRWlZMlNtcnFybVFSMWRqUWZHRjFTS3dxckZucUplUCsrZGhGY1VTMVhTb21qR3BDdEZMM1ZuU1NjOC9NTlY4YWM2TWZJb3BIUXRpM2ZIYnVzVlp0bU1La3REM1pzZnNCWFhlKzNZTzJJSDFkUVk4eldsRm1vaEZBdzFmNTlPN1llVHIxeXRZSnArclZrUlo4cXFYYmZvb2p2NzJvNU4yRmlIK2NHRU9YSjZOQ1BBV0Q1cWcwVDNHN3pPanArNG11MjZMeE9Sdmo5Nll6WFJvVzU4S3F3SHZ0T3NPSkEzV3BGVEhhMU40MWxGaFFFakttTW1VdURMYzAvTGl6ZnVCQkU0N3UzYlgzRTZ6VXlsVzVWS0dKbkpCZkI1OXJPbVpCNWErcXZBckJjRWg4QTBkSHU5c1FhNkRoWWFjQzhHb0xOVUVvOTI5dXg1VURDZFFyY2xXV1NLcmVpMGM2dVhVMzl4V3Zycm1NVzlZVTZtbDRDd0Fxckd2S2xvQnpHOWJIM3h4Z1VZM0RFczhPbDRIb0F6ZmJyaVFEU1p0bThDLzlzcDNxL0d3ekFyZmJyNUxyOUd3Rjh5UmJ2SzkvanNTOEVCbUM4TGRKWEFQZ0NnQm9BNlRvdS9FL2lXanQxdlRUTk9zMU9zNThIb0JyQTJ3Qis5RWM0UndlSC94WFFhTTN6T2ZHczRNcU9aQWhuUnNyaFV1S0k1OHNFVXBLREJMTmJWU0VhT2ZORWZGVFVXN0YrUEJndkJFT21sSGlsZTVzcmpjRldyV0NtdFFKTUs0MUc1WC9zUzRvS0EwQjRmTTQxbkdnY3dUd1ZiTnVhVWt1Yk9Ydng3UmFUTzA3MlJZNVB6ODMra3hFMStPdHpJck5XWkxuRXg1bFVqM1VscFZ0N0s3NDZsNlJjd2lBUEtoZlA3bTQ1bU9TY1hTdThrNmZWRXRHcFVHdlRyNUVHWDdXMVFKR1lBTVk0SSt0RWFPZVdSSEZlMWZBUFJQUjRzQ05kamZRb3VUVCs2MUtwSDNhM042Y1lyR1VnOHdhQXNwU2c3YjB0alc4a3J5K3FyRi9BT09hZXNxSlBUOVJjdDVscTVOZGRIZmNuMUFTUEdrZUoxUngwT2hvMU8zdDMzZmNHUnV1QU04bkZWaXFDa2liMjdOdjE5UVRoV2JwMlV4RWt5KzRjZjJoc0lxS3dmT2xWTGk0ek9sc2JIL2RXZkhWdUZPUm1HaWx1OFFnLytVN0s1K3VhYmZxSUNWZlh0b1BmalYvT0dQTVBSMDcrdHJTNi9pTVJwUTczZHR3N0pycUxLKytlcVpIMEV4ZW5tRFJmQ1czZm10WVIycnQyMGQ5S00vcHpycnRXRUpOZDNTMmJFNFI3eWRyNm15QlJETXY4bDU1ZDN6eUwybHJoR1hDVm1PRDdla0l6dzZWcnpWV2FwZzd2N1doS2lSek44eHNlcHNuYmhHbjljdTh1b3creGVud0ZGZHJldUh0c1E3K2g2Y0lxWWlQNm5xVmxkMDdVaE1qdlkyZGJBWEExSlZMSW9SV1lpdjY3dC8xY3F2NW9pald1WUVxOUJxSnNmdXBFV3VNNTJCTWpZS0lVUkUrRjJyY2tHZXpWQ2hmUHVKbkllcngzMTMxdmUydnFBMHF5ZDdvNnhQN1J6OTNJMGFWY0RrbTZNZ2ZqdnBkRXBCeng3SERSdVFMQUwrei80Vy9ia2VjTElSdkFWZlpyMSsvWkZuYlVkSmI5dnlhNUk4RDE5blBIZXpqdjMwY3p6clZ6bXdBZ0Q4Q25BVXdETU5NK2h5VUFVdHovLzRmd2VRRGZpcnUzT20xZm4rY0FuTExiNk9UWjF6WC9qM3l1RGc2WFBUbFdGbWM2OUpnYkErUEtaV1pKcHlUVjRaTGlpT2ZMQkYzWGVYeitzTElpYjQzOVVGc3JhTWhWQlVuOWd0SHhVRnFETGFBZ3NHZ3VBNnNhTWExdkh0aVpXczlhV05GUUxDU21LaTVPOHhQdkpPK0RsVlExcklwR0kzdDZPKzU3elZ0VFgwbEt0c2EzR2ZKV3pNOW54R1JuVkV1c1FmWWIyVXl6aW9ocHg3a2tiNmlsK2IrVGorMnRYbGdHVXVOdzZzVFBrOWZCRm5rQWxVQkREN1BZL0VSeFkzQmZqZndNSTlyWDJkNjBNLzBWTkxpdjJ2cExLZmx2dXJkdERpYXZLNmt4YTVWa1EwelNvZTd0elNrcHZjV1Z4a3doMUpwZ0cvK1BraHI2azVNajRvZEhkOTJmVU9zTHY2SGx3cnBMRVVKZzdKV1ljTTczZnlFYm5rbGZKS25haE1aa1Yxd0tNdXlJdEpSc2VsZDcwNWl4VzE3TkhXNWRtU3ZWOFJNL2hkL1FvSmtyTmJBVEpDa24xTkg0Uk1yMXU5bklaSmE4c1E5aXJNKzExN3RPWjlPbWJob2VQdjJQR2U3Y1VvQzlIaDlOWFhUdDNUbEM2TmRiSmw2Q1crcmRIZW1FczhGOTFlWnRrWDdyaDY0czdVb1ZacTkwLzY0cFFUZ1hWemVVY1VsWEI5dWI2dTFGcktSLzhUV1N5NkdlMXMxSFM2c2FscEpGN3M2TzFJaTIxN3RPWnhueWs4SFd4dS9FbGhVRTdzb2lMdkpQUjdXRTdJTkN0MWtDcWM0T0hkZE9aODNOTVRyYk5tOENnS0pxWTU3R1pLVlM4dEhlamkydnhPOUhBNVp5d29zQXErenVhUDVXNnZzYnBUUlFOd2VjM2FLWWVpSFUydFNadk41YnZiQXNxdVNCM280dGJ4ZFgxdm1VcFozdTNtYU0xbTNYMW9yY0FldFBsT0I5bG1TN1RSbk9GTEVjRVFJUmcrbjBuWFM0aUV5MURia20yejlyQUQ0SDRMeVRoamJMQUR4c3Y5NEw0T3NYY0t6UDI4OVBBWWlmVU13RmNJMzkrbUtLNTkzMmU0dW5FY0N6dHRpOEFzQ0hBRHgwbnZGL1RENEw0UC9acnlNQXZncmdYOTVGNkpjQWNCeUJIUncrQUVvcHhwblFZbG1aUkV4VHB1bUlaNGRMaXZNRnUweFFTdkY0cDFOaW83VmYrZjR2WlB2T0xnZ29TNzNCd0NNblJrU0s4elppN3M2Qy9sUXEvT0xBamkwcFVZcWl5dm9GbW9CWE1UazRiRVU2azlPaFN5cnFGd3RTc25meUswZEtLdW9YazVJam9mWVh4L1pUWEZubjQ3cjdVMUUxOG12c01xeXhnWDYvNXRITlNoQm4zSktpc3lOVk9Qc0NteW9aUkZsVWt3OGxIeGNBTDYxcVdDcUVhMkhZcEoxY3FYbW5JcThscEIyWDFKZzNLa2JVbVhQb04rZTdmcjRxODJZRkZ1bk9mU0VoRFIxK1F5dXVsaXNKMUU4Y2ZNUTYwNU1zY2hiNnZ6eVo4Mmh4TU13ZkxLMlJxMlZVZFNhYlpCVUU3c3J5ZWF3QWlGNEdVMjhGMjVvTzJjdW5lakltM01BWUh0T0VHQjlzUFppUWNwanZON0oxRnl0a2taR3hHMTl2MWFZWnVXekNSd1RYZjRPWk0zV2Z4NndGWTJjVk1SbHEzNUxpRU8ycnJsL0VvdkpyVVVuZmpabWZyYXd4eHJFcFV5dXRZZTJmTTEyNTh4allVR2VDcTdmQnM3SjB2NFFhNGdLcXU2VTVSWkFEZ0s4eVVtWkpGdFE5Mm5UT1JVN2tuWU12eEsvM0JocFdjcENmRWYzNzJPZFJVYmVTTXhKZHJjM1BsRlRVTHpIQjhvSWRXN2FsN0x5MlZ0Q1U2V3VpSTJMczVyc2djTmRVWFhncUI4TWpUOFJmWTE5TlE3RkdiS2FRT0pKeGhiWDJSSmh2Qm9EQ3RjWkNBZk1USk9YVFovbkFjN0h0bHdYcTVtaWE1d1ppN0hWU1dCSnNQNzl3TGw1YmQ0Vmk3T01LZENSMC9Iaks5UzJ1MlpoUHhKbjF4b3VIaTZzYUNvbkJGWGx6TkhYVTYxMlhXWHgyUVlCQVlRNDYzTnZSOUFxSGl1OFpUYm9yZC9MU3Fqc25uTy80RGc3dmdRa0F0Z0ZZRE9BQWdIOENNQVhBTHR1azYzeDgwaGFnQ3dEOENvRC9BcUxWRStQcW5aUEY2czEycXVRUWdQMTJSRHYyaU4xWGVKS1d4eDV1dkRjRzdmY1pZK2w3SFArSG9OaXV5WVpkcDEwTzRHdS9KMExlQlNDdGNhS0RnOE9GUWRreU1XMGJqTnZ0cXh3Y0xobU9lTDVNSUJJY1lPZitJQkRPd08vWHNqSW1lVTBtWGhPTTUydWNoNUpGSFVadi9xY0lGL3VNa3J5OXErTmdpamowVnF3ZnIydThoSEdvQ0J2ZWs5elh0N1I4dzN5dVljR0pxTjYxK0hSZUxuUmV3bHp1VUN6Q1dWSzlxVUFJL2lmUnFQbWZDUzJwQUt6d1hQY3B3V0FSMGJIZ3RvUFBwSnhiNWFaeUFsczVRZ01QN245c3RJMVRQTXZMTjh5VG5LWUZ3OXB1ajR1dlpzelZIZDgycUtUNm5pb092bHduN1pmNCtjL1R6dUlYVjk1VFRrQ2h6c1REeWR1c0VKSDVHbGltUnVKS2E5Qks2V01OQU9NOFdaWFJJZlhVQ3BkVlRVRC92aDN1TkRXekdjc0FMR0ttL214WDI1WXhnZXppN25LcDhBNlRhdllaZG1aM1lrdXNXcEdSWWYwNTZkcmVtTE4ya2QvSUpmQkNRZnl4WjF1TkFZcFlhMHpDUzdDQTQvMkRLWkdsNGtwakpoZyt4a2pkRisrNmJWSzBMS3hvditEV0pNVXhhL2gxdlNkK25LOUdma0Z4SmlINVc2R094clFUTHFYVjk1UkQwNFk1UWRNMHZ2akVpSGoyK2VkL1BwYUNYRkpUdjRZTFZDa21mOVBaMGZ3R2JPTXg0bkFGMjVwMkZkUVlzeUZ3UmMvSlkybnExd0ZmLytKUFdVb2Q3dDFsMkJGNkkxdUg1NXFocUh6eWNKelRlT0dhdWxtUWN2bzdBMFB0NUhhWG1sSjc2dWd1SSt5dDJqUkRrQ29GMGNuaHFPdnBJNjBQUkdMYnU0a3RZY1BhTTR4b1RuVFllanpkOFdGSHZtSHhjcVh3NGxuVy93aVNKbSs4RlYrZEs1aSs1SGovWURCcnp1SUZJRFYrVVBTSFJ0dWZHVnhNbVZZb09GOE1vdjNCVmpGNkk4ell1ZDlCeGpnVVJaNkxqTzlQUGJxRHczdGlOb0RIQVJRQWVNVVd5MThHWUFESXNtdVN0OFMzYmJIVG5mL2JmbVFBdUIvQXh5NHc3Zm5QNDRSdTh1OVFyZjJjQmVBTWdJRzRSNnpXOTcrU2xzY2UvNDczVG53OTk5bjNNVDRkYStKU3p6OG9XK091MVdjQjdMbEkrM1Z3Y0hnWFNDbkdRR1BpbVlFRVVhWWpuaDB1S1U3YTltV0MwaFRuRUF4MkZhV0M3Ri9tS3BsQlJNd05WaGg5Ui93aTFHT2szS0RuNXhzdXBxeGJHYkFubUZZa0daeTR0Vm9weWpuYjEvZXpJODgra0xDUDVUZHVtQUJUcnc2Mk5mNHJVQ3Q4TlFzL0h6eCs3T3N4a1ZFUXVHc3FBNnRnU3YwbXlXaUsrZFp1cW9oWTZwVE9oRHZVdmpubDJBWFY5WXNZWTJ2a2lQajZjN3Ura1ZJTHUramF1M004THEyOHMxVjdzS1RTdkVWRzFmUGRPNXJHYW9XTHF4b0tPZFNuZzYxTm56emZkU3VzYWxncUdIMm1qL1YvTGlhdVl1VFYzT0cybEtqVWdMZU9IeE0vUHRyVG1IZ09ma1B6ZXVRWG92M0RQM1dQejhpM1RIV3lxNk9wTy9rWXBlVWI1b1BSalJiWEh1bmVZYnlNV0RyeWxPbWJoc2o2VGdiWGZPcjRzYllqQ2NMTTRLVTNXcmRFelBCRHZhMzN4NFFpWXg3bFpRd3ZQdHRxOUJmWGJNeFhpb1FHZGtOb1c5UFhVdCtkd1RWdTFhclJPdS9YWTh0S3FxMWJ1ZElPNnpRc21lNitPZFMyNVpzSng2MlNIeHNLUjMrWDZYWXRUMi9NQmxaY1dlY0ZLVDJxdERjMXpieDJiOXZtaEY3T1JkVWJTcG5DY21aaFcvZU9yYy9IM2pPVVZqUTRGTjJSVjNPSDIwVldRWlMwWUxJZ0JReGVWQld0aVVZaU8yT3A3UUJZcHNmeWtXVjJIZHp4dGJISkc2OTNuVTQ2V3g2MnFHdDZidGFOcG1udDY5M1dkRHcvMzNBeG1Dc1lRMjZ3ZlVzczRvUFpaWGRtNkM1V1NHRnRMM1BMdFpaSk8ySzl0VlB3R3hyYzFoY0VVOGZKc2g1UC9uNTRLOWFQNTVwYTA5blMrUDNTY21NK1lNM3A3bWdlU3lrdDlROU5WWEFITEVYYmVqck9sUkdRVkJFbVJ1Y2xDYkJNOCt6ckNka1lEZzd2blR6YjdYbzJnRmR0SitkWTZjNC8ySTdOL3doZ295MXMvOFllczhVMjNYb053RjhBMlBGN2poUERiWnVCeFlnMytac05ZSzM5K2prQXlSTzJpMjFSVldEQlJBQUFJQUJKUkVGVS9iSXRySk5KYWExM0FTeUllOTMxTHR1OUZ4WUMrRGNBdjdWYmNiMXdBV1BTVVJnWDlkOWwxNkk3T0RqOEFWQktNZUk0bDdZTnhqT1ZkTVN6d3lYRkVjK1hDYnBTSEdKVVBJTmhKQ3Q3K2pnUHo4aVhoQk1XTTEvc1NSWitOaGx6VkNVWVJjOGM2VS9YU29TWFZFY3JPZmdDcGZCRXNuQ2VYWFpuaHN0eVhUTVU1VC8wZXRmcE5IbmExUlNoaDJKaXFMaG00eFFHdlpJVXZYRkc5Q1dJNCtMeWpVc2d4UXpCNkhpd2ZYT3lTeXU4Z1kyTEdYQWJUUHlpeXphSlNoaS9wdTRLcnZOck8xdkZneVVCV1F5bVRuWnYyenBtOWxSWXZuRWhCMVVNbXZLODdWa0tBdlZYYWt5VnkyaTQvc2pPSkdIay8vSmtvc3hxeGRFVHBXajBhTSs5Q2RHTWVYN0RNOFZ0clRLaFBjSXk5RnhZUU5mMnhIN1NpQm1oYWRiZk1QQ1c3aFlqaEpoenRPNis3b3daK2VaRVRiL1dqTWl1ZmNscDhBRlpMRTNyMWQ2TysyT082TXhYWFgrOTVQSnNxS1g1cFdYbG02WUpKWHdrWUlWYUdsT0ZzOS9RZkI3MWFVbnM3YTYycHQyd0owb3lyNUNsRkZGSFNlR1ljT3ZYQnRzYnZ4ay9yS2hhZWlYSThyaGRwY0cyeHUrbnUyNis2dnFGQUxJN3c3dTMrMXpYVllaTlNqUi9xOXBVQWhLRmpORyt2VHNhbjBhc2haT1MxZEpVZTJib21TUDk4TlFvU3gzcDNXNGtwWVlhM0ZkbCtpVEVHNzI3dG96VlVCWlgxbmtCSUxtRkZKczRxVkl4ZWNhaml5V1E2bURQdGkwdkFyVWljNjVWemNDdkdMSGttS2hmWEw1eFVwYkdybFprSFNJM2lzQzE0TDZkalNtbWVJalZRM09yQ3NRaVlVVzdEMnovV3NMbm41OWY2eUtobHltUzdjV1ZkOCswaExweWVDQTZGazFhVnI1cEdsenNkcVh3N01tQjRhUUpGVGIyWFdNZ3BlQVloamw4WUY2MWE0dkxiT0djL0wzK3RsMHYvRk5idk1aM012Z2VnTCszbzc0WHltZHRnNjUwL0NVQVlRdnl3alIxdTgvWTd0dnJMNUtRekFad3AvMTZyejJKY0RFNGJLZFkzMnk3ZUg4WG8xSDg5OXJrNXNhNDEvOTZrYzdOd2NIaGdzZ0JRT2Y2T2pNU1JFN2F0c09seFVuYnZreFFTanYzV1JFTHU3S3ZXR05KRmdSVEZIM05rN1p1eWx0VEgyQ2NsZzRPbUE4Zk9aSW9IakVhdVYzT1NYZ3RXTHU3T2tSS1JIVlNkdGJxcUJaOTRmbGR4aUFtVDE3T0NOSFFUdTBWQUZoUnZuR1NrT0o2eGlnbmFzbUVxTjN5OGczemhZN1ZZUFJhVi91aGxGclgwc3BOUlp4cnQ1SmliY0h0QjFQYWp1VDd2ektkYWV5cWtkZkZMNVlGekZsTWlFbGRFZmVZODNkQndKaXF1MFF0Sk90SVRqR1BzYlRzem9rNnh5ZWtRckI3NXorbTlLbEdSa1lKVE5ITGlVMGRaRU85eWFuc0U5MlJVa1h5RFYyQWE1cSs0S1FwUXNrdGxoYVhiNXpFaFBVSkp0VWpuVzB2N0lydGcydDZPUTJheitScXJnOUhUT3ZndmlTRHNKWGxSajRFalErLzRka2ZHMU5jZmM4YWs4dTN1bHVhZzNrcmpYRVp1dmlvWXZESVlaRTI1Ym5VSTI5WEZIMnpxMTJNM1p4NlpzdmxpdVJBYU9lV0x1R3lyaVpwSmRSM0Y2K3R1MDVYYWo1WGZLQ3JUZnd3M1g2TGF6Wk9BWERWeWJEMlRLbm4yaTlJQ3U4N3NPT2N1VnhKUmQzVmtqQUpSQ2RQaHJWbllFK3lTTEw4VVVzK3ZtOW44NXRER1dZTkZIK2hhM3RUU2lTbnBDcHlMV09jdWlOaXJEN1pHMmhZQ1liTVlOdWhoQWtlWDNXOW4ybmFrQTROcE9TeG9HMTI1cXRhZUJNcGRRVXhQSG1nUTM4VGRvWkV0aTVXSXVKNmxuTjlHaXo1Vm5lcmNSNW5iWU83NExxR2djMkxXUEpYQjhhaTl1Znd6RjF5QXlSZWpWaFFqSGxXRDdBem5iR2U2Y3RYYlpqZzBjVXRVdkhYMkVudGllU1daeFFubmtFZ1R1UkVuUjArS0tadENyWXlqWENHbmNwOXV4MWxUcWJhcnIrOXlhNlovbjI0YmVHYmppd0FmMjIvL3RZbE5MeGlBT2JZZmFSRGRwVDRWZnZuaThWTzIzbjhuKzNJK2w4Qk9BS2d3WGJGdmxDdWkzdDlzWVM5ZzRQREJVQWtXYng0WnNRNFpaQWpuaDB1S1U3aytUS0JOTVVCemdBR3hnVzN6UDZRSjNQbWdpajRTNlAxbDRtVWxHOHE0T0JyTzFzM2Z6SGQvZ29DZDAzbElML2llS2FuOWQ1a2QyRldXbFZmWlRMcjFQN0g3bjI1eUcvTTQwem1kN1kzL2doMlZOWVNWaG5uVENNTG5mSGlxaUJnVEhWejZ6WUZlaXVVMUNNYUFFcjlYNW11R0Y5TmtOMWRIVnRTVXJuejh3MVhwa2ZkMk1mTy9PakkxRW1xUk9BNm1DT1BZdGZYTE5qQ3hjWFZCaUo2T0xTOUthWGRsUDNlc2x6TTNRRFEzcDZrbGxrQVdHYW1LQ0hKVG5GZGZTVFl0dGxJWHU4Tk5LemdJUGRRTk5LWHlYaGxxTDM1djFLUFl2QWN0L1VoVWpqWXVjMzlKUEJ6QmIraCtUTGszdzczaVIrNnh2TmlycXhnY3EvcjRrcGpwaFRXNnE3V3BqaURyZm9sSURPNnIyWHJZY0RnNHllb0R5dGdZdjhaOFM5SG5rMU54UytwMnJpYWtmSjB0ZDg3bGtKY0VLaS9rZ21hRXhweFBicWl1dUZMZldIeHc4Tzdtc2FpcVVXVm00cTR3alRpNENmRC9NbDB2WmJ6Vmhyak5NaS83V3dULzFCU2JkMGFDWnNQOSs2NmI4elZ2U1RRNEpWY2FUcUp0Y0gyeGxna0NGUEhlWHhLNE1VRGJWdmU4YTV0V0c1YTZsUlBoNUZjRjg1S0t6Y1ZFdU01blcyTll5SjVlZm1HK2FPOW1wc1RISHVMcWpmTVV3UVBzL0FtRnpRdDFESGFOczBYMkxTTXdLZUF5WmVEclkzZGlLWElteTVmV0ZvaHpZTnNBY3JxM3JIMXZEV0hKZFhSWll5eE1obFJQMGpqT3MrS3F4dXU1bEFSZ3ZsV3B1NitkVy9iNWgrTXJmVWJtanZES2dmZzZtcHIvRm5xM2cyZU9mSGdxc2pabUhFNUkrS1ViSUxuNFBCK29Mam84UVM3djNLVkhmbWNaeTlYdGlIWXR3QXNzdE8zbDlxQzk2L3RmUnkwMjBFOVo2Y3FId1h3T29CWUZzeGRBT1lDR0xZbjJPTnJxUC9XTmlnN2EwZHFMemF0NTFuK2JZeEdoUzkyKzlhVEFMNEk0SnNBbW14anRjMjJrRzRBOFAya2xQVjB6TGFmejF5QzgzTndjSGdYUnZzOGl6SHhUQ0RoR0lZNVhHb2M4WHlab0JRWGdvT0JBVVEwWWczM3Zha21zQVc5TFkySGtyY3RYcjF4Q25SZVBoSzF0cWJibC9kbUk1T1o2bVpGOUhiNFZiRTdhVFgzcm0xWWFrRU45N1RjMjFtNHBtNlcwT1Uxblcyandoa0FKbnFpMTNQRlBWRHNWRmZINWxCc2VVSGdyaXhkV0xjUjhhT2h0czAvU1Q1dTRacTZXZEJaZ0RHOGVwWU5wQkhXeG5UbE1WY1BoL1dIeGc5RWhIZXFWU01rZTJxdm5WSmI1UDlpTG5kcm4yUk0vaTdZMnB4ODNvQnRPcVV4NjA4QTlsS3dyZkdueWV0OTFmWFhLeWczd0R4eXlQeDIwbXBXV3JtcGtIR1dPekpvN3MzS3lWaWxqaDlMMllmWHUwN0haRmtyQ1pxbHdqdUErOVdpYSsvT3lmS29hOEpSK1JOUGpwZ0tSWVBCanNSZTIwdXJqSWtjMFdJNmNmSS9ZOHVXQmVybWdLdTVsakozQTBCeHdGd0Z6bkxWZ1B6M0k4ODJwZ2huWDAxRE1VR3RETXZJV09UWVYxMi9DR0RGZFB5ZFIwcW1UQzZYbHY2THc3dU1zWnU0b21wakhsZm1JZ2JPSW9ObTI5SGR6U21tY291dXZUc25LOGVxNkd4dCttcngyam9mSi81S1hEMHl2QlVOeTBtb21UcVlXNXpwKzJwc2VYSE54bnltZEMzMEdEOVV2SHJqRkM1cDJraFVUekdHSzZxc3oxT2NUd2kxYlI2THBDK3RNaWJxTExvZ0txeUVkUGg1ZnNQRHlWcE1USm5nL0lyTzlxWkhNZGF1VEt3QTBjbFF4NmpyK0R6L1p6ekltSHFkcWVqTlRNRXpKY3pyUXEzTlAwZysvdGkxcW1nb0psQ3RrdXczM1RzYlgwMVpmOFBkQ3hsUmx0WS90TWZNeWZHYnpFeUkvSHM5NXRXSzJKVVJHbnd3ZVd4K3Z1SHl6RFZ2akE1NHBzZWxlWkJ5SXM4T0h3ek5Gc0JlQUQ0QTF3SllIdDk5QWNDTEFINE00QWQyTGZRRVd5RC9teDJ0L3BqdG5EM2Y3cE84Sk0xeFBtVWJYVzJ5ZjI2eURjbml4WE9zUGRiWHoxUFBmS240YXpzZGZjTUZ0T1I2UHh5MUkvZjMyMUg2QUlBSGJXRjlkNXIyV2ZIRXJza2Y4bm80T0RqWXFUQ1VrRVhMT0pISEVjOE9seFFuYmZzeVFWUEVLWGF6Uk9xTXBKSGhmdXBMMjVwSlpPdC9UOFIyeGtlRTQ2Rnc5T09NRkI4YWpMUW1SNjN6L2NaVXBtaE9kOWJoUGQ2SzllTjF0eWd3YVdUc09MN3Foazl3Y3AwaFFuK2ZPSlBRM3NqRk16N0ZRY2VEWVo3U3EzbTBkUkFyVlJ5ZTRiQzJNOFdjeWYvbHlTckRLb0JsZFR5L0M4TnN5dFFWQVBidmpYT1FGcGs1ZndHaWs1MGordm1pRThqeXlJOHhSdEhoaVBoK2NpcDJTYURCU3lDTFFQMUNXdTkwUDduMVJQejY0alYxYzZHSjhYdmIrRFpYbGw0VEhvanVUdE02Q3pSbDZzMEVjbHN5L09QZWp2dUhBQ0FyeTNXOWpNb0RHZEpraWxzTFQwWEZ2dVRvYmdhelZuSGhDc1gyNmExWVA5ZWppUldXaXU3dTdiaC95QnZZdUZnVGZBVUlqeWFmR3dBVTFqUVVnK2pQRmRRUFlxN214V3Zycm1BQ2M0SnRqVDlWazZiNGxPUXZoN2IvdzFpYSt2SlZHeVlJa2hWSzBlREFRT1N4ODVsbjVlUzRidEJNK2JndnNHa1pMR1RTOFhmRytrSDdhalplcXpSa0U0UmxrUlY4MXE2TjkxWTBMQmZrbmpmeStndDdscThLanhkWjJvZUhJdG96eis4eUVoekxsMVJ0bXFFSkxEZ1Y0V09wOS9QOGhzZkQxVzJtVUh1VFhkWW5aTWhQTWdXbFF3eDNkWXdLNXlML0YzTUYwNnFaeGdodWJUUks3VjJuVDNiTnZzbUU5cndtb3dNQXJneWRPUEhqdEY4TUFNVTFSajVwVk0xTjYxZWhqc2FVK3ZXOG1qdmNwTHVXdk4wL3RDZVNtM1Y3V0ZwZDNhM25Qb2VTUUlPWEE3VVIwaDZNNzI5dXc3TG1XTmN4d3JUQjB5K2VFKzhNeEFsTzVObmhnL0IzdGhCKzBCYVJCYlp3M21jYmdxMncwNW9OMjR5ckVzRGJBR0lUUDg4QytJcWRvcnpRanFvK2xOUzMrVGtBUDdFTnh6SUJITElOeUpMNWloMmQvV2FhZFJlRHpRQStiRDgrWWRjNi85cGVWMjdYZGI5YlM2NFBTbys5LzNKYnBDKzNvK0VkZG4xM09tS1RZNTd6ckhkd2NMaEUyUFhOOFlGQVJzcEoyM2E0dERpUjU4c0UwdmhvempZQWdob3hod2VHM2t3U29LaXRGYjZ6aStxbHRQWjBkMnhKVndmTmlxdnF5eGxIVVdkclUwbzZ0OWU3VHVjZVdmSDIyYUZmSWdkUXdsMmhTYm5YRm9qTVcxMTNMWlE4UUlMeUpMTjZ6Z2xnZzVkVXlZOFJvd25CMXVidkpPOTNaWTB4VGlwVklra3U3bTV0dmpmbHJQeUd4aklzZjFTR24ramRmdi9aRldzM0xsUktJTlRhOVBMWSt4cGE5RmNnUkYwRHc0L2c2VytraWVUVml0THF4WCtxbENKaStwNWtBVmU0cG00V0k1b2tvUi9tTUlzN3R6VW51RWZuMWR6aEJ2R3lFeSs4L3V2U3FybDNNTXY2VVRxaDZhMW9XRTZFUEhieW5XLzBocjVqb3JaV2xQUXYvcWcwQi9mUXlaTjltRFh2eTkydGpac1RSNDFlSDlPMGV2YlpidUZGZmlPWE5PVWRPY3AvKy96ejkwY1hsMitjQkNFYWxJbDdROXViWGtvK2J1Rk5kYk4weVQ0YWJHdjh1OWl5L0h6REpaUXNHd3FmZXJTa3B1NXFnbUk5clZ0ZmpLMmZGcmdyeThQMVRZcmtMc1dqbllmMjNKOXFHRlJiSzN3RGl6NGpPVzFuZ21jeXpxL3JibXNjTTcwcHJXcFlLcFhGR1N6T3lQMU9xUDNlbzdIclNUcWJGMm8xZnV2MXJ0TlpwdjdoWUZ0anltZnZyVmcvbmpQMjZjNjJwcmpQM2VCVE10V2ZkTFljK3k2UU1EbkJ2RlgzckxWTWVaZ0pQbk52MjhGUloyQy9vUW1QL0RNUVNXdmd6TSs2bjN4Z0dBQzhVNmFzWktiVmRYcGc2TlRVbk13S3Fjd25VcDI5UnlrSTNKVWxsQm1RaWo4VjJwRlNwZ0Q0RFcwQ3MvNXFRTW9melJpWDg0a3o0QThkMlhFdVpiNmd4cGpOb1Q3ZDJYcjR6c1IyWS9aMUN0VE5Kc0NQaVA3TnNOazNOVU1mN1p4QklPS2NPNUZuaHcvQ2R3RjgxVTRKZnNKK2RKeW45dm4zOGFMOWlKV05UTFdqMlVQMlpPUFR0bG5ZcDNGK283dVVyS0tMeU5OcG9yemZ0STNTMm0xM29COEN1TkpPSzQvUmQ1NTZiOWdUQTh2ZTQzbnN0Q2NsL3QwMlNLdTB6eTFkTGZRcEFMUHNDTFJ1MTZjN09EajhBYUFNWW93Z0xtQlRCNGVMaGlPZUx4TklFV2Q4ZERLTk14Yld6R2pDRGJ6WHUwNW5aNmZlb2hoZTYyN2Zrall5Nncxc1hNUVlpczBJZlQxNTNjb2FZNXlFRlFBVDJ6WDNlQ29aeUtnUW9JT2R0cGxTY2MzR0pjcmlnakdhQjhsZTcrbTQxKzY3YVhCZklGb09pSG5CMXFiN2t2ZGJFTGdyU3lwMUE0R21tSEx3ZXlublZMRitQR1BXdFV6U3M3MGQ5eDh2OE44OTJ5SytpT25hRGdBMHoyOTRKZzlZQVRER0pLeUhna25tVEFDUWwzZUhlM3pldUZJaWxRM3d6cTcyeEhyYklyK1JLM1JWQkVtdmNhWXF1MXIxaEpUYjByWEdkQ1hsR3BOR3RrOWVPSE8xa3V4WG9UUkdaQ1ZWRy9JQXVwVko4d2VoMEhmTWVYN0RNNmxmbFlHclVEaWk5K2ZNdktLY1F5UkVaTHplZGJxYUluMENlS1ZyckpXWHdaa3JXaVlVQ3o3Ly9PWm9rZC9JMVRYck14TDBRRmZhT202RGE1YjhLRm4wVUd4SmNjM0dLWUprZVZTTjdIUzdKMTJsRVJ1L3Q2MTV6R0hYVzdGK1BCT3VXeFJvaitEMFlxamwvdVBKZTUzbi80eG40dURzYTBocGUzZ1lROUp0K2JyaWhITlJaZjBDU1RTTndDMHVtQ2ZVYWp3Slc3VHJtaXFRTUo4QkFEVnBTcG5nbEZKanZLSjg0eVFsZEg5bjIrWUU0ZXlybEdWV3hIbzJTVGlqcEtKK01XT1VJeml5TFJwNWRGU2tHdHpuVWplQVlUQ3E4THZlSng4NEFRQ2wxUTJsVUlyM2g5V0o2ZU55QWhiaiszbzZtdFAyZi9YNmpjbkVyTnNZNXk5NStnZFNJczRGZ2J1eVhOeTZYa3Jyc1J5WHZreXE2Sk5IV3U4ZEU4NHJWeHJqQ05hSExSUC9sazQ0RjFVYjh3RDVONUpaMyt2ZTFYUnlUdDZ5c1p0NEJzYVk1dEtUeHpnNHZBZjZiZk9zWVFCRjlySVo5aU1kZWZaemxpMk0zdzByTGtJTkFEK3pSV2phM3U4QXRnUEkvVDM3WEd3L2Y4MU9zMDdIZCt6SGhmSzBMYUliYk1GL2szMnVsd0lHNEVOMit2b0tlOWwrdXlWWU9nN2EyUUF1TzdVK3BXekZ3Y0hoMHNIZ2lHZUhQeXlPZUw1TTRGd0pNTHRWRlZnNHJPa0pOL0UwYWVwcVlwaHd2SC9vUituR0Y5ZHNuQUxTUG1VU2ZycHZaOU5iOGV2eTh1NXdtOUx5U1JjOXJiMzkxcWtwMDZhVWhTUHF4YTRkVzE2R0hYMkVvam1TWTBoWjFqczlPKzRkcTNOZUhzQkNjRDVmUHp2NFFIS2FkRm5ablJtbXlQZ29sQ1NwMk9NSGR2eHpnb0RMOXh2WlNsaWxIS283Mkw3bDdkSzF4blJsbW1VakkzcnI4N3VNWVFDWTZMYjhBSjloUnVTdjl1MU1UV1VHZ0FsNXVRV1NhQWtuNmtydVpWMVdkbWVHNlpFZlo2YllMalZyNFpBZStTbHczMWc2ZFpIZnlGV0VBc2pvWTI2bUYwVjFlblZmeXorOGxueU0wbkpqUHJqNlVnUjhTMjk3MHhzQU1NbXR5cVJTYi9TME43M2tDMnlxWktaMTROa2RUWWwxeWhNbUxBYUF6cmJHc1RvOVg0MzhqSXl3SFowN1J5Y21OSmY4Q0RHODBOWGFuUGFteTFkRDM0NHErUis5Mjdmc2grMHN6U1FySVN2YXlraWZKblNhc0xldE1iNDFEWml1VnlwR2drbjE3TjcyclcrbjIrOUViVllSUVI3cjZtZzZXRnBkLzVHd3NNYWNZa3NyalNJSU5Va3E2dU9jTWtLdFRXT0dYcGx6NUJlR1JmaW56N2Q4L1lTdnB1RmFrb2dFY3c0bVRGaDR2ZXQwcGZGVkkrQUo3ck9GVmFaUENrUzZzNDRrMU9ybis0MXNJYXdBZ1Y0OFBqRDh1NWlEZFdtbFhFMmN6VGNWZHZmYUtmemVtdnFBbE9hcDR3T1J6dW01V1RjeXhuZjN0QmpIa0lhbFpYZE9aQjdyRmdJYlVocmY4WFRxNUF2VG1GNUNTcjdNNFZwZ3dYeTF1OTJUWVBKbVRaQWJJZG12dTdhTEZIK0JmTDh4WFVDdGl5ajYxOTZPcmE4QWdLWkxpMGdveGhnblFDbFREaWVQYzNCNGovVGJrYzNVckluenMrd0N0aitiSklaSEFQekx1MnhmQkdEU0JSNS8vcnVzTzE4YnJIY2ozdWRpY2RLNjN5Zm9Md1JocDRwdmlJdFU5d0pvQlBETDVQOXZjZXdDOEhINzlTY2Q4ZXpnOElkREtjVVlnM0R5dEIzK2tEamkrVEtCaUhQT2lObWRZNk5DaE1jRVlNRU45WXNZWnpjaVBMdzF1VzBPWWdaTVVIVVMwZi9lMTM3dmM4bnIzVmRsTG1Za2gvWTl1dlZOWDAxRE1TeGx4VnlpQzlmVXpaTEFVb3UwWFM2aHZLenY5TmlOUVZuWm5SbFJUdXNIQnFKL2R5ajV1TFcxd2h6TXVsRVJEWEtsM3VuWmRpNmRlQlNEWitscUpSUGFhM3RiakxkbmVvMU1rbXJsNExEWmRtaFA4eUFBNXF0cHVFWkt0WkNCZGlTM2U3SmhKZFdibGl0Q0lRZ3ZkWGFrR0ZVeGMxek9XanB4N0VlWU1uVUZtZksxUSszM3hhVXUxd3JOcGNxWWxBZVVwaTBIVXhoMXZFNWswYlYzNTVCTGZqWXFSNzR5bXNKdThCWFZxcEpBcDBQYm1vNFVCK3F1VXdJRFhSMkp6dHA1TlhlNEdVUnBkMnZqOSt3YkwrWUwzRk1SR1JqWXRYLzNOMTRGd0lvcU45WVFSMjZvcmVrL2s0OEwxQXBmMWVLL1ZxYjFnOTd0VzdwaTE4MFZ0VXFWVGdmRGIyV01aRjRocnc2T2lCL0hqeWxkdStqUHlHSWpVbHA3OXUxSUw1eExxOVl2SlM0bUJMTVBkL3FxNno4L29xamxRTnRvbW5wQm9QNUtDK2E0eUd2Nms1bFhXQi9xUS85dlk4Y3VxVmEzREZ1Umg1OXYvL294YjJEallrVzRzcXVqTVhIQ3htOW9QTVA2WEVTR2YvbGNSL05ZYlhCSlJmMFNUcGdiYkduNlJmTDJXUm5tbHhUaEJWaldudGgzMkhlanNVd3Bxd0NTWHQvWDBmUWNBSGpYTml4blV2V0ZPdTROZVN2cVZyR28xZFZwcDhLbnUzNFp1VmxyQ0R5enEzWHpBK20yeUs5WVA0Y3prVVBnbXBMeVRIZkh1VjdpcUswVnZzRkZHNlJrVDNSM2JFNkp4TTB1dXpNancyM2RKc0YrMVJ0WG14K0pNSEs1SUFGd3pyaEx5NWsyTzNtc2c4UDdJR0tMdU4vSGROdFU3UFFGdEU0YWVvL25jRVdTVVZrNmRnSW9CZkNuY2ZYS3lieWYzdWZ4OXlzWHN4VENiYWVwcjQ4VC9MMTIvZlhEN3lLYVkvekNyZy9Qc0ZQZS94bEFTdW1OZzRQRHBTQVRZQW51MnNRNCszMi9zdzRPSHdoSFBGOG1FQkVIMk9nZkNNWWkyb2hiSXRibVNNTk5zUGcvaDNiOVkwcWJqTmxsZDJaTThwZ2ZKNGtkUFIycHRaN2V3TWJGWUh4aHFMMzVGOFhWRFdWTVVWWm5SL04yMkdaVHVsc1VTSmkvMHlWZFMwbzlHek83S2czVXpiRVkreHNWdFl4WS85dUUvUTRzTEpORUdSRDZxOEcycG9TVTNyeThPOXk1ZVZZWk1YYTZzOFU0REFBenAxZ3JUR0pIRHUyNWJ3QzF0YUowYU1GeUFsMGp1TjdaMldha0NINEFyS1NpZmpFanRveUlqbGtJSHdEdVR6RG9LbDViNTFVV0hWVVRKeFV6S05HOTQ1d3dtdWYvakdleWErWU5GbGx2QzQ0cHBMaXJzMlByem5UWFBqdEgvNGlwMUc5Nk8rNGY4bnJYNlRUQjlFYkJUL2UwTlFaOU5RMUZCUEtFV3BzU3pOT1dsVythNWxFc0VLWElRN0diTDE5TlE1RVZqZmJ0My8yTlZ3Q2dwS3BoRmVQS0YwcXBrWTU5Tm90dUJtT251cmFQUnFUemF1NXc1MHExaGhSN0k0SklKR3MyUGp3MG9qK01YWVlWZTA4VFhMTldRQ2tDNThmMmRhUk9CR0MwdjNlaFpHeCtQODYwRlBjdDhDdkNFd2UyajBiQkM5ZlV6UklDVnpLd1Y3Tm1tN1ZoTGx1T1BEWmEyKzZ0aWhZcHlWNS9mdnZYWGl0Y1V6ZUx3UEs2MmhLRmM3N2Z5TTdJc0s0WmtmVG9nWTV6cWVMZWl2VnptYzduQlZzM0p3am4yV1YzWmt4M20ydUoySnNtMDU3dTNUNmFlbDFRWTh5R2tuNU9hcUN6NDhYZndrNGpoNVNUKy9qQVV5WFZSZ0ZJNlozdCt0RjA3eEVBaWdOTEFrUTBkOGcwMDdwdkYxVWI4emhYTjVDMDlvR2szclY5NjVoQUhpMkRtSFFMTWZaS2Q4Zm1OR1VRdFdMNnVJeGFnTjRRSjQ3M3hLL0p5SjQ5VGthUEV3QW9VbEZ6NkVTS3E3ZUR3L3Rnd0hiTmptZTVYZnNjYjJCM0U0RGYyclhOOGR1NzNxZG9qZWRDeEhiczczQVl3T0R2MmZhOXNDYnVkVW9XeVBzZ0M4RG5iVWZ4V0NSOG55MmFmM1VCb2puR0NUc0YvZS90bXVpZjI0WmpqdnUyZzhNZmhuUGltWkVqbkIwdU9ZN2I5bVVDY1NaQU1iZHRSQWUwSWVYMUc1TVpveHJUdEg0Wjc3QWN6L1RjckJzQm9GLzBkeVN2S3dqVVh3bkdyanJMK2g4cFhtdDR5VFN0enZhbTdiSDE3aXh4azdUQyt3UzBteldoQlVQdFc5NEdnS1ZWZDA0a0xqNG1aZlFIM1R1YlU0VEJpdXA3cWhoaEVzRGU3aDVHVXA5bGcrZk1IN2NTU3AyTTlla3RyZGw0dldJVTN0Y3VYZ0NBb3I1Rjh5SDU5VXBpZjdETmVEemQreXBjVXpkVDZEeFBNTXBoVElWNk94SnJlcjBWNjVlRFZKWUZHZUZjNUhTM3ZYaXVOVlp0clppU01XY2xPSDlaa0R3dGlYbTZPclNVMWxrQTRBMDAzTVV0TnJCdjNPRVFBTEFKMDVZeFFkR2V0c1pnUWNDWUlpMXJYS2oxMEk3NE1VVitJOWVsYTBYOWtYQnJ6STE3WmMzR2ZGSXlkOUExMUF1QVJ0dExxY0ozK29aVDZzOEJ3RmQxenkzRWFQYkFRUGpSMkRubnFQR3JMVkpId2tLOG1VSHVBcVdzdG5oanRGelA5T1dDc2VYRXhJdkJ0cWEwMTgxYjhkVzVZSEp5Vjl2bVgrVWlONStBVTEzYm0xNkFQU0dpNitKcVJkYkxTcXFGS3FxM3g1eXdDNjY3NjBvT1BuRkE2OThQQUxxTGVWbFVTMGxQZEx2TUVvdHBSdy9ZdGZLd2E2UzVwdnZJaktUMDNKNDZ6dU5qak04YTV0cGp2YTNHRzdDRnF3YXJSb0dkME02T1BBVDhYSlpVMUMvUkdNOHpLYnAzZ3BXekJGQXp6cjUwNXFsMC9hb0JvTGo2bm5MQmFDMFBoMzk4TUUzOXVyZHEwd3ltb2t1VXlidkJXT2JJRys3dStQVnE4dFRyd2NXa2VLZjVoTStuWnZHbndJVjJySCs0SmQ2UmZXV05NUzU3MGxVQnNGSFRJRWFRa3NMdk5icm40SEFoZk5pdUJYN2lBdEtnNXdONDFUYkFlajhwMDM5c0t1eWUxYkJGYWNyL3MvZkJuOW9SNDVtMmFQNG9nT0lMakRZblV3Y2dOamxiYktkdVgvY3UyelBiMWJ2c0E1eS9nOFAvZVlnVVk4VGl0UXlOVmt3NU9GdzZuTWp6WllJZzRvZzVoakdLWkdVc0VDekRiRlJFLzdaL1cySzZzQTBycXR4NERWUHdCZHViVTB4YnZCWHJ4ek9PSmNmT2p1eWNrakZ1T25ORkozWHZ1TmUrSWFrVjN1ckZuNmZ3OE0rMEROZFMwNkluZzl0R2hRMzhocGJKb3A4SHNMZHIrMzB2SkIvVFY5TndqYkxNUVRBMnE3dWorWkhrbTVEQzhraWVydkhodlMxYkRnQkFTZldtQW1LYXE2dGw4K01BTUsvSXlCVkMza3lLN1dlbmp1MUtkeE9UbjIrNGRKZThrWlE4TldDcFh5U0xveUwvaG5sY0Z3VUtxc1BGZVdrd3JIWEVHejBWOWk5ZUxBSFZ6ODhlelhWTitGeFB5K2JrZnM4WWRjaTJQZzJ5VG5SdTMvcXduU0plQU5DTVVOdVdGcTkzbmM2WXJJN0MvR1dTaVJUVDNaWVBwdlhpWVRzVG9DQlFmNlZrM0J0cTMveGZzTlBvaWF5L1pGTDdselJwOXN4YlhYY3RjWGxUVjB2elg4WVdsZ3d2TGlLaCtucmFENzljVXJXb01pTHB1UU4yLzJzQThBVTJMVk5NWEN0aFBkdmR1dlZwcENFLzMzQ0JtU3NIMk1BaitSWHI1MEtwK1QzYnR2d1N0cm1YeGVIcmF0djhjR2xWZmJtbDBmT2hqdEZlMGNXck4wN1JNclhiT3RzYTd3VnFSVkdnN2xOaFJVOGNpT3NsRFJqY1YyMWR4emtON3JXekNZRFI3MHVHUi83Vk1BMzk2TG50MzBndzlNcGJ2WEV5ZzFhaExQN2c4OXZ0bXVYYVdvSCtLWi9saW9ZR0xYTjcxOVBmR0Ntb01XWkRXbGNGT3pZLzZxMVlQNWM0Wm5TMXBZc0cyNTkvNWFZaURsblIxOWRmZDhSdXE1VjhIUml6aWpYR1RqQXVmWHRibXI4YnY5N24zN1FNZ244aTJMTDVjK24yNzYycEQ1REUxRkJINC8wSnk3M3JNazFZdHcyY1B2d29BMjhlRGNBUmNTbFRUTVljSEQ0Z20rdyt6TXh1T1pYU3V6MkpGWFphOFRwYk5QNlRiZWlWNnNEL3g2VXNydVdUYnFlSlgyOUgwMk44K1NLZWQ0OGRhZjcxK3hETThRd0J1TmwyQ2w5Z3R3UjczRzUzdFEzQTYvWm5OTkh1MlYxaG04RDlxVDBCNHVEZzhQNDVGM2ttcUVRamZnZUhpNDhqbmk4VGlJZ3pOdm9IZ25FWG56THVoQUNGQUFBZ0FFbEVRVlI5ZWNDeTZOOTd0bTNwVGJkOWFlV21RdEs0djdPMWFXUEtTcitoUVVSWE1kTjZZZEs0N1BsYzBheFFXTjhCZ1BMekRaZG5qbHdKUnUyV2NFM1VpTXNlVTNzRnNaUmN0L1ZaQ1RyVTFiWjVSL0p1aXlycjg2UlMwd1hYc3NnbGZwcDhNK0lMYkZxbXVMWmdiOHZtWHlIV1BvcXg2WDEwNW5FQUtLaTVlN1lPNjhNa2NSalI0ZTUwUFpZTEFuZE4xWmowSzhJTGpIajA0STdtaEg2N1M2dU1pUUpxcWRZMzhMRE15U3Bub0gyeHRHYU1HcWZsYzhYbWNaSzl1V3JjeC90ZU92UGQ1R01BUUhHMXVvRVJjK1BVcVFjQmd4ZFh5ZVdBbkI1c2EycFp2bXJEQkdTN0tvaXNiYkhJc2czelZtM3lXNEw2dXR0SEp6UzhWWnRtTU00WEI0ZjVUd0NndU5LWXlZWDhzdUwways3MjFHeUJnc0NtcFdDNE9oUXZuS3VOQW01R0o3NTE2dVFlYjlXU2FnNDZlcUNqYVN5eVcxclZzSlFZVlhMSkRod2JDUGNrNzNOMHY4WlVuY21LSVV1MWo0K01udzJkM1JCc2Ivd3V4b3piVkFreGM3ZTNwcjVTU25hcXU2WHBWZGptWkZ5T09tYm41eHV1ckN0a0dTejVYTSsyTFdQSGgzZWQ3cDBrU3dCZ2IwdnptREdhOTJZakU1YTFTa1hvTjgvdFRPeUxYQnFvbTBOQyt4SXA4NzlDMnh0Zmc1MldQcTUvL0ExZ3pDV1o5Y1RCSFZ0UGVmM0daQ2FqUy9xRTZ3bTd2ZGNTV0NrUjdER0txbzE1R3F3YkpKUC9sVTQ0QTdYQ005c0tLSUlGb21sZGJVMkp3cm02ZmhHQjNSb2E1bitWYnYvRlZRMkZBQXFVc0JKU3dmTnJEUmNic1B3azhWSk83c0txcys4OFBjVFlxQWlRbXVhMHFuSzRXRXdCOEc5MmxKUUFOQU80Snk1VituejhGTUFPZS92UDJwSFN6OW5QMzd1QThYOG83bm1YZFZFQVg3TFA5Mkx3a0IySnYxaFJxcGNCWEEzZ1c3YnhHTFBkenQvTjhkekpTbkZ3K0lEUVdFMGp3TUNJY3lmeTdIQnBjZEsyTHhQc3Z3YWo0cGxwWEVWR3VucTJiVWtybEx4Vm0yYVE0RGZJUWZtZGREY0czZ3pySm1YUksxTDNaT3ZLeWcxdDA3YkhCR2JtSExPSWxCcFJqQ3pOSmZKSHdub1BkaGxXZnI3aHl0RE5HaUk2MXRYbVRqR0JLUzNmTUY5anpNc1lGTGVzeDBLL05SS20va3FxalFKaTJwU3VNUDl0YkptdVkwMTB3T284MHZwQXhPdi84bVEzdVZad2hiQUZiVys2K20xdnhmcnhMbVFXV21TOXlobmx2RE13Mkp2OC9qSmczbUNac2llU20vTVJCbm1rTXk1OTJGZGR2NGhEekFhc0xpWFlrb0ZCODlkSGppVDF5Z1pRV0ZXM2dqTjFmUmlEUHd1RnZtT1dWSVhuYzZaeXV0cGMyK2I1RFk4clJ5czFXZmpwV0JyNzJEVUkxSlVwSnNMZGNRS1NRNnlPREVTZndTN0RXbEcrY1pMZzhuYWwxRy9pdDRsUjVEZHlYVXg4U0pJK1ZoZGNYTlZRQ0lYSko2T3VKMmRObm5xTlZPcHdaM3ZqV0ExNDhkcTZLeFJrbVpKMGRHQW8vRXc2dzdpVk5jWTRqVmtsaUlnT0xpMmRYQ29QSjkvNUFldzJUVmx1cTVhWWRZQXBiVEVwTnRMVjBUam1wcTVMdnNKazRhY0J3RFVybWs5S2pYUW1mZStLSjAvSUo2RllzSzBwTHZYZDRNcU1GREtwM2twTzdTK3UyVGhGY2Y1cFNQUEJVSHZNQ0Ewc1IrVXVab3o1eUtKdDNhMWJuMTlhZGVkRXVHV0FvcTd1OGNmZkd1RVpxalpxV2oyaHVJaDd3dWUycG02V3pzdy9VeFk5M1oxOUpHMU5wQyt3SUVDY25lTGdiZ3ZoQkRPbGVmN1BlRUIwaTZub3YrTW5YR0o0SzliUDVaejllVVNxaDdwYkU1M2ZQZjN5VmlXNW0zR0tubnh6ejYvQWFIUThBM0ZMT1pGbmg0dEJyZDJ6K0tOMjZ2S3RBT3JUQ04rSjV4bC93bzQ4WHcwZ0JHQ2EzVU42YjF4THB2OXBETnB0b3I0QklCOUFtaXloOTgyWml5aWNZNXkySGJjTDdJbUtad0VjczNzL2h3RzhaVWVrbTIzbjhsOWQ1T003T1B5ZmdoUXhNRHFuWlJncE51SVloamxjV3B6STgyVUNKeVhBUjF2WlNUbHliTi91YjcrU2JydThtanZjZ0xpSFM3b3YrR1JxYXlkZlZkMEswMlN2TXAyR2hWSkxndHUydHNWdUlJcXJHZ29WWjlNbzB2K2t4ck51RDdZM2Zjc2V4akpucStzWjUxUE9zTDRIZ1FjU2J0YThxemZOVUJxdUpxSitvYkJ2YjFJYWRiNy9LOU01VjlQb25XTzdFUHFPQmRTSzBwcEY2NGFWOXRCenU1dlBqTG96bTFWUzhVd1Y0VC92M1dYMHBiNnpXZ0VoVmhHc3Q5MU11N296cmgveEtBWXZyWlovQnROOFFuT0pLNG1zL2FHT3JRZGphMHZYR3RPbFV2Tk9qN3oyK0VSOVZnMkRlaWFkMFptdm9xR1ljZnJjY0orMjRibW52M0hhNi8veVpNNzBWWjF0amQ4SGdFbXVqWVZjYVcvMnR0LzNSdnk0b3NyNkJjVGg2bTRUbzhaaGZrTXJ6VEMvZU9hMCtNNlJaeHY3VVZzcnJBSHRvNHJVb1o0T2ZYZnljZlA5UnJhV0lYL0lKZjE5VDd0eEZHUDlnOVhrcm5aamg2K21vWmdVOWZkc2F4NXpMYy9QTjF4Y3lWdVVZRzkydDI4K3owMll3YU9XS3RVWVBkY0o5SGxkN3B1aWc5YmorMFBmTWZOcTduRHI1UDVZWjF2VDkwcXFOdVF4eGlqVTFydzdOczVYWmQ0c21mNWliK3VXTi9KcTduQnJ4SllFMjVwL0VyLzM1YXYrZW9JUTdyeGd5K1lFRjJCZklKb1B4YktESFZzU1V4TDloc2FVZFN1RDZnaDJqS2J1QThEaThvMFROWUZQS0NsKzNyWGRlQ0hmYjJSbkNuVkxaOHZtNzQybWhFLzl5N012bnZsK3Vza09BQ2p5ZnpGWGQrT3pER3gzMS9hbXRLMWl2RldiU2hURW9HQzBwby8xM1grazlkeSs4dk1OVjFhRzlhOEU5a0J2YTJQSzc5YUs4bzJUbENidVB0WTM4SlhFQ1FxRGU2dlZSeVV6MytSQ1RBaTFOTytlczJqUlRKQkhnZ0VFa0NVc1J6dzdmRkMrRGVBTDl1c2RBRDVqcDJ0bjJhbk94KzBvNWpRQWQ5bmJwVXhBMm5RQ1dBbmc3K3cyVEY0N0Nydm9JaGlLdlI5K1pELytOM0hBbnRpby8yT2ZpSVBEL3dIRzByYUovc2RrMFRqOEw4WVJ6NWNKeERsbkdHMVZ4Y0FpQUZKdXlBdlgxTTNTRkx0ZEFmOHZGTmM2SjhhS1FQMlZFaXJMN1ZJRGxxVXRDM2E4MEJvVHpzdkxOOHdYakdZZDZ4dmNQbTNjdURYREVmNzkwVkcxb3FSbTBmVkV0TktNcXU4ZDJaa29YdkpXM2pHT1pmTnJTV0tZYWV6VnpwWno2Y1NJUmNHSmU2M2gvdDA5b2UrWVh1ODZuVTJkdENJYWxUdWUyOUYwMmx1eGZqeHhkUjBnTEtXc3pwNWRXMUtFOCt5eU96TW01K1NzVW9LL3c4aWMxZDhmK2ErRVkzalg2V0tLOUZrUVhRSW1HSmdXYXRQSGhOblNxanNuU21rVm1aWjFlRXJHckVyVFlnZDYycHRUV2poNWErcXZVa3Bkcnl6MjllZWVOazZYVkczSVV4Q0ZJVnM0RjFVYVJXRFJ5WjN0aWIya0N3SjNUV1ZRZVdUSnA0QW1OZE83TG5PYTI3cG1ST0toSTg4YS9RV0J1N0wwQWZkYUVCUWkrdVBKSmxmTFYyMlk0SEpiZnlFVmF3akdlaGxYYlpvQmFTMlU1dURlNHBxTitXVFJsTkRwRTc4N2QweGpxZ2F6a2luMkZpZVpQbzI1dGxhVURLZ0tLRG81RkQxenB0Z3pjUzAzdGQ3OXU1dk9BRUNPbFh1MXFZa2QzcXBOTTVTbDVsa2lNaXAwL1g2dDBHMldFTk5PZGJjYXozdXJOczNnaWxkSEtQeXorTjJYbG0rWUw0VW9EYlpzVGxoZVVuSDNFc1ZFZmxkNzQ4K1FoTTlqMWlyaVo0UHRUWHRqeXdyWDFNM1NOSGE3cWVqSnZnaWVoOS9RUEc1cmxVWHlVY0RncFFGY2JVcnNQSjl3aHQvUXRBejVFVkpxWDJkN1Uxckg5T0xLdTJlQ2FWY3hJdjIwYVg3cjVlM245clcweXBqb1llWTZNUGF6WUV0amQvTFkyV1YzWmtpZDM4WXM5bUNDY1BZYm1rK1ByQVNZMEVoTUNyWTJQUUlBbkhOaVk3K2ZqSVRVbmJSdGh3L0tqd0hjYnRmbi9sTmN4SlFBdEo4bmkyeDdtbVV4cEIzTi9UV0FCKzM5L2pHRXM0T0RnOE1IZzJKRmpRREFITU13aDB1T2s3Wjl1VURFNDJiWG9zbXBla1YrSTFmVCtFY2xzM1oydHpmdVN4NWU1RGR5U2ZBVmlvRXJVN203T3JTV21OSFY0dktOazNSTlcwZ25qbStiTVM3cmVwT3BJekVYWjI5Z3NZOFJLcmhTUDBqWGEzbkNoTndQS1VtQ2RCd0t0VFR1ajErM3JIelROQUFsRWFZOTFiUHJtMzBBSUNkT1hzb3RIdG0zdzMzRTYxMlhTVnozY2k2ekNmUkdqK2s2a0x4L3Y5L1FadVJtcnhBd1g0ZFM0NkhrQzRmMjNKZlEvb1FtNU9aSktCRU80MlhTOVJWOVo4NTJ4UVJxdnQvSXptVFphNWswbjNkcC9Bb20yWUdlYlUwdkpoOW5vZi9MazZGd0t6aWU2ZG5XZEdSWithWnBUR256eDBmMDM4QTJOdU1pT2kwVWNiWEhqMXUrYXNNRWpXY0VSaVR0amFVVHo1Z3lvNFNUZk9OQVIvTWJlVFYzdUFYemxERXVsaXB1L2FZblRWVGRsY052SjZZT3hENjNnb0F4bFRITkgrWkRRZTcyVEdaS3pEMWxhay9BcmdGZnZtckRCQmVVbDNFK1I1TDJWSEw2ZUl6Uy9xV1ZqTk5iNFRmRS9relB4T3NrMDdvNmR4Z3ZBMEJwZGNQdGpKdHZRZzVHR1ZoRlZJdDB4ZXEzQzkyckZ3a09IbXI3aDkxTHE0eUpqUEZpTTZMOUtyNisyMXV4ZnE1eWFYbnMxSWtFWjFwdnhmcTUwTFM1WGUwSFUvclJsdFRjYzVzaTV1bUtpSWZIdHZjYmszVVhybU1NSjRWbDdqbTZ5d2lYZXVUdEZ1RlFkK3ZXRXlVMTVncXBUTldUZXlpZEtSNEF3T2V4UGcwSm5Jem83ZW5XTDErMVlZSVFyaHBBd2pMVjR5L0hwMzNYMW9vTVp0VXlzTjdPbHFhMmRPT25qYy8rYXhDOUdyUkV3dmU3MkNOTEljUmlKdW50WU51b2NCNGw4OXlmVmdKTXk0azhPM3hnOWdDWWJidER4OThZRHR1MXRqSElqa2h2QlpDMnQza1NyOWd0b05KMkczQndjSEM0bkdBZ05lelVQRHRjWXB6STgyVUNKeWFJTVVaRVJLUVNJbGxlN3pxZE1zd3ZRTkhUUFcycHZaemhYYWR6dDFVclRleUdocG5CYlZ2M3hJL2xMdkdSTTlBZXlwMDZ2Y0ppOGtSdlMvTWhBQ2lxM2pDUEE3ZWFZZXZmUTd2dWZUMXhwN1hDVjczb2MxRkxQU2QwV0YyUE5TVTRieGNFN3NyU3dGYVlGTm41WE1lV0lRQW9xZHFReDVsWXZMZXQ4YWNBbUpwVzUyT1NUUVp3TnRqYXVBZHBHTXlReTVsVXBoS1lCcUxocnZaN2o4U3Z6NnU1WXh3bjkrcGd6c0VIUzJuUnByZlBEdDMveHJNUGpBQkFmbjZ0eStPeEFpZkMyaTl5UGE3bFRLcUIwTGJVaUh5UjM4alZQTmJkakZHb3M3WDVtZng4dytYU1pjMnBzUGhwYUpkaGxmcS9NbDB4UGoyVWZXZzcyczQ1YStmbjE3cmMyWHBWSCt2NytaRWREMFRHSE02bG91QzIwWlR4Y1NwM0JlZk1IK2svOFkvN2QvOWJZdC9QMmxwUjNMZnc3OG1pNDEzYnRyVEgzbzhnNitwZ1c5TlBpaXZ2bnNtWmEwRXdvYzl3clhCbmEyVU1zaURZZHZqclNVN2ZZNVJXTlN3MUxYbXFwNzF4Zi9IYU9wOGtkYlMzdGVrTndPQWwxZGF0STBvOXpvOVpwN1ZaN2x1RHJjMWprZno4V3NNbGh1VFNybUg5WVFBc2c2SmVrdkpBejY2bU1kSHY5YTdUbWRDSys2RDk3a2ljcVp2ZmIyaURtclVNbHJrbitieEtBdlZyR05UVVVIdlRBd243Y2F0clFaZ1RiRys2RHpCNDhkcDdQbnBpdVAvWFIzZDlzNis0cXFFUWxwclJ0YjM1dkNucHZvRDFFU0lzQ0hVMHBqakt3MDdIZG1WYXQ0UDRXK0NxWjkvT3BqY1R4cCsxUGd6QlREcit6cmJVMGJXaXBIcmhaeVZ3dXFkOXkyTnhLNWkzYWxNeFUzSUpoUFpXNTdiRXRtQ1o0eFpmRVI0NGxJblJzbWRpV2NKSkkzTzRHSnpQWVhxQi9TeHM4WHd4djIvVDdFbmI5NUk5Y2ZWRlBMNkRnNFBEQlVOZzBvazhPMXhxSFBGOG1VQ2NPQ1BHQ0V3eDhESEJzbnpWaGdtVXBYMlNLYjR2MUw3NWQ4bmo4bXJ1Y0k5WEV5b1k1R25TMlp5dTFpMWovVEc5RmV2SE02RlZXRmIwc1Z5bTVwSmlBOTNiUjQyc1NxbzI1SUhFVFFxc28yZktTNG1wMk41MU9wczZiUVdVT2lZMFRPbHFiVTR3RU12UHIzVnAzTFZLUWU3dmJSdU5WbnIvUDN0dkhoM1ZlYVY3Ny8yKzUxU1ZaaUhtR1lNWUxJR21LZ2t6MldVa1ZhbUU3U1Nka0tTN2s5dnVaTVY5ZTZCditPSmdORGtubXNCRGQveDEwcmxwOTllWk94MkhESTRkVUduQzhneXFLa21BRWNiR05tQ2JHWVRtcW5QTysrN3ZEMGxGVlVtKzMxbzM0YTdGdDg3dkgxaFY1ejFUU1JUUDJYcy9qNjkyRlFvb0NMWTIvSEtpRlh4Tk1STXdGd2dIYnJLYnI4eDB6UzVQOVhvcGFERXdPczhGemcrMk5jU0psRHlQTnM5QjBpZk15SE1sZzJ2dkc1SEdUMkxiYXUxTDF0eURKcjZicFJnRmdKamMwOTQwcmFVMzI3Y3JYWkhpU3dEd1hxQ2w2Ym5pU20yQkVPSmVHUjUrL216WE0rRzFXL2FrZ2QxV0FPTktFRnJpQldIeThuWEZKTXkrTTIzZmpRRHM1QzdmdWp4QjZBaE9PcEdYbE5adGtrZ3VLWXpmblhqdGY4WlZuSmRzMnAyMGNERDVJVUxrd2JhbXFYay9USmNabTFId3ZyVmI5cVFocytYcHhFSXg1MnJQcEl4U0FGaXFFM3Z4azRSem5xZjJMaWxwOFlodDhPVmliMTJ1a0dKMmo5L2VBd0JRdEVNVWtvbnZ2ZFhXK0dHeHQ3Wk1Hc2Fyc2ZmVE5tUjR6Y2pvaTlEMWpGbmtyZG9taWQvbzZXaU91b0xuZW5kbklVdlpUbEsrZnFaRmk3cFpaL3QycFkrZ1VZNG1kQWNUREwyYzN1b2lCSFNGZFJIalVLMHhQdHYwRXBjckRDbCtCYUN4d2dxeGtabm15Yk5kejl3c3JLeFpya3BjME4zK1NjSVpzTWdydGhEaGlsRHJ6TUlaUUdQSnk4d3lralFrMFh5M3A2WDV2ZGg3bVNGbEdURllwUThiejU1SWRIYmZ1Wk03aCs2dVFDRG9tV3pibnpwdW9hL3FiaEJzSXlFN0gycUpqOHh5bGRVVkd1Skd6dmlnZVFNUlppT2ltcFh1dkp0dEtyODJrNW1iaGNXZmtOdlI0V0IxVFZoWVdOeEJrR1JzekJMUEZyY1ZxMjM3RG9FbTI3WVJnUWpCQUFESTltbnBhakxmU1VRblFxMzFCMmRhTndzeTd3R1N5d2pvZzFCTFkxUTRyM0EvN0FET2k1Q2dteEVxa3JONUlmUDFJekJaY1Via1d4aXlTd2FOZGNPQmVKSEc1czR2SUNtV0U4Tnh2SHIxRHdsdGhKaThkTjBYRmNuZTZmUHZuekMrY244OUV3VmJjMmw0OUNBQVFKRjMzV1p1cW1GazRJaU02Y0ZZNDZZcEp0cWsyVHdkNkJnUVd6VDJrUzFPT0cvMGFla3FOd3ZHUi9RWFVMV3RKSWJEL1IxUDNITFc5ajN1UTVXTkNnVWN3Sm5hMDlJNDdjRUNBRUFtWmV3RWtJT2tLajhyY0d1WlpNb05obUswOTNVOWN6TTdlNWM5TGQyK0UzaWtMeFNYYVF4UVdGbHpMd3BKb2JZejd3SUFGSlN2WFlrQTZiMSs5aElBUUVsRjNTWkR3V3hDT0RuRVI5OUtkSFZka0pGeXYwU1dwa000YW56bTh0VDlOWUI1NXJwNTdrcGFtdTB2T0ZmNmpyZHBWd0FteE53c21iRU5FWllMUWFGamtWZG5kSk11THRWV0trUUY0NGJ5UnFhWXZWb0NyaGpDNFM0QVRUbzlWUnVaRGc1MjdYSy8wMWY3YVJQd2FtanlucTNkc2lmTnhrd1hSZFNXdnE1bmJoWjdhall6cHNoWTUrM3NqYnZTN1pCU1FsSytIdHNxdm1UVDdxUk15dGhLdWhtSWRUZUhpZWl0OVlEOHF6cmp2M2lycy9seTlQUDFtRzZKbENPa2ZLblA3emhmV0NFMk1na3lwTnZQNU9Sb05nN2dFaXA3RlQ0QlYwWHRHb1owanh5UGo0eUtQM2FrV0JJc2xzajZldnh4a1c0NHk4eThCNURXU2hBL1BQSGEvb0hFdFJzRzF1VWdpTHVHaHlOeEJtbk9zc2VXS3NCOXhPRjA0dTljc2JjdVY2aVFmdkhzeXdjQmFPSjNCb0drUG5MVkVzNFdGaFlXRmhhM0YwUTAwV3JidHJqTldPTDVEb0VoNHdDRUFFQnNJdllDTXFYeDM1SGoyZDYycGhrcnQvbmV1bHhKVUVGTXZoNFRDUVFBQUZuSzRnSUVIQTE4OU01bHRLbGY2R2xwUEF4ZFhlWkduNWF1RUhjQ3NLVkJmOE12RTNLTW9iQzBLb2NBQ29uWTBQZzVwU3N4aTlsVlVmdWdZY2pPN2hqRE1zV2U4cUFZTjRJZnZmbWRjYWUzZWlFQjJZbWJHOCtPcTcrZlNiZzR2ZFVMZ2JGRkkrZVUxNUlaYkplUmtTUDkvVnFjbVkwdXpSSWtPR2ZZa1FIUXFvQy9JVEFsVUlzcjZvckJwQ0ZWOHNzTVJGWlBLMzk5eHNpdWlycC9SSkNDZ0RwQ0wycGppbDNlUjJpK2RlTGd4RG1scjU3MXVlR2h5SUhBb2FjdXhhNHJxcWpPUXhNeUFtMU5iMHhWZnhuSCt3TXQvRlVBVFJhVTE2NldoUE1VRkl0RExZMXRpUThIQ2l0clhJQlFPQjRKLzJIcS9yb3FhaDh5VE5uYTA3ci96RHpINGk4RS9ZMy9GamlrUlkvckhGaVhJd2xXUzhuZTdtMXZDa0pYMTdRMnlza2M1TUtlOXFiZk1hNm5TREJYaEZyckQ1NXArVzdFV1ZtM2dhR3lQTmplOERyTlc3UU5CRjZjbkxFbUFJRGtGTFdRRUU2SHVyUnJCZVcxcTAxR1NZbXQ5T2taR1M1azhHN2lqUFg4akdRblIzRTIxUEZFWEc1MVlXWE5janRYdm1SSS91M2pMVnJVbmJ6UVY1WERPT1VnWUUrUHYvbDRua2ZQUWNBRm9iYUdvOUNsbVNrcnpHK1FibllreHAzRnJKOExpRTAwT3ZMejNoa2M1V0hpNFVvT0o3YUZTZXhQOUFESTMxNnpTREx5Z2FuL09qRnlDaVlmTERsVWZDTFkydlM5V0VmMkhMZVdpb3I5SHdUUit6MHQ4Y1prQlc0dGswQ3V5eGpucjA5K2NVK0laeW4xbTBNblBrdzhob1dGaFlXRmhjV2ZGaUlTZkV5MVJxVXNiaXRXMi9ZZEFoRnlSRUlnSW1BT3U2dWk3aEZDZWllMm1oeUxzN0p1QTVKOEVBaC9IUEkzeDFVcFN5cnFOZ2tTRHVTMlU4WEwxbjArY09qdGY0Yko2cU9ReHYwU1dkclFBUCtYeEgwV2xOZXVWaGhzbENRK05rRVA5UGMvSFNkb0M3MTErWUR3NGJIRHlzV3AvYVdrTzl5bzY2LzN2cnIvYXA2bjlpNWtpcE5KZlR4aXlQYXJYWTBqaWNkWVgxbzlYeklvWUxweE1tazVWQXJEZkduS2JHd0NqUlY1VERjREdpS2lvUlJGK1V5d3BlR0hzZWRvU3BsRVhKd0hnUnRVYm5zOTBkMTZoVnR6ekxISmJkS1U0MkZHUjJ4U2pqbTkxVHNrNkNkN1d2ZGZoQ21CSzgwVGllWmthOHYzTENKUTV2Wm1uRG9Fa3k3T2lxTGVmL0hteU04QXZpT2RaWTh0azR6eUFFVHl3Sm1oNzhSZjNVN3U5S3h6b1NTZkpQUG4vVjBUb3J6SVUrY2tFaDhkTzl6OHNjdFh0NFVreEdWQU95dnJOZ0RSVnBEeTdWRHJ6QlgwbkJ6Tnh1em1QVG9wcitaNUhrMnhJeXRFVTd3SmsyM2NaTkxjUUZ2anI1eWVxblZNR09GQVcxUFVNYnk0dk9vK2dWS0dXdmE5bCt2VnNoanFLOUVVc1hGUFdPeXRMWlVnYjRSaVdwOWhNcjhid1ZTT3R1enJqMzI5MkZPekZDVGJBVks4Y0x5dC9zclU2M20rUFV0UThpMEU3SU5nYTMySGMzdnRLb2F3SU9Ddi8xMk8rKzlTayt5Wjkwa2hmL3kveW5KbUVyNHFEUG1OM2xlZm1kRW9iVVBwM3BVbW1aL2lIRThHL2ZFUEFBcExxM0xRaG44QlV2NHFVZXpEcE9FWkt2YXZETndZK0dMYy9hM1VGaVJMODI5SXdoczliZkZqQ3M2eWJ5MGp4WFRSVmJXbEs2U1pxemZzU0RYRUpjZFU4VmtKMjYzV1Z3c0xDd3NMaTlzTm9XQ01XNVZuaTl1S1ZYbStReUFpUmdBSWlHUkxtcjFLQUp3SXRUUStQOU8yZVI1dEhna29SVjM5WmREZkdDZWNuUjV0blVtbUFrTDBnREFMaG9ZanZ3YzRJRmE0TlVkYW1uMEhJQ1FqZzlDWm8xcWNPVTJ1Vjh0aUlEY1NVbGd5Nmo3ZTl2U1Z1UDFXMW0xa0tOUG95dVczQURUcGRENmlwcVRZaWtIcXB3S2QrOS9QODlUZVpXTndONUI1RFptOGNLTFRjVGJ4dkoxdWJZNk5zK0xJdU5GTFRNMFdKcHhNRkRoT2p5aVdRR0VTNW1sQ0pXK1E4VjlOR2VRVWx1OVpwSEM0V3hYeUVnTmVTREx5eHRHWXVkd3BzdXlpbUJpdEJvRFhCb2JENXlSWGk2V0JiMDJaa1RtOVdoRVRQQTJ2WGpzVlg3SFdXQXFxOTQ4Tmg3dmh3QUZSNE5ZeW1XSmJiNHlQSHZ6b3plK001M2xxN3lLbTVpR0NKRU4vSXpGYXFkQ1h2Ulk1bFRFbWZqRjFyT0xLNmdKQU0zbnd2ZUdUVHUvajk1TUFNeERoMGMvTVdWYTNRWm9pbHhGY05ranZoazhnZWFuNU5SUkcvL0cycmhzMnhmR3dCSG1zdTNQZjlRMWI5ODZ5TWRpQWR1VklqdnViQ3doNDlzWGhzV2djVTVHdjVoN2dxUFMwN25zdHovTm9TaEtLejJFNEVvb1ZyeTdQNDJVUzVJM0U3Z1dYcjY0UUVSWUVyMTZKRjZqbDJpSkNmQWdRUHh6Z1E5RzI3MXp2N2l5YnNGZHlSTU9nc1M1bjJXTVpxTEwxRVFxL0NhQ3hKTWVzQWdMYjZVOXlEOC9KMFd6Y2hwOFhrbDdvUGR4MGJxWnRuTTVIVkx1cWZKWWt2Ulh2Z0ExUVVsbTFocW5LbjRIRTFsQnI4N1JJcW16Zkxqdmo2azZRNXEvUEhQMXU5T2Ntei9Ob1NySTB2MHpFZ3FHMitOKzVZay9OVWtDeHpwVGgxbEJJRzNPNnZ6RW5lZDdLY2dDYWVMQ0VRTVBLcVBVVTNNTEN3c0xDNGpaRFNIS1FEVm5pMmVLMllsV2U3eEFZSXFjSjExTTB3dGRQOVBvYjNweHB1d0wzMXpNNUU5ODFKTzN0NmRUaW5LVUxmVlZ6UWNwVjRRL3Q3Y2xMeFJmSFRkRTYyWmFLcysyeWxBRU9TQ1NXR0RrRkFPQmc4aThSbFdzYzJjRmdnaURkNkt2S0lhQzUzZjZtUDB5OVJyUG1aUlBEOFY3Ly9qTnJ0K3hKY3dEa0lpam5CWWljWU12K2FiRW96Z2UxWkRETnJhT3EzbWszY0JFakVlbHAzL2R1L0hHMEpVUjZabHJZMWptY2hOdWxLZDgvMDE0L0JKTXR0WXBxL3RYUW9QNjl0RFRiL2VIenlzSCsvcVpwdWFYT3NwcXRCTFJPQWp2ZDI5RndxdGlqYlpZRUg0VU9hK2RnMHRpTWtjZ0orQnQrbnJpMnVNS29aZ05ELzNMNjZIZUhBUUNZUTI0Y2svTDRxYTVuYnBhVVZzMldTSG1TNFRBREdRa2VmdXE5K05VN09TUDFTMERpK2U3V2ZlOEFBQlI1dFd3cFJFNVBhOE12U3J4MStjQmxTdmVoVzVYbC9PMDFpNUhMbFNwWGlyb1AxZStaNmZNR0FDaXFlUHd6dW1RSGpuYzBYaW1xcUh0WU44ZC9mTHp0NlZGd2F3NTdrdmwzd1piR0pxZnprZVRrZWZOM0Ixc2FIb3RlajZkbUtVaE1EYlEyZFFBQU9KU2tMM2NmYXZoQjNEV1hWeGNJTG9aN1d1S0ZjMkZselhJcGFINVBxeFlYN3pRUmJTVThpSmdVYUtsL01YcmZuWStvaktkOENnaVhYQjFueldlN25nNFgrK3FlQ3JUVTd3RUFLcWlzTGlDeTJYcjhXcHliZWl5T0pYb1ZFNnkzcDcyNTc1TzJnYm56L3hZSUxvYy9VdUppcTdKOXUreVNsRTlMd0RkN1crdG5uS1ZPbDVuMXlIaHJvRVdMaTB4emNNZlhpZkJjc0xYK1VPenJ6Z2UxWkJFeDg2VXg4dHJ4cm1kR0MzMVZjNG1VSFZmZmYvRTNOcGIwTmNDSlpEbGwyR0ZWbmkwc0xDd3NMRzR6aUNpc21XZUwyNDBsbnU4UUNJZ0JJUktDU2NiNGpjVDMzVzVOR2JFYlJSTFJ4eVh0RGJYRlJ6S3RMNjJlejRsdEZGd2NTMTRzeTVEb3BTa0RweUpmelVZU0lsTUEzUXo1NHlKNW9vN2NJTVZOS2JBdjJGRWZKNXp6dDljc05nUXVHT0tEMGFpZmZHOWRMaUN0N2ZVMy9EYkhyYVVtcStZMnlXQkVnbHpWTXhGVGxjQk9Ub2JjeGczemVDclk1akdWMXNqclYrTkVXYUd2YXE0aHpmWEdxRHhxSkJ1YkZXSURvZmFHZHdFQUp0cDk5ZnVHQnMzdnBhZmF0cGlNamlYT1NBUHM1SVhlZGVzWjBHcEJjSEZzSk56dDlGYmZUMHpjRExVMHZEMTFEQVMySmhCbWNlZTR3djJ3WTA3eXNtMVN4NThHam41M0tNL3phSXFOT2U2VHB2emdWRWZ6UmVlRFdyS3BtOFVNd1ZDSXFkMysrSG5Zd3UwMXk3bU4vN1VFZURuVStrNElKb1dybE9iS2tLSDhxcUJpN3dvSk5DdDRxREg2OEtIUVZ6VVhKZHNDaUduZGg5Z251RWtERkpiWHVKRE1jOGZibXErNHZEVWxCa0hnZU52VG94TlZYYk04MktMc3kvWnA2U2lOOG1ETDI5VlQ2elpzM1R1TGdLOG5FWGxqOG1mZ0hsT25PRk8ySXUvZWJBbktyQ0VZZUNQMjlRTDMxek1aNFZvUlVXSmJ1eUhIcmFVbW9lNEJZaWtCZitQVHQ5N1JHTTAyS2toQXNoZ3p2cHZKN1E2WDkzRnY1T014RFFDb3VGd3JJR2t1Q3ZxMU9IRTZSWjduMFJRYk9oNUdZbThIMnV0Zm1HbWJGZTZISFhPVGxuMUtDa2szQndlZlA5UC8zZWpuWCt6KzVnSUo5czhBMGR2c0twLzIwR250bGoxcGFhbnFYd0dqUUhlTEZ2M3NuR1dQWlFDMy9Ua0plU2JRcGh5STdVTEk5ZTdPb3BVbTl2c0FBQ0FBU1VSQlZJaTVtVWpwNmV0NjVxYXo3TEZsVFBJMVJtVDRlUUJRTUJvWGhLU3FONjNLczRXRmhZV0Z4VzBHaVV3K2FMTytjeTF1SzFiYjloMENTWm8wRENPU09EMXpjOFNtbHdOZ01VcnhYSGVDY0hhNnZ6SEhvZUE5aGs0aEx2RXVobkJxeWhXNXBLSnVFeE44RmtNWUdXVERIYkhyc24yNzdLZ2tGUkxCWFFhd25wNk8rQ3pualQ0dG5TbTBEYVVSbWpMRnlpK3RXc05NV29oWHI3eTRZc1hEamlTYldVWXFmZ2dBeVRmQ0xDN1dKM3ArM25WZlFKUm5UT0pDRXVUSzYxYzdZNDNJQ3R4ZnoxUUUyNDZSOGFBOWhhOW1JQ09UQm1FQUFPQ3daYm5IaFRpUm1tci9naFM4di9mUTlKYmVJdStxdTVEa2VtSXdQRFE0K0VwS3FyMEFPTDhXYkdtSXR1OXlVa3JISlRzS1hWcmMvWjFqWDV4SFFKZENIZC8rME9sOFJMV0JiYk1rODUyZWpzWlRPVG1halhUekMwZzR3RUNLN3JSVGNmZlE2YTFleUIzNGdKUXlHRDdQWGdJNElISnlkdG9rZzNzVVJUbVNBMWNjWENvRnVneEhyNmZBcldWeVVId013SUZTdENYT2JFL2hLcXNyQklXbFRMUjhWeGVSQUp0eTdmSTdFeGZEdDVLVXJ3Tm9NbDJhbTRVMDNwd3lOM002dFdSN3FycFRoN0ZRcU9PSndaSkt6UVdTcVQybUVxMzBsNVJXcldHbzVJQ05IWTAxUEhNNnRXUTFLWFduQk5IYjE2VkZaOUh6UEkrbXBOak5uWURjWmhnVTM5cnNOYmNqc3NWU3dPRmViaDlRYkxLWUJQWWVQLzcwcU5OWHU0cFFueHYwTjg0b25BRTBwakM3QnhBK0RMVFZQemZ6Tm9DemJJdExKTklza01aUFkxdXVDMzFWYzZWZDNZNEVra3pqNVZBbzBZUk1ZMmtwOWgyQWVEN1kwdmpycVZkemNqUWJjdnREZ0hnOW9MLyttOWpQd0ZuMldJWURramJwUWdaNjI3VUwrYVhhR21RODE0Z293YjZ1WjI0aVkwUVlqZmloQ3picmk5ekN3c0xDd3VKMlF3aUNNY1dxUEZ2Y1Zxeks4eDBDWXpqMW9JTVlzVGh4NTZxby9hb2tIRVpreDBLdGpXL0h2cGZ0MjJVSG1iSlJNT01OWkR5WFRMemUzZEh3QVV3NkVnc2hVeVdqMlp5cEhXY094Yy9vcHVxWmVXQVRKYWFRengvcmJIb243b1IyN3VSeVJIeTl0NjI1ZnVxbFhPL3VMRWE0YXBnUEhqNFRldFp3K1dvL05TNlZ3M1lVbFJKRjY5bXV4bkRpZGJrOGovc2lwbjVFVDVGWDA4aDIvMWo0eHVIKzBMTzNCSTViVXhTN0xEVWlySlZTSVlXYk5BdXZYYjlWSGF5bytTc2g0STFrWmw5N1ExdzY4SDdIczlPTXBsYXNlTmpCbVBwbmt2QVlYYmwwT0dQZXZHV01oQzF3cURuYW5sN3NyZjBmRU9iUG5lelM0cXI2QmVYZlhBME1sNFVPTlV3SXExbnoxMG1BR3oydHpXY0FBRktYR1gvT0I4ZCthYWFuUGpnK0l0dkJIeC9yaFl4L1ZncTQwcU56UC9SUGlQS1VGZXUrSFJqamRkQ2xtU1dWai85ejk2SDYvMnRxKzV3Y3pjWVVjenNqUW9sNEpORGFOS05UODkzYmE1WVRGM2YzdGpUL1lzT092U3NaOGJ4QTYwUWVzY3RYOXhYVERML2ExLzdVUlZkRnpaOGJoTWVQdFQ5NUlYcE9jODB2Qi8yTnp3SUFyZDlldTRxa1dOL1RlaXZMT01ldExSRGN6QW41cDgvVTQxenp5NEdXeG4rTGZTMG5SN1BadVA0RklyaEdDQjhjTzl6MGNmUytsbXNGRW8wY2t2QldUMGZqS2Flbjl0TUc0cnZIT3VyUFovdDIyVGxSVVJqMFR4RE9BQnRLd3lzWUtIbEJmK08zUDNHYkhYc3ptV1FQQXVkUHhCdU43ZVJTOEkyTXM2WEJsdm9uWmxwYmNPL29LbUsyZVNHLytyM1kxNU9XbUpXRWxEYUlRNytLZFRaM09oOVJTZUgzQ0IzNzNqcmNkTG5JdXplYm9ia3U2RytPcjRnVFNNREorN1BZTXk5alljclZONjI0S2dzTEN3c0xpejh0U0pOVGpST0dZYXA2M1hwZ2JYRmJzY1R6SFFJUmNVUkVJQ0RKeUFRQXlIUHZXYUxhSGZrUzVBQ1J2TmJUMnZCYTRycDBTbk5MS1M0RHNidVI0MENvZFdLZU9jKzlaNGtoekpXTWcwTkIwZDE5cUNFdWpzbFpVYk1WRVZ3bXdVdkhPdTF4YzZncjNKcGo5azN6M3F2R2NOU1J1OUJYTlpkSnRZUUw0OGladHU5R25KNjZqV0RDeFNSdWJwV21lYVMzZGYrMFNDQ250N3JJUlAzYUNkMXgzcVdiSGwzQ2lmNnU3OGU1Vzd1U3hFWkovRjBiajNCVDU0VVJWTjg0R1hyV3lNblphYk10V2VNQ3hucTRoQ3pnZE8zOXR1bkNPZitCbXNVMkF6MVNpcFBjbE8vSzJZdFdJWmtyUjgvYk9tRHk0VUtHVE50c3lNaWh2cTdHK0h2Z3FWb0hUTjBRYktrL0FGTnU0aUNXOUxST3RMWVhWdFJ0TWlXOFJSa3BQZ09NN3RqWXJYV2xWYlBUYkdxRlJMcEJ6SHdKdWhyTXRWdjJwS1dsMmJaaHhIeDZyUkZKeXZEVTNqYytwRGZFSGpOcHFTd0hwRFFUMU40ZXZ6Wmpsbk5oK1o1RlhLR2NZRXZ6THdyTDl5emkwclkyMEZMLzQyemZMbnNtemQ1a1NIRlV1VEY0dHNoYnQwMXllT2ZZd1lhVFUydUxmTm85Sk9CbEFLQ05wZFh6VFVXdUMvaWJZNFZ6YWxLU21jZDFNVzB1MkZWZXR5VmlHTzJKcnp1V21CNFFiTWdFdXRibmI3ejFRS0pVVzBuY3ZKOGt2aHYrU0huTldWYXpGVkE1ZjZ4Vk81bnIxYktTd053ZWx1R1hFK1BRcGlnb3JTdFdiZlRad0pVcmRUTzlENU56NDB5WS95alEvRUh2aXczUkxPNFY3b2NkV2JZbFpjaHdaVVEzZnp6VDJtSlB6V2JKK0FPZ3NzYXB5bkoyOWk1NytzcDBEMk8wYURRODhOTXpYZCsvOVVESitZaUtzK1p0a2FoOGVPeXc5bkcrdHk2WFMzT092S0hFZFJ0a3pDNWNNSGJqSFFlQUFFUWx4ZTZZdmZqTnpuM1RuTDB0TEN3c0xDd3MvbWlpbFdaQ0VvcGlWWjR0Ymk5VzIvYWRBa01HaUFpQXhJaE1wMWNyc2psc2VRQXd4Z0J1ekpUMTdLcW9yUVFUQjVISkpNN3c4bFRlYlk1YlM3VTdGRGNBZ0RUZ1pQZWhmWEZWNVh4dlhTNEFLNUpBeDIrRytZbkV0dUdzWkhBYkhNNmQ3WHBtRUNhRklwZnNYc21NN3U3T2ZkZUxkdFJ0WXh3Y2dKaHNDamcxNVN3ZGQyNit1a0pKbURxQ284ZGRkcmxER3ZLajR3bnQ1c1dlbXMwb0pNa3duQmVLNGlVdWpwNXNuYWdNTzVhdFhzY2tTSlEwV3pLVFRiaDh4K04wZjJNT04vbDZBQUFUK0ZsU0ZSWElYSFl0ckJ5ZW1vbk9rR201ak1OQVgvdFRjZWZvZkZDYlE4aFhqSjgvOVhzQWdDTFBYaWNEekFxMXZ1dUhpVXAxR1lBSmhEUkxrSG04ejc4LzZoN3VMSHNzdzZIeWpTaGhDUU4rZUNwTE9EM1Z0cEVRVG5kMzdydWVuT1lvRVJ4T3hRcHVaMFhOVGdES1FJSlRQWDd0K0NmOUtDQ3pieDJYNDBjQkFCaDNiSWt3L1FnQVFMcklYQzlJREJ4cmJUZ0pzK2F2SXk3SGV3NDJSTjJ1blo2cWpVaUdFdExoREFDQVZObVdNSXhIWjRCWHVEVkhzazM4UlVTZmNPcU91eC9leCsrWENPRVRuZS9GdGNTN0ttcS9DZ29BTWJyVTE5WVVuWTNPOXUyeWswMThEb2pPOTdRMUhreGFxcTluaW9pRVdyV2V0VnYycENXUjNLZ0w1WlZFMS9ib2ZqM1Y2emtYOTR5TzMyaUVoQ3p4S1hMYzMxekFVSDZKcFBoK2IyeFVsbHRUWmljdHFXQklPYVpoK3FkbSsyTXA5TmJsUzRETklqejBaRXllTkdhc3pyaVBNWndYa1pHZkpEekl3YUtzdVErWWlubTJ0MFhyTDZ5bzJxU2duQ1Z2MkFPeHJlQjV2ajFMYlBZNXhRQVVBUUNRMGh6cDdkeDNOUEg0RmhZV0ZoWVdGbjhjeUpDQWJvbG5KQlJuTGZGc2NadXhLczkzQ0VqRUo4UXpVTktzTlZzSXpOZEJWYm94SWd1RDE2NU1jNjh1OHRRNXpiQzRvRGhZSmlObG9OdmZFSzFpT3V6R3c2YXcvUlpRNXZkMjFNZk5NVHZkMmh3ZzgxNUF1dGpUMG5RNGNiK3VpdHFIU09nZkhXK2R5STdPeWRGc0RtYmN5NW5hSG16Umhvckxxd3ZBSkx1SW1HZlJ3UmYwK1p2ZVRkeEhybmR2dGhTMHVMZXQ2US9GbnByTkVveExQWjM3NHNSaVVWbnQzUUpvZGs5YjB4OWM1YlUrRXNiQjN0YUpsdHc4anphUE1aa3Z5VHhHaU9tOUxmdW1YVDhBQUNhbmxDTkpJeUpsQUVDL0N1aHdoWXpYMnFiYWNIUEt2clVNa2RZR0R0WC9WK0phaWhpbGlwQWQvZjBIZEtlM2VpRlRiTE1DQjArK0JIQkFGUG0wZTB4aDZBaDBWU3FFdlFjVEhnNmd1bEVCVm56dTR0alRsNDlQVkZWZEZiV1ZrdVNsVUV2emV5NVBkVGtDM1F5ME5FWWR1UXNySGk4bE1pNGg4Z1ZCZjlNblJsSVYrMnJyeG02Ty9PdkpONzl6bzhSWFd3TzY4WU1UL3YwREJSVjdWM0NnNVFGLzQyL3pQSSttRUFObjc2R21hTVcxNElIYTFVemkzWUZERSszWkpiN2FYU1RvK1pOdDM0bTJxYzl4bUg4VjlNZTNaQU1BbEZUV3VBRGluY0FCQUlvcnRDOFpZZmdOc3hrN1F0ZXZ4cmxiWjFMR1hrUThNOERVOWtKZjFSeE91S3Jidi84QUFMRFVWTVZsU25ubWVIdjlqTUo1MDZiZFNUcFQvb0l4OWkvOWJkK2ZsZ1VPTUNHUVV4ekc1eVdqMzRUOCsrSkdGVXFTekhzRjRVcUowbitzTS83QkVBREFrazI3a3hqU0Z4U21majhVa3lHKzBiMW5zWlN3a1RIbC8wNnNoaGQ1NjdZS2dIZU8rWnZPNXQxZnU1WkpsS0cyZU1mN0RUdjJ6cklSdi8vS21aYmZzMlQyM3liY3Rva2dhaDVtWVdGaFlXRmg4YWNFQWFQZnNZaGt3cGtNNnp2WDRyWmlpZWM3QkNMR0VBR0JvV3BFUmo5SUZrWS9tTEIxVEZjNkVpdHpSZDY5MlFBMGw5bVlqb0REM1ZNVjV4ek5sckxVdkZjU0JwRExMWENWeFRscjUzcTFMQUw1SUFCZXZ4RldYb3cvZzUyOHVIejFCa1BTdGI2MmFHd1JKaTJWV3hDeC8yaUxOcFMvdldheFFNeGlDQjh5aCtvSyt0OCtrSGdkZVI1dG5zck1sZGZIbFk2Q0NtMkZLUTBsOHRHWllPdzJPZTV2TGdDRkxic1JadTFGbnJvaWs4SFZQdjhUUXpEcDdxMHdXU1pBZENGbnEwS3BwenNUajdGMnk1NjBsR1JIR1pod1RRQkZWTjEyaWV6TUZUWmthRW80ci9mVUxMV2hLQTM2RzM4VXU5YnAxSkpwbmxFcWRObmIwN252dXRPdHpVRTBDNDNSbTI4QUhCQjVudHE3eUJSMlJ1WUhvS3BGTjBlVnFDdDRUbzVtUzFrdU5ra0pLd1hSODVlUFB6MEtiazBwVElZQ1lSb2p2VzN2SG5QNTZnb0ZvZXoxMTBjTnd2SzlkYmtNSUF1Qnp3djY2LzkxcHM5L2hWdHp6TFdiVzgwSS9UU1NhWTRXVmp4ZU9xN3IvM1dpYy85MXA2OTJGVXJjRW1odCtHbGh1YmFJby9tWm9QL3RhT1JVbmtlYnB3cTVMdEJTLzJPbjh4RVY1aXpZYXBMNWNrOWJjM1NldXRoVHMxazN4RXVKeHkwdTFWYVNNRE1EcmJlY3dBRUFuSjY2alFqaVBUV1pQbU9NcWIrYitobGNzbWwzMHNLTUZCOUorRWczUmRkc2V6aGRnczNYN1cvODk0bDFWY1VFM095YmRFcFB4T210WG1paXNvc0IvUzV3U0xzMDB6WUFHbk01akowazhVTElIeCtybHUrdHk1VVNjZ1RKSTMxdHpkT3E5K3RMcStmYlZmNTFKUG03bzM3dG8raHh5K28yQ0FVZURodml5YmM2NDZQWThyMTF1U1JOZHN5d24zWjVxdGNMa3ZPdjY3YTRiT3U4dkVkVEZGUFpLSmp3WjZ4d0xobTk4ZlpjRW1IQVc4WmhGaFlXRmhZV0ZuOTZiclZ0RTVnQUlVczhXOXhXckxidE93UUNVSW1JRWNrSVI5SWw4dFdHQ0xmM2QybHhsYmtOcFh0WEFpcDVBQUFJNGtLY0svVlNzVkV5WU1Ua29rRWNhSTF0Tnkxd2Z6MHpDZlFIR0VwbUtFYjcyUzR0enR3cnZ6UjdGU2lVMFpmeFRyUUZ0ZGhUODNrUzhsTFEzM2k2cExScXRtS0R6WWpLVFVDMjhscVlQei9sN2p4RmpsdEx0VEdqRkF6amFKb1pUbExJY0k2TkdyMzkvUWZpWXFXUzdiWnlZMFR2bm0zWGN6aUhWSDcxY2g4QWtQTkJiUTVUS0U4QWU1a0xYakE2cWdmZ1FQd3huTTVIa2xOU2JNVW0wZ1VCb0NnQUh6Q2JVVXBNaEtiYWQ1MXViWTROMWR3aE52aUxoTFVxekRPM0ltRC9zYzU5NytSNUhwMkhpdHd5VHNxUnZxNW5idWE1OXl4UkZNamxuQzRoVTB0R2h2VE9xZnZrZEQ2aTJwZkpiU1JoT1RIZWx4SGhKd0VBWERaOUhVaWg5cmFwcnprOTJhdWxoTlJlUDR1S1ZPZjIybFVLUUQ2Z05JTFhyano3U1ovL0xJY29sQUl2OXg1dU9wY2hNZ3VBNk5xSnp2M3ZGMWRxQzBqQThtQnJ3MC96UE5vODVQcUdheEhsUDJMdnZRM2x0dkN3L2hvQWdNaWFrd3RnRHZiNGJ3bkxJay90ZGwySzhjVFo5cnk4UjFOSU5kZEhLQnhYWVMycXJIMkFFR3ltbEhPR0krS0ZXTmZ0dVduSnhSSndpU0NseGFZQU0wMWJqcnh5NWNjd09TTk9DTGFaWnZNQkFBcTNWYzFsd0w4R1JQOForM09iU0xIUC9Lb0FSc0dNMDcrTCsveTJWeGR4aEVJQjlMYitrUnBNWExlK3RIcStRMVgrbGlUOE90aDZxN3J2OHRVVkFxZEtYZkluRWx1OG5kN3FJZ1Z3M3ZBSEkwZWNEdU1lUUV4bU42Njlrdmo3WVZ2aytDS0NQRVltejBRMVBaZEU1QnBNZkpGYjR0bkN3c0xDd3VLMlFiZmF0Z0hNV0RGdFlYRTdzQ3JQZHdRN09WZk9wVXNSQVlaTVpXcmFiT2F3L2JiM3hlYTQySjFDWDlWY2haUjdEU0ZIYll4ZDdHNjcxYzdxS3FzcmxDam5BT0JvaE5TWHovaHZ4Zm1BOHhGVnNhZmNCNHpsQmxzYUhrczhlb0g3NjVtS3dqeUJscWFvSTdHcm90WXR3bWFvcDJ2L21lenNYWGFwS0Y4ZUQvUC9KMGsxTjErTEtDOGxpZ3NBamFYWXhUY0QvcVp2QVdpczJDdStGV2h0K0ZiaXNWd1ZqKzgydyt4SG1JeXprSEJOb09WV0xqUUtXVTdNOXFhSzRuTUJmOFBUaVdzQkFHak9iQ2VUSW1KWCtmYXJZL3c3ODVKa3hRMFlmRDQyYm9sc1JxbHVVdGVaem5oM2NaazVleldYZERQWTJ2U2UwNmtsSXpmdkhjdGdML1FmMFBRTlcvZk9VcExVVCtObC9rT1laMWFPWlNndm5HNXJqSXArbVRVM255TXRsa0FqUFMzYUVRQ0F1VGwvbHdxY0YvVzJOUHdVQUFCWjdYMGhmOE96VS8rd083ZFZMMlEyOUJMaFpSb2ZlKzJUWm51ZGxYVWJtS0NNUUVmam15V1YyaG9wemZtOS9zWVhBQUNrRU50SFIvVVhBUUJVTURkRDJQWmE3TDEzK2VxK2JrVEVnUk92N1I5WXUyVlBtcUx3dk9EaytjQkVPL0kyenJuWmM2aXhOL0c0OWlWSlR3WU9OZnhEN0JlUnM3eldnNFFmQzhRc1Fmalcyekd6MGNXbGUxZEt6a29sbU05RlB1YlhjQm5za0dIbHBiN1FzMFpCZWUxcWxKVFUwN1p2MmlnQXdJUjdPeHRSUHllSVBkL2oxMDdPdUEwQUZQdnE3aU1pMXB1UUYrNzAxYTRpb3VWSXRMaW50ZkhuMHhhNjNZcGR4UzhJS1E3M3RqVkY1OENYYk5xZFJJUTdEY2EvZjd4Rmkyc2pML0x1elNiTzV2VWNxdmM3dmRWRlpJSVo2cGplVWwvc2UveHJBemZZY3htWmVvckNXTjYxZDEveGc0UCthc0tpd0JMUEZoWVdGaFlXdHdORVJvU1NKcjIyZ1FDRU5TcGxjYnV4eFBNZHdRRWhSY0hZeE9nem1lT2pGNCtkZXZGQW5IQmV1MlZQR2hkS0tUSTVxTnJVWTkwSHRmZW4zaXZ5YXRtTW00c2w0U0FZZVBWa1Izd2NrM1BPZ3EyQXNtQjRLTktZZU9RSkYyMTdlYkJWKzE3TWF6bEVaUFowdmZmQmhNTnpocGNiNHI4Y2R0b0t3dWhQaktUSzl1MnlwNk5aUGh3Ui81S1RvOW1TbDh0U0dBLy96OWh0cGxxZUl5UVBDZnN3czBQS1duVm81UGN3MlVxTmMwMDM2ZlFXWStiNlVWMzVBVXhEWTNtZVNERUhuaUlSSERkcDhKL25PREkybWRKODYwenJoRWhlc21sMzBvS01sSExEVUhyZjZ0VGlLb3dsbnRxN2lNRzZRTnJwM3dQczVIS3UzRVJrQnZzUE5PcHJ0K3hKVTFPNU8zenU3V2VUbDYzZExLWFoxMy9nbG5BdTJsRjdONXBZUUJMZjYwbC8reFdZYkQ4R3dFOEZXeHArVU9pcm1vdFN1Zi9DVmY2enFIQjJmMk1PT2hRM1NlTUtDbnR2c091ZnJrMjdwRW5IYnpKbFRxQ3Q2YmtpNzk1c0NYSmowTi80TTJmWll4bW9LSlZDUkxwR3BXRVdlV29mUUFhbmdsM2F0VnYzTTdKSkdKSFdZNGVmL05qcHJWNklYUG16NEJpTHpqUVhlZmRtY3drczBLcTlIUGRaVERodWwxM1g5ZXBZNFZ4Y1dWMEFFZ2RNRTlJWjBraHZqTUdiMDFlN0NpVDdHZ3JvSEI0YytTaHpLZk9SYVliNnVwcHU1bm0wZVp5YmQ0Rmh6R3ljNVhZcnJxRTFud0trZ2REL3dpaXQwS2Zsa0JRYlIwenhIM0huVy9uTkJTVFFDWWlab2RhR2FaRlVFODdiaXorRndLOE82T2VqNGpmUHZXZUo2ckQvUFpCNTRMaS8rYU80ZmJxL3VZQ0RzbUtBbERjS2ZWVTVVbUJxNUlKNkpQNjhOYVhJTGpZUnlWZVNWSjBqWitzanFCOGVaRU9VZ2FrU0FBSEoraEszc0xDd3NMQzRQWXdCZ0lOZ0lwV0dDR0RHSW9TRnhaOFNxMjM3emdFbm82cE1pSXpjVEh3ekxjMzJGOFNrSFNUMkJXS0VjMGxwMVd3RjVGb2dVRURnWUtnamZrYlU2YXYxQUlodHVvU2Zubjc5eWVHNDk4b2V5K0NndXNZakVNMndkWHFyaTFEd0JkZkRhaERnZ01pRVdkc2xLZjJHd2lySm9GT2hqaWVtUmZKa21obWxSc1RzZjd0ejN3M0hVckZSZ0hFdTBQVlVuSGkxTHpieWhJQ1I0MzdsWFR1a2xtRmtQUGptbTk4WnovYnRzc01jdVZHWGNBbzVyc1J4R1Vwc1ZRY0FLUEpHdGlpU0R4RUNNd0NPWldEbVo2VUpsNmVjdnAzT1I5VDU2VW4zb0dHK2RheFRpek9SY2xYVXJoWEljcTZHbFVOdzRJQndWYXg5MkRUMEQ2WWN0TlBUYk9XNlFXOGtMNys3Rk1FYzdXbmRIelg2Y25ycU5wb0dMR1JNRGl1TWhlREFBWkhuZVhRZVE4aXhEWTM5Sk5lclpTRmhrVEZxdEYrSWFaTm5qdVFLQUFFNjhGQ2c4OWJuRlV0aCtaNUZnTGl3cDYzcE9hZTNlcUVrMjEzQlEvVS96M0ZycVdpemw0UU5PaHo1T1BuYWdyU2tyU2o1OGFDL01Xb0taMXVzNXhBb1F6MGRUNTdLOVdwWklOa0d1c3grQkYwVFdkTTU3bTh1UUxDdHZUZ3lNcTJTbXVMUU53cFMrdDZQeVV3dXJxZ3JGb1FPQUpFT0FCQnFhNGdLWVdmWlk4dVE0Q0dTOGhWVFo0SE1qRmxid2lZZENYVThjVDdYdXp0TDRVYTV6c3hBZkFaekZIUTY3djFMUW1EQk1QLzFUUGNCSnVlT0ZSQmZNd3o1bjdIVjdzTHlQWXVTd0xHZEk5akdEUE0zaWV0eWNqVGJuS1NsbjBmZ1dib2NlK0ZzMTQ4bjJ1ekx2clhNNXJCOVZhTDVzMUJyZElaLzRucmMzNWpqc0R2dURZK2FvVFFTdVFnc1BmS1JlbVRLb1QxNmJGVnNJWUNobXpoNDBaR3E3cUF4VysrSmd4UHU2VVFUQmlhVFQ4RXRMQ3dzTEN3c2JnZTMzTFlKTGZGczhYOEFxL0o4aDRCSWZESUVua3d1NHY1RDd2SlVmd1ZKcGdwcHZoaHFmL0pDN0h0U1ZUNExFajRRaERkNjIyN0ZGZ0VBRkZkcUJXU2FtMGtxUHp6ZThlM3BPYlNjN3hBbTY1b1NxOFU3dEpWQ3lPVTlyZlcvQXdBbzhqeitJRW4yTVlKY0M0SjM5aHlldmcrWHQrYXpFdVc3SjlyM3YxL2txWE1paVBTZWxuMXhHY0liM2RvU3dVVjIwTi93UzFkRjdkL1FxSHdoOU9wRUpUWkR6czVGZ0ZFSGcrMklyUFhvcTgwWEU0L2g5Tld1a3NSc25NbGNDY283TnRDek1TS1BCRHIzUjBXcE1UZHpKUU0rRXVwc2poT3FHM2JzbllVR1cwUFhML25QaHA0MVhON0hQenRLNXFGVG5mc3ZUcHovNDMrdjYrSjVoNHJMU1pyaFlPdis2Q3h1c2FkbUtURktVZ0hLQm1EbzIxT3Q0VFpNM2liRDdPVTMzMndlTC9SVXU0bGpmMndrVmJHMzlodUMrRW5HNFBMeHRvYTRlSzc0ejF5OWYyVEVlQUVteE5pOVlreHZBd0J5MkVXaElQUGp0enIzWFM3eTFEbUZnZ085aDI3ZCs0MCtMVjFJRVczUHRwRytFUmowVGMyNDUza2VUYkVyU2Y4WU9GUmZQY085OUVpcFhPdHIxYUxSV3dYbDFRVUF0SlFSbmlSQVIyOTdRMXlsR2xIMUNUTFA5N2J2UDFUb3FibVhRUDNncmM3bXk5blp1K3pKa1BLcFFFdThLVnNzeGQ3YVVnbVVFdkkzL2VTVHRsbFhXalZiWWZnL0FpMzFqOFMrdm5iTG5qVEcxWElHZ0tZdVgzcjdjSHk4RmdCQThqS3pqSWptaE5xYS9qbDZqYzVIVk9UbWw1RFlyM3Y5TVJGWEV4Rmx5YVNibitscGJmajM0c3JxQWdNbDloNXNlak54djA1UDNVYUdwQVphVDcvbHJGajM5d0YvUXpUekhCbWpHUGRQU3p4YldGaFlXRmpjQmhoamhGRnZFU1Fpc3NTenhXM0hFczkzQmdpRWJGSTdFek9sZ0NrUk1HZHVKU0JtRElhVm43elQxUnh0L1hVK3FDWExpSDZmSkRoRklIQWdyTWJOdEJaVTdGMUJKTGFhSkovdjYyaU1FNzJiTnUxTzB0T1R0aU95VUcrN2RnRW1LNVhTMUpjUHNlRkRBQm9yOUlvTm5NUjFTV3hNTXVOR2I4ZVpqK1BPZU9kT1huaHpUYUVPOU1GeGYvUHh2UHRyMXdMUXdsQnJjNXhyYy83Mm1zVmtNMHJwNnRWZk9DdHF0cEtKYjRRbUJYS2hyeW9Id1Z3cHBiaHNrSExrV0l3NzhxM3IwRllRbWZsb2lnc21zU0VGZENrWUgrbHRhNDZLMGlMdjNtd09TbTdBejUrUFhadnQyMlZYaGEzRUpCYnFEVDFyRkpkWEYwZ3dQempWMm53cEowZXpKUzNWdHdES0RnQUFSSjRXVERzVmpjVEszMTZ6bUJCS0NJaEpZWHp2VFB0M0kzbWVSMU5zekZHS0J1c05EbDhZTFBidUxTUEdMd1VQTlp5RFNjZnMyWGE1aVFqNkVYVWViR21lTm1jOGNWNWFlaVlaTzRSUVgrS3FTaVVWais4MGRISGt4R3Y3QjV3VjM5cEtKS0czWlYrL3E2SjJMWkZZMEhPbytWRDBjL2RXTHhRZ1BodHNmZlVIYnJlbUREbGtLVU82Rkd4cHVBaVRndFBHN0R1bUMrZWR2TWl6cmtBS0dlNXQwNktWMklMeTJ0V2N5Vmt5UFA0S0pDVVZLYUJFVzVlZEQyckphSWlISkpIT0lzYkxUbysyRGtHM0I5dTB0d0UwbHI3YTNDSWpNQzEvUFBxNWVPcWNnTklsTWI0Tk93N25JMm95WjU5Rmt2K1UrSHBxcW5JdkF1aFMxOS9xUGZ6RXVXbExLK3MyZ0tSaVE2clJFWUU4ejZNcHlCeGZsQ0JEUGY2R2hObnFuUndqK24xTXNiM285RlN0QXhQVFIvaFFZcXM1dWlwcTF5Qmdxcng2K1dXbmIyMnBBdnkzMDg0YlNRSWdBQ3IydklyYXRVTmg1ZHgwSHdBTEN3c0xDd3VMUHdvQ0FnUkFCRWxrVlo0dGJqOVcyL2FkQVJJUm4vZ2JFT2RjQUFEUTNMa1BFTENGWmxqNTBUdVRzNjR3S2FwbHhIQXhWTUlNTUd0czFPaU4vWS83R3JjMlJ5SCtlU25oV0YrN0xXN0cxT2w4Ukkya3A3b0k1T21wTnVCQ1g5VmNoOE8rV1VSc3ZXZGF2aHNwOG9aWE1zQXNBaHBDcnQ4MUVMYjNKanByRncrdFc4ZVE4ZU90N3g3TDlXcFpYSlVyd3g4cGJiSGJiTmk2ZDVhcThKeVJzUG9ieXB4enR4UVFEblc4M1E4QVVGUlJuYWRJdnNnMDhTS0JNblNzbGNmbFVjT2tzR09ncnlYQzl6Z0RtMklEazFDWk94RG12Vk96dXE2SzJyVUFTdmJvZWVVUEFGcnMvQ2xtVXNiRFhJciszbmJ0UW1GRjNTYkpNUld1WFRzQkFPUllFdDVnQXI5eTg4emdXVzRIOTlCd3VIdksyZHZwcTEybHFMd0FFTWNSOEhodis1TVhWcmcxaHcyU04rc1NUZ1E2dFE5Y3MrZTRBZFNMd1phR3FFQ2Vvd29uSXpGUG9EUkM2ZS82RTY4SEpzVmRCcGozWUZoLzZlckk0RUNTYW02TzZPS04zc05ONTBvcTZqWUphY3FlMW9aWG5aVjFHd2hoT1Z5NzFqWjFyU1dsVmJNbFFRRXAvSWNBWGVaWXNsbUIwamdYZXc2cHFZNTd4OEo4V2k2MnEySnROZ2RwNzIxcmlvcGRaOW0zbGlGbnl4amhHYlFuVityRFp1Qm95MFNNVTdadmx4MTFXWTRBdVNhRkQ1SXRlVG1RdVN5bzIxNmEySjlaQVNTdmhRNHJNMWJXQ3l1cU5uRk9mdzVNLzNGdnk3NnJNMjBEQU9DY043K0tFTjhQK3BXNGFLdWlPZk1lSmtGMllhakhRaDFQbkVoY1YrU3Qyd2FTL3B4MCtQbnh0Z2tqTU9lRFdyTEtrdjZHU0w3ZjQyOXVUVnpqcWxqemVRYnNiV2xHbGd0Z1dRTjg2R2lzMFJ4TVBKeFlJQW51dWhwbXI5UGN1UThJRXo0NDJxTEZQVGhpbkJQY21uVkdoWEJlaW4wdytaT3UwY0xDd3NMQ3d1Si9FNXo2dmlWQ0FQMy9hM01MaXo4V3EvSjhoNENJZk9ydmhpbUUwMXQ5UDBPK0plQ3ZmelJ4VzNQKzdMdHNFdWNRd055Z3YvN2ZZdDlic21sM1VycGQ3QWJFb3ozK2hsY1QxMUpLWmpaeTBFT0hKbWFGMTI3Wms4WkIrY3VnditFWkFJQkZpeDVKUnE2V1JTTG03eHljN3dpMk5Qd3djUi81MjJzV0V4TWJReTNOUHdRQWNNQzZDLytTdGdBQUlBQkpSRUZVUHdNcERpVE9qTnJUK1hZakxJNmtKTE5VRXBnZmJHMzZHVXkwa3k4QUFZc0lqQnVxQ2xtQlE0MnZKeDVqd3NoTXJya2V2dEE1MTdIMEVRUFZGemlLemFIVyttajhsTk90elNIU3Mzc2l0bGJvbjVqMW5jSlZVZXNUUW4reHQvM0pDMFVWMVhrZ2FYYW9yZWtQTUZteEpNSkZ4MXJxWDNSNjZ2NXhmUHo2RDArLy92MFJtR3p6NWdiY2JhSXhpQklkd2JibTB3QUFzMjJSZkNUNzFlUHQ5UjhVZSt0eVNjSllvTzFXWmRQbHF5dVVrdFlBOGd1OWFhZGVTb3pZbW9KQmFqNmd1QmpvZXVxUzAxTzFrWkZ5NWRoaDdXT25yM2FWa09qb2EydDZLWDk3eldJU3RMaW50VEZPZ0pzS0wyWWcrMEl2YW1OT1Q5VTZZZUxWVUt6anVxL3VLNlk1L21wLzExTXo1Q2ZqZllHMmlTeG1pR1p0eTg4TmhQbjNzeHoweFI1L3c0OWp0MDZqekNKZ1VDcXZYUDRHbTV1MUdBRG5oUHdOclRCaGNyYVJKRjd2bVNGbkdTWU43RGpJdnd5MDFQL0RUTzlIejlkYlYwMFN6dlMyTm5iRXZlNnArNHBPY055bXFsbkJGcTAvY1YyaHR5NGZHWlFKTS9LanZzTlBUYzJuSXhqR1RnSitzcWUxZVZxZXRhdWk3b3RDbDIrUUE5TkIydFErLzdkbmlOUGF5VGtxZjlQdHI5ZEtLaDcvakVucWliNTI3Y3owN1FCdzhvRUdaeHlaQkhteS9UczNadHJPd3NMQ3dzTEM0bjhQSEVjaUIweTRiUk1Ra0NXZUxXNC9sbmkrTTBBQVloTXp6d2pwYzlldkJ1Q3pBaTNUaFhQKzlwckZpcUI3QlpnZm9hQzRPSitKdG1IeGx4TEVzUjUvOHd1SmF3dDlWVGxNc3J1RGh4cCtBNU91eThrT2M1c3V4djhkQUNEWHEyVWxNZkhweUpEeG5EM0Z0bG1uc2VjUzkxRlFzWGVGQXJBcDJOTDh3eHkzbHVwd0dPVWliSFQwZGQweWk4cjI3YktuMHl3M0NucWJjVTRBcGkvWTJ2UWptSXpGRXFaUlRBQ0REUG5jNEtINmc0bkhjSlk5bGtHU081R1VjN1B0Uzc5azZ2TDNOaHV1Nng3anY1cmFKcy96YUFwRDA2VWIyRGRsa2hWN25TYVpWL3Zhbjd5WXY3MW1NUktmSGNvNDFRSUFXRlJXdTQ0a1pvZlBzNE5PWDYxSGtQRkNmOWVFY0Y2N1pVK2EzV0F1a3l0aktGbDZzRzNpM0lyS2F1OUd6cklDTFZwTG5rOWJRbVF1djJZb1U1Rk1tTyt0eXdHSjZ6blFSUmxtSWZEUExKeGRaWFdGeE0zVTBLSEdONXdlYlIwcDV0ekFJZTBQNjB1cjU1T0UxVU5zNEExbjJXTVpwUEQxR0dZeE9jWTdlVkhGNmpLUWVEWFUxbnpSNmExZWlNaFdYaG9jZVFrQUlDZG5weTFsZWZZbU1IbFBYL3RUY1JYYzlhWFY4NU5zN0NGNWhmODg2Z1R1clY3SW1PSUt0TlQvYzJIRjQ2WGNNT0phcjUyKzJsVUl0SjBNK1BjUlI2WWpCV3hySThRQ0FBQWxsZG9hSXVFSXRNVFBSVStSdjcxbU1ZSzVRNXJHdjgzMC9nUWFjM3AxSHdGY0NiVTJ4R1p4bzlOVFYwSk1EanNBbG5XM05CMlkvclB4cldVSVlxdHBZbHZzdFRyTGE4dWxsSHlZRHlSVzNkSHBxU3NSQktlWUhSVm1tRmxYall2VFhNRUwzRnFtNGhBVjV5Nk1QVlZZV2VNU3dqelgwOW84bzNDZW5WRXl4eGg3ZHo2Sk1FaHBqZ2JiRzZZOS9MR3dzTEN3c0xENGt6QmwwRW5FcE5XMmJYSGJzZHEyN3d5UXBpclB5T3lNSjZjUHNwdlRuSVh6Zkh1V3FEYk1SK0E2Q3VwUGREZWU0eENmWm96d3l0RDRpNGxyODB1cjFpRGgwbURyTzlHNTRHU0hmRkFJcGU5NDI5T2plWjVIVXh6U2ROSDQyQXYyRkg0dk05bXA0MjFQajhidXcxbjJXSVlDU3M2MXNQbzdwL01STmRsaHVoUkRudXpyMm4vMjFsWWF5NkNzWWlLNk5BYjhJbGRrL3RDZy9tc0FnT3lOV3JwaVR5OUZZRmNVVkcxdzdWSmNtemRNemdPVG9teEhFbWNGeWZrUlU3ekliTHhFaEZsb1NpUm4rM2JaRlo3OGFaUFRxV09IbStKYWFsMFZ0V3VaeVpmd3E0NlR1ZDdkczJ4MktCb1pDUWZod0FGUjdQN21mRlJoYVkvLzFBdU9KV0tETU9XVlB2LytjekFwbkZQVEhCVUVmSWloNUtIV1UzNlltcXZsc0R3NC9rcTdzK3l4WlNxWXJ1RmgvZFdwTnZuQ3lwcGxIT1VhQUFBSjhsZ29wcjArbHFLSzZqeGdZa0dvNVhSbm9VL0xBZFJYNGVVcnJYbWVSK2ZaRkg1ZkJFYTdiZU96SlhMbElTVHplT3grU3J6ck5uTkQzdWhwYXdnVlYyb0xFUGw5NHpSNjVLTTN2ek1PQUdCZnV2SnVJWlNSUUx2V0Yzdk1EVHYyenJJcHJGQWF4cSttek1UQStZaUt5SXFsRVhuRjZhdjFjRk8vRWVoMFJEKy85YjdhVlNEaDAxSVhyd3lxTjgrbHA5bytoMlFlUDltcTNjajE3czZTSkZlTmpsK1BNNmFib3RpdExWQnM4R1VBZGp4a0prMXJ3NThpenhNcFJtUTVDcnYxTUdUeVhwY2dreXNSY0xUYlAxMDRsM2hxNzBLRmZJRHd3WWh5TS9wd29haTg1ak9nWUY1RXQvMHFzUTNiNWFuT05WR1NnbUNUcGx3aGI5Z0RVNDdjVTZ4d1AreFFiTExZME9XclMrY2xyVUVDWmZ4RDIxc3puYnZUL1kwNXlSbXp0NEkwaHdBQWlNUTBaM2dMQ3dzTEN3dUxQeEdJTlBtblJHQlc1ZG5pdG1OVm51OFFrSWdESXBDVVk0UFgrbDc5OFBYZU9CR1E1M2swUlpXT2ZHQlFZSWJadi9aMVBSRVhaMVZZV2x1R2lLNUFTOE8wYW5WSmFkVnM0SHpOeVBuVGJWT3p5OFhlMnJyQWVmWUVUTFphSytDNFh3Q2NWcEtTS3lsQ3J3Y1BUNDlYUXNYMmhac0QvSmRuajJyaGRFLzFlbFhpZUhmbnZyaFlxUHdIaklVazBOYnJienhXNUszNy9CaUdYem45K2xQRFR1Y2pLczB4eTh4UnBaUGJ4ZWNDcmRwL3hHWU13MlRza0lQTU1qVE5UbFRVTGFxVXA1aksvenJrUC9WVTdNeDFGczE2aUE4Ty8vYk5TZkU0UmJIN213c2s0ZjJoOW9ZZkxObTBPMmtoUy8ySFFFdEQvZFQ3NUhBOE5BZzNmK0wwclYzQkNWZDIrNXNQd0pReFc1cjZ3TFh3K2QvTnNpL2VHVG1yUGdkd1FCUlhhZ3VrWVM3c2FUL2R2bUhIUGVra2VUNWV1WEx3ZE9qWjZKTlBMbUV6U0VxNnByTmZuTzFxbnRFd3lsbjJyV1VneElKZ2UyTkwvdmFheFNqTlphSFc1b041bmtkVEhNeCtYN2UvNFZmZzFwUVN1L2g4OTJScmUvUitsbGF0SVFZczBMay80SHhRUzVhNjJCNWJyUzBzMXhZeGxHdENyZlhUeEtaZEtKc3dFdWtKZEQwVmZjamltamYvWDRJdERYOWJYRjUxbnlRYUMzYnNqODVMTzczVkMxRkNCU0JkQ0hYdWU3V2tzdTYvZDdjMi9BQW1xOXZKTExVdTBGSy9lNlpyTEhCcm1aQWt2b1NFeDRPdDlkUGFwcWZZNk5OeUJNamRGeFQybFFzdjNvcjJjcFhWRlVwVHprUEdhT3c4NzBoY2wrZDVkSjRFZVQ4QnBvVDhqVkVEdFdKdmJSa0JyZzYyTkR3NTQ3RklibEFrNjVWaWZFNXZ4eE9kTTUxVGxtT3hUNGIxRXphN21pbVE3dXBwYVpwdUVEYjVnQVdUN0EvZHZISHNJRmZUYW9VK0FHVGxQRnRZV0ZoWVdOd1dFQmxKQXNKSlExMEFhWWxuaTl1T0paN3ZDSndJS0thNkJDaWlHNGx0djJnRDI3MUF0TmdjTi82enIydC9qSERleVowVmF6WWhVY25WOGZPMWlYdk85V3BaUk1ibUNDaEgrL3NQNk5tK1hmWk1uSFZ2eEJ6N04raC9XbmM2SDFGcDlyeHR4UEM2VGZBTVU0aVRQWWNiMzR2ZGg3UHNzUXl5cWR0b1dMeDQ1bWpEVUVHRnRrSUJzVDdvYjRockc4L2ZYck5ZTWZsbWZVVHZjRlhVVmdMUXNmNURrL08zczJjWGNSMnZzeVR4MExYeFd5M0VzU1F2TXpkTGtHZUEyNHRRaXB2QStCcUp4bi9FQ3VjaVQ1MVRCLzFzWDRKd2RwWTlsZ0dxdlJpdVhQcVBQTStqS1RaTUxoczl4L1pQM0lQZFdjbVFXalpzbUwvSjRobUxCS090M2Y3Nlc5RkpjK1pzQllMM3NwSVdmeGJId3kzOS9VMzZocTE3WjVFMGk4Sk1PUUx1WEZTRlhzSWw5QVVtaGZPNjBxclphYXJpa3lRR0VPREVKemt0TzhzZXkyQmM1S0FwQXRtK1hlbUtpYm1TaVJBQWdBMXNtNG1ySVFDQUFwdFJFakZsTUhadG5rZWJwekl6ZTJnbzh1ckVENFo1RDVrVWJSSGVVTHAzcGNMTTBvRC8xaXd6VEZibU04V3M3Y1RvdytEay9IT09XMHROVGpJcnhzNjkvVCtjbnFwMXdCVUl0VFM4RnJzR0NEMElPQmp3Ti82WHkxZTN4WWlZcjhCa04wQXltSjRCdUxsM3BtdGNzbWwzRW5PSUJ5VENoVkRMTFdHYlNISHAzcFVtaVQ4REVyc3Z2TmdjRmM1T1grMHFJRnpIZ05FNDhiYkUyZmxzbjVhdWdMd2ZBZXpCbHZwb0pKWExVNzBlR0JZSU1LZEZaZVY1YXU4U1pLNUFTYThSUXJadFZEK1N1RTFPam1aTFdXTGNnd0krRkVrS0NVbExlL3lOTXdybkpadDJKNlduMnJaSXlmdG1wYTE1Nk1aUVJ4OENyQUZFU3p4YldGaFlXRmpjSmhDSUFCQVFnS1JsR0dieGZ3Q3JiZnVPWVB5VzJ6WVFLS3FlbVBOY0JveXRJekJmNmV0eXhNVk9PY3ZXNVNDeGd0RXgrbEZpTzZxejdMRU1PNXB1aVJTY2NpUk9wMWx1a1BMODhiYW5yd0lBeWpuemN4akhBUkowalJTUjBxUHpZN0g3V09IV0hNUlVKNFhwUk9qVjVvc2xwVlZyRkNsWGo1MlBqKy9KZjZCbXNhcHkxNmhoSEZhUytRYUQ4TnlVbTNlUnQyNGJNajZiRUpQSEpmL0RURUxUNVh2Y0p5VU9NOEhUQU5nZ0l1TkU5RkZ2eTc1byszSytiMkptV0Qvdk9KYTRIaFgxUGpNaWpvZEN6eG9PeFhHLzRLS3Z2MS9UYzl4L2w1cEVhVTRKNGxXdTJFa3l1UHQ2K09Qb0xMZlRWL3RwUURTQTh3d3lqWmRDWGY5MHJjRDk5VXhITXZjUXlkNlRyZHFONGlUNUJTRGJlNEcycGcrbjdtc3FWNHNFeUZHSi9FWlF0NzJkZUQ0d0tWaFJzVmVPUmlKOUg5MjhQcDVCc3o0emJpakhlMXYyWFMycWVQd3pKc0hWd0VIdGZWZmw0K1VnbUhHczgwejBvY1c2MHFyWkNqZktLVHplZmZyMUo0Y0xQTlhsQURqWWU3anBQQUJBY2VVM0Y2aUtzaWJRZWpyQjBHMG56ekF6N2tPazg2RkREVkdYNm1TSGVhOHc5VGR3NlpKVTVPcGRFVEVlSjlRektlTmhRRXlYcHY2aXkxdFRJZzBwMk0zcjd3SUF6SkptaVloUUlMRWxldXA0ODlKU3Y4eUFVZ2JwNWgrbXZ6L0JwazI3azBoVlBpc0pYZ3kxM3NyeUx0eFdOWmNSYmdJbWRBcVBkWnhzMWVLTXR4WTV0ZVFNTWo0RFJFbHluRVdyNjRYZXgvS0JzZjhtRGYxWGlXN2VLOXlhdzg3WmVrYjRzVVRLRzJRRG9jUXVCUUNOT1phSURjRFl1S0hJY3doc2pVbmhhUVo3VXl6SVNQNjBBREZLS09jT1hubnY5d1Nrd3gvN0QreUtGWTVGcTNLM0xGMlRXN3h3OWZxNy81aGRXVmhZV0ZoWS9QK1VpWWZVQkVTRWxuaTJ1TzFZbGVjN2dSd0FGTWdCSjV6RGxMQTlLcDZMSytxS2djaHJoSlh2OVhVMW5vMWQ1blIvWXc2bzhIY0M1ZjVUL3k5Nzd4MGYxM1hlZWYrZWM4NjlnMEZsNzZJZ0NSSTdDR0FBVmxHQ1JSQ0ZzbVhITm0zSHU4bDY4K2JWYnZ4K3RGa2xqaVFTZ0ROaFU3RWRPM2JpVFpTeWllUEVXUmNsa2lXaWtSVFVSUUlEa0pRSWtSSmxVUkpWV01TQ09qUDNuT2ZaUDJZR1FwTTN5ZHB2SW51K253ODV0NXh6KzcyNHYvdTBwOTRYSkttWnQzdWl2ZlVlbWYySFdsUGxoeW9ibW45ZEV2eE1kOXF5WEw3bHJnVUt0T2pDTy8zUHpKeFQrUEd1bGpIVzJEVFR3NG0xa3NTN3ZRZnZmYjJzT2pxTlBWdHlJZjdHd2ROOWZ6MzZBRXZWQTdhUjRjU0ZBejdsTDlRK1hHL0xudU5JVzRxWlJFTW9QMjVHbnV6Yjk1VkpXWW1yNnBwcVhNQ25vVTNBc0VWYUF1MFVPTmE2WnpTYmRXbDkweEp0dWJpbjQ5NS9uTmcvc3JYNU41TldEaHc3dU9mMXF2cm1MNUlrSHVsdGVlQU1BT1NFNTZ3aGhWZTdIOXY3VG1WRDA2Y2QzQk9aand5VjlVMjMyUkY3eE9TWVlodnc2U01kRDd3ZGlkenVVVTVCL2ZuNG0vOTB1dk92NDVWMWpSKzNDZmQwNzhHZG8zV0d4ZWgxQXBkTG9wTTliVHVmbS9xa2J0TjVPZTRUNStQNmg2Yzd2NUtvckd2OGo5MXBhM2RWWFZPTkluWHlVTWZldnJMYXhnMUVhdWpJZ1doWHBtZEp3eDJoZkRGYnVsdDIvUjBBVkc3WnZsRXBQWGk0ZGRkb3JMR1Q4TTM5NmxMTHhCSmk1WFZMVnpKd050YjJmaWJ3TlZ1YmZ5Y0lFdi9RZS9IeStjbzVjKzdxYnRtNVo4THgrN3hpV1JKMzhXYUU4cThKaVN2dWFkdjFmUUJZVS8vbFgwbUl2SHowNE81SmRaWlQrN0xrTjBBeXMrdjh1YTlpakR2N1JHeFI3amZCL0ZCdis5N1JEeC9GMVYvSU1Ubm1keXk3Sngwblk4YzZ2elkrWG56Yk5yMWcwUDBHa1I2eWNYZXdwM1BYQmFTdHlpVDRyZTYyM2Y5MXFuWE5Edk1PeDhudkdERXJZKzE3LzJtcU5zdXJoK1pBK1l1N1dsOStaRTM5c3ViRHJUdWpIN1R0YTdZMi8yWVFKUFpCKzVVK3FjN0JzNis2bkdra1VBQnByNmh5NjVjLzNyMXY1OE1mMUg4czA2Kzl0aWhmNWM1U2lwWVFZYStRV2tVQWFjaVRpeGF0K09TWk04Y3ZqNzRvWk1tU0pVdVdMTC9FREFISUhmVlVKRmJJSmd6TDh2TW5LNTQvRENTVEpKNm5LS1dlWmNBTU1kSWlRWWczaXJYZlBOSzVlNXpGZWZVdGpRdkpVMTlNT3Zjbng5cjNUaEkyNVRObnI5Zk03eDVxaS9aSElyZDdQSHR1cFlQdDdqMTQ3NnZJeExjcXRjR1I2NW85UDM5YlY4dk92eGkzZ0czYmRPWGxwZXVjWStrOXNLZHZlWFUwWDRkNG93ajNqTGR3UnhVbGVLTm9IQStIWjh3bFIrWGRMU2wzN3ZKYkdxOVdTaFlDTUtRa051ckNQWWJLMmgwckxkR1FVeEwza0Z6dUhKOFRZNHA2Vzk4dlh4U3AyekZmd01VOWdUOHVFVnAxZGRUMGg0TktGYmh1KzViL1ZrVmQ4eVpCNHNDaGxnZk9ZTnMyWFRtd1pKTVROM0orU0w5ZFVkdjRNWmQwZmIwSFVsYks4cnJtMVJCKzF3dDdWenUyN2tqSHZhbk16Yk5ucndXazkzVG5YOGVyNnBwWENQaWRqTFVYMVZGVEVVcXNKMVpoUlJqb1NxaEo5WlF6Vk5YZXNKWXRqcDd1ak1iTDY1dlhNOXhScERPQmk2V1JRMjNSdnJJdFRkZDdtcnl1eDZMak1sZFBwOEsxRnZZWUFGVFUzVk1DMHQ3aDFsMmR5TGpRYTc5T08vZnNxZlp2OVkvdGwycnI1dlcwdnJJZm1lenJYdnltNUhEd1VCS0QvWkhac3o4eC9QckpyNHp0RTZsdnZKRWN6d25ZKzZvbmVUTTVTRjdWMWI3Mys1bGpDNVlMUjhjSThiSG52YXJPMW9xaXZNR2tmZkNEaFBQeTZpL201NGFtZjRHQnAyUHRlMXN5MDljMlJBdVo3YWNjcUZNRGIvVzJmL1hjcE9YMzI0OHdjRkdjdk5CN2NNL3JTSmNuSTJVL1lSMitObkZkSld2dktDeWNYcmc1U2NGM2ZaaGl4OEdVc2RlbDFYY3Q4a09oVzVLc1d5dnJiL2pNNGJqYVBWVzcxUGwyNjUyMUx4aVRFMGttWE96UXdXai9xaHQvNDlyaC9wT0xPQmdDQThIL1NUZ1hGeGZuc0Y5VVNjQWFVcWdDc0E2Z3E0aWdLZDFHZ0VxVDcvM1B4ZGV2L09NM1hubXg0NmN0TDB1V0xGbXlaUGxsZ0pTU1RNSXdJWWh3MW0wN3k4K2ZyTnYyaDRCaWF3bnlmcDFuazVQamxsZEg4MzJGWHdmVUU3SDk0VE5qMjYrNjhaN3BucTgvSTRKSGpyWHZuWlFWT0ZLMzR5TStJOW5Wc2ZjSUFQQ00yYXVOY3lPOUxhRVRTTmRRaHFpMUVnU0hpZlhTdUxJL25CQ0RUT1dYYnlnbmpXUnYrNTRuaTZ1ak9YbTVicXVqNVBHeExyY0FVRmx2UHdvdEYwaGd5UEVOdzJkUzd0eVJtcnVMdEk4TndsRHM4RUtzWlh3Y2RYbzdsalBVSE1YMmtnRldCSUxYeWZNTDFZVnpvMkl5RXJuZEE1a2JLWjZJVFN4SmRVVW5ibEJXNmE0Ty8xanVWVUdaVWhqc2JuM2daUUJZTTdCMERUTU45TGFlT0R6RHR4czBxWi8wSHJpM0R3REt0elJXUXJqSWtSVEFjZERUZHU5VFNBbjVMV0FWZExmdWZybHNTOVAxam1qUnUvM0RMNlNQRFZXRjNVWmhOU0pLaUYzUU5YRjdScmU1dG5rdEFNU3NmcW15cm5HTkppZzZmK0dsU00zdkx5Ynhya3JTeUpHcTZ0K2JaelN1Nys5UDlJdy9uazNWVHBEc2JUbDFzdXdUMFdtS3pQTExaSHBTeHlLYUswYXZJNmVlejdpUWp6MldFTFAwM0pXUkp6UFc2Sms1UWFXRGVlMUk1MzJuODBJejFzSGFRMzE5UHhqOXcxTlIwN1FNUk9VUTJkL2JFWDFiakt0VTdKNEZnRUVmUzdXRE90dzJ1Vlk0QUZUVTJWb0dGWE1nYlNjTzNQdmVWRzJBYlRxY002dUJRRU94MWozZkdaMWNIVFdXazV0WWhHSDVqZTZwcnVGYWV4dUk1cEhDUzdIOUtmZnpzdXIvUGsyRjNSZUY2ZGtqSGViVmllc3FtbFlRRVljM1BkR2xWcm1qRTdQUkkvM1J5ZmZOcWhFTVBtcGdWOFlET2ZoQjU3SGNEellvSjFxZzVpUVRydWZvd1QxdmxUZHNuKzJGWjJ4Z20zZ1BBTVFsTDAyOTd3QVdMUXBmdmF6ME54RXE2bFVhanloTjl4UFI1NGlvbUFoNmJGTUM1UkhoTnFWbzBRY3VMMHVXTEZteVpQbGxRNFF6QXlDYUlud3NTNWFmTFZuTDg0Y0VJdEhwT3MvaVhRNXozbUwzSjBQeHhQYSt6c25XV3IvQTNDbU1RN0gyWFpQcTFVYTJOcSsxam9kaSsvY2NSdHBGbUVuaVhhMTduMGJhR2tuT3JoMGNTaDdJSy9CcWRKQTgydE42M3pnQnNQcVd4Z1hrMGJ5dWZic2VCWUNaT2Z5eFlhZjNIMi9iTmM3bHVySStXaTNXdlpZTUJXZENnVnAzV1E4Y1BOWDNyU1NxbzBaNXdXK0xWUWUwd21Dc2ZkY3JtRUFxU1pTc1NBN2IvVjZ1dnBGQzVvQnYzZTNkTFR2L2FLeVFWN1BuL01IUUd5cmExL2UxY1Y4YnI0M2NYcVE5VTlyZHV1c2ZLdXVpYTZCMVVmZStuUjBBVUhWcjlGcXhOcStuZmZkelpmWDNGRk9TTDNjZDNIc2NhWXV6SnBuamxCeEhvSXU3T25ZOUJ3QlZXeHR2WXN2OXNmWmRoOHEzUkJkNHltMCszTHJ6VDBmM3RYYkhDckhXR3EwL09mVEd5ZWhZRVRyaCtLOFN5M082MnZmOE9GSno5eW9MTS85SXk2NkhWOVRkT1NOUHVWODczTEo3ejVLTmR4V0VDa0wvWDNmcnJ1YXhmYXUyN0NnVFV1R2VscDJkd0RidEo5eXV3NjI3N3hodE1EdW9nUENyc2YxL01EN3V2VzdIZkhhNHVxZDk5NlB2VC92eXJWcXBzN0hXNkN1VjljMmZTN0I3OGRqKyswZjdSV3J1WHF3Ti9yT1FQTnJWdnZmRnFxMi92MnRvbU83djY5dzlDRVFWS0Nqdm1wRDVPME5GM2ZaTllKN25pSTRkMmIvbkEwdFNSZXF1cnlmd0luYkJYNDA5cDVVNTlqOHhtVUcyL095Ui9ic25YUnRWdFkyZkJlUk5CMFU5TFR0N2tiNXVUZGh0dDhRLzZHM2YwejJ4VDJYdDliY3dKSzVKbDNhMzdQcXJpZk9SOWxTNFlwS2xpV0YrUGpjdjd4TkpPOVQrNHNHdm41MnFiVlZ0NDRZQXNGYXBQQklWTzNvdyt2Ynk2bWkreCs3akZ5K2NldGo0UmI5ckUrK0JRR1BkNWdtQW1uUE55bG01UnQwQ1RZMFFMQ2RGR1FNelJDYmx5UU1nN3dIS0VLRUlwTjcrb09PWkpVdVdMRm15L0xKQm1mY0hJV2FSck50MmxwODdXZkg4SWNCYVMwYlNyOWlrUTNOVzFuelJXZjZ6aWNKNXljYTdDZ29LL005RDhIcDMyODdISmk0bmNrdlRkY1FTSGxMOXo2RTZhaXJEYmhXVEhZanR1M2RVWk04SXVTb0l2Vk5RbExNT1NUbmRkV0RQdUpKVTVWc2JyMVpPcjd6eThxVU9wTjJxblhPdkhlL1lPVTVncjZsdHVzYUtjMlNIM3dtWjhQb2tUUGVwbG04bGxpK1Arcms1dHQ0RmNraDgxdDM3OWt4SzdoV3AyekVmd0hVdTduVjQrWG90aVhxTGt2eXBwSXo4ZVVaa0ZWZC9JV2VtdCtnbXhNMDNKMlpmTHEzOTBod1BPWi9xanVzL3I2aHBXc1ppODN2MjdVNEo1OXJHcThRR3E3eis0ZlpJemQyTFFhWnM1RjJ6RCttU1VTSnVwbGJtR05oV0pHbmtBQUNKTkRSZFI0NGsxdjV5ZDZUbTdpSlNYT1V1blAzTDBlMnR1WHN4b0pZS3dUcVgvT01QRXM0cmF4dXZnc2o4bnFUWHNySzI4U3BvbW45a3hEeTJaT05kQldGNG13NjM3TjVUMG5CSFlRRjVXN3IyVFJET3RZMVhpZEd6dS9mdGJFbkhrTmZFM2Nob2R1dXkycnMzZ0ZYUTA3N24xTGhqV1hOM2taQXBUVUlkUXRwU0w5Tm5SMGpKNWNQRE9GTFowTHlSQXo1OWJQLzcxdDN5aHUyekZjeG5ST1I1UHV0MVY5Wit1VUVKL1ZsZlozU3dhbXQwbmpCLy9ETDEvL1ZVKzFoZWQvZHFrTGxPR1RyYjA3THoyYW5hb0xyYVZIcnIxMEpVbWJqZ2J6TVc0T0xxYU00c256ZUIrSW93WDU1c1BRYVZiMjJNaUVPY2xWN1IwN0l6bFVWODJ6WTlxOTk5QmlKUDlMWk1FTTdWVVZOaGdrcEFHeEJ5a3pJOFpkS3k0dXBvemtDSU54UGhUYi9BVkRrMlR4MDkrUFczSnJlTXF0VjFiaG1EUW9aWUdPcHNUMnYwN2VYTG8zN0lUMjV5UUUvKzdHdTJYbm56dFJjQmxJRjRWQTB2WHJxcVFvbmFCa0lWRWQweWRxbFRpMmFBaUNDQ0dVaG5FNFdWU2RieUxGbXlaTW1TNVpjUklpMENZVXFMYUlPczVUbkx6NStzZVA0UXdNd0VpRXFuNGxld3diTTlIQjRuRWtvYTdnZ1ZpcitGaFFaaUY4NU9xdWxidmlXNlFKUzkzcEI1OWxUTHR4S1J1aDBWWURLeHdsT2p5Nm1xLy9MbUJBZURIbUFJZEw1cmY4cXRPME9rNXZjWEU3c1ZTUm51UEhVcXRRekhVcEI0NjVYbnhsb09sMitOem5QV3JyWktkNXVjdkUzczRvZU9kZXcrQndEaHE1SWJDWmhoZkhyeDhMN0pGc0pJNVBaY0liWGV1dmpUeGc5dFlpZHZrall6SGF1MlkrMWZIY3EwbStWZEZSSEJPMTJkMFhHV3diTHE2RFNsdUh4d0lQN2RzZ0s3Q0dUbTk3U1lUZ0FvYllndUVnNHF0UEllSDVwV05OT0RyUmpzVHg0NDJiYzdXVnI3cFRsSzI5VWk5TExqWU8wSXZNZVB0MzkxS0ZLM1kvNlpFL3MvOTk2N0x4OEVManJTamRVQ2V6aVdqdUdkdWJCODg1c3ZIN3hwM3JYVnovbStkNmEzNDRHeGJ1dUZBS29CUEkvcTZvczVtdFltQnV3QkdJTWN3cHBqQi83WUlYbDVaVkg5anJtSjVIQTNBRXh6QlJ1RmJSZUFwUUN1QmRBR2JBTXJyRXYySi9jRHdNREZ0MjUrdTY5ajRlQ2wwM2tBaGlwcW15TUtsTmZkdm5OY0xPenk2bWcrYWI2Tm5UcHd2Q09kcFhyNjNLWGlzKzNldCt2NXFycm1GY0ljOUtTOUVESW9lSjltY2EvSFd2YzhWRlhidUNGSjZvM3VsdWlaMHRyb0hEaGJOakNZL1B0VHowek9yTDFtOC9ZYm1IUWxXM2VtZS8vZXRra1hjdVphREsxZFFWcmZGTEQ5dXlQdEdXdDNWTTBLQmFWUWFqNmNlaWR4UmowSlJNY2x4aXJmMGhqUlFzVWdKT092cTlIa2RSWDlTMzdEaVhPWEV2N0JpZXNxODVJclNjaUFaTFptZnJ4blV1eDBTc3pQOEcwTksvY1RiYzEwRm5telozLzAxS1IyQU1ycTQ0dEp6SHdDRjVHb0V6MXQwZU1Ba0h0VjBPQUlneHFZZlhuZ25SYVJZRU5LK0tZc3o4WFhMMThMVWQ4aVJWVmpsL2ZUUlBQNFVTSVJZUmo2TDhWTFZ6ZUFKUTVTSTB3eUFraGNtT0lnR1lIak9KUWFBVnhjcklvRE5pN0tHeEVWajdzclYwYk9uajA3Tk9VS3MyVEpraVZMbG44NWV1N2MwcHdSNzJKb2hpbjBrd3ErSXZJVlNjZ1JQQThtNUR6NEZFaUlDYjZCOW9tczcwU0hpTVFud0FlVUQ1RXdGTUlpa2d1aUhCQnlTU1FNb1RBSXVSQ0VCUlFHU1poQWVabVZFNGtDWkY3S3NVczRDWnNWejFsKzdtVEY4NGVDK1NBNEF3QWlidmpJd1Q4OEJHQmNGdVZDVjFqTEduUGg2YitabUp4cHplYnRNMW5iaHU3VzNYOEpBSlYxaldzY3FMQzM3ZjJrVzFWYm8yVVNKT0l3N2kxd3p1cXVmZU10MTVHYXU0dWdaZFdGdURsd3V2T3I4WXE2ZTBvYzZLb2pIWHZISlVOYVhoM056eFAzSDd1UzVoc1ZPZlkyc3NHQm52MFBYQUdBcWkzYmJ4YlFERWYwUnMrKzNaT0VNeEJWbUIzOFRrL3I3dDJSaHFaUGpJeVk1M005V3lIRUozdmJkNDZLbm9xYXhuVk1FdXJwMlAzQ3hDVm8zMVlybHRqSlp5N0hJdzN6UGhacjJmbXR6UGFMNDNKNTcvdyt6RmtRMW1JcmNQN2NZeWRqRHdhUm1ydUxvTXh2SkZ6aVc0cjhhbjNod2lQSDA5TmZQZkxRZHk2ZlBWRURRT1pjcys0UHRRcStjYWdsSlpCejhtZFZ2L2RXYnhzQWZlWENxWmJFOEtXdFl6YUZBRHdGb0JUQTI2VlUramZKdDE3Zjg4S3h2eDJxYW1qYTJkVjJQNEZ0RXdCNThmRGYzVDU4OGZXMnlvYm0zMGdrZzg0WER0dy9GOEN6NmZ2ekx5dnJibmg1K0kxTDMrN3IrL1pnK1pZZG00OGUrT28zbVpObTByajVBQUFnQUVsRVFWUWxBSnF1S2Yvc1ZoRTNyYnRqNzRRa1V0VW1OK3crTTlaRmVVMXQwelZRWEJMYnQrY2ZJelYzRndrUTZXNGJFMnNNb0dwcjAyODdsdmN1eHIwZmwyK09MbmV3T1VmYmRqMExBQjV4RlJLSjJNbG52akl3OGJpWDFqWmR3d29mQWVoS3Z6ZndnWW5TMXErL014eFE2UCsxRW56N1NPdDlvOW5obDllNVpWQnFwWEp5K25EN3Jra2l1S3ErdVlwQWk1eGphN1RwekhnYlJHcWJma3NJK2IxdGU3OHlzYytpOVhlR2pWRWxBQzNxYnRuMXpRL0tVbDNsYmRyb1dGNVZRQ0ViZGowdFU3dWFyNmlMempEa1BnSElrUVR6OFJmYTk1d0FnTXE2TDM4OEtmWlZjbGg0MGZPZmMyOC9sVVM0S0xPdVZDSVRaVDVOaEtxTVdINWZITk5VSmMwaEloTUZOTkk1S3I1QVJNaWtFdE5JZjIvWDZXVXA5WDVUbldxUkloZVlrWXRyWnN3SEFBdVJ1RUFTQU1VeCtvdXh3d2tRNHBEME5LSVJjSG9lU1J5TWhJQVNnTVJCU0loUVVta0pSQ2dwa0VCQVNTV3BjWTBnQ1lRU0FCQlFJS1FVVTBBQ1dGRktjWkpJaUVnb3NFeVpZVVdpVk1DSkJBbElpZEthaWVLaWxCSWFJU0ZTTXF5VUVHbFJha2lRVGh4RGcxcVVVcUtVRmdDNG92cUZsQktsdFpEV290NHpBZ0JhWHhDbGxCaGo1TFF4QXQ4WDlBRkFuNlJQaUl3NU1kbnM1bG15WlBtWG9GTC9Jb1NTS3dyVzBpSnJLUWhtS0o1cHlTV1RhaG96TVJlU3RZR1NmRWZPV2lXU1M3bk14T3lVQ3prbG5FTWlUQ0YyU2tJaFl1ZVVpSkNJa0hoRytTTEV6RXBFQ0w0aFpsWWVHd1VBRmttZllFWUZxZ044QW54aThWbkQxMUFoaUlSQkNJdFFHRXB5SUpRTFFRNlJoQUVLQXdnREVnWlJHQ0k1QXBWTGtEQkFPV2tSbTV2WjRWek1BZ0NFeGh5RXpGOGZJNm0zbWZjVGVaajA4TmkvY2FuaGNYLzNpTjV2TWpxWStsOUVCQ0FHd0NKZ0FDTUFoc2p5OE0vMlZHYkpNcG1zZVA0UTRGeEFBbEtVS2dVdlkxL21saS9mNW9ldnVuNGpFUzBORXZMM1IxdWk0eDRjeTZ1L21POE1yWE54OHlOZ200N1VMRjN1aEhONjI5OFh6dVZiN2xvZ2xtZXprdGR5SkdmOVJYWHBrYkhMV05zUUxYU09OeVNWU21XSGJ0ZyttNkN2dlR4aXhsa1hseStQK3FFY2U4dWxpMWNlakJRVXJsT2lUbmFsWEhLcG9uN0hLb0VxQWVGSy9QV1RUMC9jeDBqazlseVphVytKWHhuK2RtVkRjem1zUFIveTFBb0hPZGZic2lmanZrdmxEZHVYS2VqcDNTMDdXOGIyTHltNUl6VHQrb0piV1Bnbkl3R1NWUTF6dnRDVi85SzNrYmJLT3hkYVE4WWQ2eWxZSUJGZ25Rbk1pMTJ4QjRNbEcrOHFnT2Q5NUFxdWZIMGFwdDlrS1hrOEZuc3dLSzM5VWg0cHRmSHkyUk9aanhSMDVaMlRoWWRlZS80TTBtNitGMS80enFmamd4YzBBQ1NHTDVWTTJLWEN0SEFHZ0FXblgyeDl1ckRrVnE2bzJWRm4rODJmZ20xRzFOTHd4VGRMSXZXTk56cEc3SVVEOS8wRVFIM20zbFRLMUxzQXUvcjZ2ajFVV2J0ajVjamd1ZWxwNFF3QUN4SkRGMjVVTTR1L08vRjRWdFJ0V2krUVRHSTFxcWhwV3NwS2xYVzM3dnhlYWZWZGkrQjV2OUxkc3V1UHg1NjczTVcyWGhnK2VicTFFUFpxTFZUWjNiYjdPeVVOZDRTbVNkRm0xdnlUcnJiSk1mYXJiMmxjcUxWc0FPdmhRUnQwbkRvd1ZiMW5vR3ByZEY2UzdYOGp0by8xdHQrYkVhaFVXcnRqaFFlK0VhUmZIVXpxd3hQN1ZkUkZTeHp6UE1CWkMzb3gxaEx0QjBDVnRUdHFTRXRlVjh1ZVNjSzVmRXQwZ2RhMlFaamY1WUQrOFlNRVVLU2g2VHF3ZUZCU0pLeW45YlRzYnAycVhXbHRkSTVQN2hZV2QxQ1lwcjNRSG5vWjJLYkx0OXhRTGtDL2dTcldTbzRlYlluMkZ4Y1g1eEFUUXdGRTZmVVN2UVBDWVFqQ0VPUUp5UXdJRlFDaU15OExFNjNRSDJTVi9obGdRSlJQb1B6VTZPUVhtUEdqNldscXpGdU1IdjhpazVsT1k5dVB2Z1Q1b3pyVWd3NUV5SklSQi9Lc0NKeFBZaUhrNEhrV0VFZEVUa1Njd0xjaG42eEFIQUZPRUxZRWNaSkRUaUF1bDRoRm1JRXdRNFFKNUtTQTBzUENJT0lpTG1BUU9TSmhZV0pNRndlQ2lNeHlCR0lROFRVaXpBeW1aZVJJVmpOQUxDUU1BVlBLN3o0WSs0VkR3RUdtYjJyOXhFVEVZR1loWWhKeElHSUNNUk16TVRGSW1EZzlUc1FrNUJ3a05jekVSTXlPaUluVDg0bllPV1pTeWhFeE95WW1Va3prbUJ5eEk4ZWtGSk5TYksxbFVvcVZUYzFYU25HZ0ZGTmdXUnZqaUJLU1NHcFdXclBXU1I2SmF6WmUwaW5QWXpQa2NiOFpaTzM3N0YyK3pMN3Y4K25jWEVaZm41djRnVGJMdnpsajN0Y2loT1VqcVJzc21hU1NkSGlYdFpZdzZxMDJIODRGcWZHWmxzUzUxSEQ2VjVpcGlBdEhiMkJtUjh4TUtBSmtUQnZtdkRFNUdSemxNcWZtaGRPL0tRRkhRRzdxMWdNZ0xPbDVUR21QV29SQ1FrQk9xcjF6aXAzVjdIbktZMVlpV3JGaFpaeldZbGd4c3pLaWxXaFJ6RTZMYUtXVktCR2xoRmxyclpTSUtGR3BYeTJpV0pHR2lCSVJwWlJTSXF4RjFHaS9uOVZKRUdaRGlyUVFHV0kyUW1TSVlBandSVWlsdlFROUlSZ1Nhd1I1aGp3eUVOR0dZQ0MrZ1RHR2hReVJhRU9lSVRGR1RNZ1F3WWhvclVnYkVoaFNZb1NNZ1dnTmd0RkdHeEV4QU9uVWN4eUd0RFlLcEVYRUtDZ0RMYUhVeGVLbHQ1akdYenhxVEtaZ29qRS9hWFU2OWhrK3BqK0lKanp6SjMzYy9mOGJBU1FRUVFCUUVpUUJnTzVoRlV5WnB5UkxscDhsV2ZIOFlZSEdaVVpQdjhodDAvN0NraXBSMk1BSitlN1JnM3NteFdqbTVjeW9EV0I3am5SR0wwZHFtbGV4c2ZtSk4wTFBaK1l2V245bldHdnZaaWZTWjVTLzdFcC92SFdzUzI1cDdaZnlXR3lOY05COXJQMytNeVVOZDRTMG1NMUpIamw0dXZPcjhiSHJ5cmthTjRKdFgwRmhmcmxJa09ocWU2QVBLV3YwWElLN2tWbmVPRGN3ZE9ETUZESEJNbnZXSm9nOWtadGZ0Smc1T1UxSUU0eTcwanZHdFh2bDVoMXpGSnU1dzIrK2RHQjg3NmdxS2dtcUpGQm5FbHEvRmZLNEt1R0cveDQvK0lFRFFOTXc3Yk9pK1puWXZqMnZWOVkzZjg1Qkg0c2RpUDRFQVBJS3ZCbzFZcDZibmxOMHF5VjVOV01OTlpTenlTWGxPSUN2ZzZpS3lGeE94Qy9kbHpyczIvU3NmdDZtcjQ0OE90ei85aFlieE9jQW1Gak82QXFBUHdUb3Q3UWZmcUwvL011dFM5WnNXeWVCdk5YOVRQU2QvRm5YUHpUMDNxdHJSUGlkaGRmZi9CUUprcjF0dXpMeDN6OEE4QVdBbHVZV0xuaXc5K0NlMTh2cTd5a1dNYk9QUC9zWFAwd3RGLzhsSjNmR3NkeTh4ZCtmbURWNlRmMlg2d0xuM3V0cDgxNURxaVRZWW5pWTM5Mnk4M3ZsRGR0bkUrdVZWM0Rsd2JHQ0lHZEJVQUZTaTRYZGQrMVFFUEo5dXE2N1RYOFgyS2FMVUhRekNiM2U4OWl1U1JiWjVjdWp2alpCTlFtU0F2djBCMlhXTHEyTnpnRUhud1RUNGVFei9vSE11aXZxN3JsT2lWN0p6R2VSVUwxOW5kSEJzZjJXYkx4cmdWSjhQUnlIbkVYWHNYUTk2YXI2NWtvR3I1SVJiMUxzZGZtV3V4WVl6NVlLeTdBNDlaUGVnK1BMdUdXb3FMdW5oRml0WUFuZTFVN3BydmFwaFhNa0VzMEZjUlhEWGRLa3AvTjdaNThGSHVUVmRjMHJOTXNjRWZZMUpEWTJ3em1Uc0FJQm5CTFAvY21Cdjh3ekJmL0xCVWxqdERhSzRiTkNuaGE5U1pSOEJxQXFvbFJHZllGTVpZd0dnQVNBMHlJU1NuMmNvYUtKV2JuLy9VTWVFYnozclF3WWExS1liSDJnZExESyszUEdDZlQzMjQxcE04WnlRV01FLzVUOTB1MG52VXlPMmFaSnI0aENESkFRSUVSS1V2SG9nblM1RkFHcDBiSXBCQkpTRUVpcTdyZUNGZ0FpQ3FJeVoxbUxpQ2pSZ0VDbEx3R0lhS1BTQzlhaVV4c29nQlpvZ1lFUlVHcTV2dlpTSDFWTmFyNEFZa1FBejBncWtVNUlRbjdhVkNPKzVJWWdvTnlVclNZTUtVUytrSWlnY0RZQXlEVk1Ja3ZMVXN2UDh1OEdrckdxeFFIc3A4YU1Ed2NoTWhpVlN5a3NqZDViNGtHVWwrci8vc1dPc1plM2dvYUNCaGdFU2k5SkExQTg5bWFCWk54YytIM2JvU2FBd0RTNk5FM3BtMm1pWmhVaUFwVFJwSFQ2NXRTYUNFUUttc2lrN2thbGlDQWdDSkVpajBEcFc1S0VsRklFQVJFcFNoMFRnaEJSNm5aTEFTRlNxUzk4cWJhUW40M1NJd0JhRVFTS1JJZ1VxZlNUaFVSRTA1Z0hSK1paOVA2amJleGhWT09mTDJQYWpYK2swUlR6SjN5d0hEdjBiNjVuVTRnSWd6QUNSZ0FnQUtWK2lSQUlLSUFnRUNCSkVBc1pNeCt3QWlRaENJUVFFTWdLT0trRWdTZ0U1TWc2aFlCazdQSVFpSENnQkFHeEhMOTQ2bFQvUDJNVHMyVDV2eUlybmo4RU1GdUMrR3JpZzNIMTVwTHJqREczVVRMNHM2NkQ5MDJxNWJ5bXJ2bnpRWktmT1hMd3Z0ZkxHN1l2VjQ2TFk2Mmh4OGJHa3M0cnpMMkQ0c252YUQ5Y3JxQ2VPUG5NQSsrNzVHN2JwczJBZjZNbDkxVHYvdnZQQTBDUlRMdFR6cC85NXJIWWcrTXMzT1YxVFRVaWJvamd6VmRLRDhUYW9yMFpnWlNidy8vVlFYck9Ed3dkT1BQYzEwY21ibWRWZmRNbm5jVkxzQXliWXhjclVzYzE0NXF1ZmQ2NE1rMitVYmVkN1IvNDdrVHhIV213MTdEb1VPLytuUzlVMURWL3hyTHV6TVJIVjlRMTFaSGp4N3ZiOTd4WjFkQjhzNFU5MXR1eXF5L1ZyK21PNFVIK1lWNEJyNExsbDN2VEpaRXE2ci84SzRCNnRmZGc5UFhTMmkrTmhGVDR0N3RhOWQ5bmpsdmw0Skpmb2NSSVI5SGNHemF2TEx4bjdaSE82T1dwemx0cGZkT0RJVUZIVjl2dXRyS3RPMVk3cHB5ZTlqM1BGVmRIUTdQQ0x0N2RvbWRGNnBKemhkVDY3bFl6MW8zOS9MSk5PejZlbDY4MmRyZVloNEFvak9oTlNSbE9sZm1LM040czgrWThFMy9OUE5yWE96NVpXbGx0NDRZNEI1ZVBkZHdieXh4LzQ5RXRmTzdjZDVGNkQxcWpyWHQrckhWNGVYVjBuamJ1MXNES2Q0NTA3SDJudkw3cE5vbWJaNEVvbDI5cHJHUXJGMk1kdTZlbzVRemtYZTN1bDRBZVRnS3ZIMnZmODg1VWJWQWROWnFDT2dmVjM5T3VIOGtjeDVLR08wS0dWVFZySk9uYytSL0ZKb1FickZnZm5SRXU0TTh5U3pjTFRoMUoxM0t1YkdndUIrUS9JREIvR091TVhwaTRMZ1c3VWhnTDJkS3pQZnQzbjVqS0w3cTBOanBIS1ZzMjBCOXZLOGpUZFYzdDNrTlRianNBbW0xL2xSbXZLVkxjMWFLZkFoN2txdHJHcXdCYXc1QzNBdUNsWTJPRXN6RkdndlE2U1h1NWxWdWF0b29FejhUMjN6OUZBakowQS9qR3ZKSVZ5MEphZjU2SVBnckNWUUNtRWRHRU4wOTYxd2JCUjgrOGVueE1QSFpKcUxqWWhrWENZZlowTGtTRklTNnNsY3FGcHJBdzVVSlJHTUpoVVJTR0lGZVJoRVdRbTNMRlF5NUl3cFFlSjBGWUZCV2tYemlWRUJSQUNpS0tVa294TTV5eThvQVVTRlJLR3BJU0VnVlFhcHhTODBsRWdhQkVTQU9pYUFwLzlBOFRVNXlYMFovSk96YTFBcDlrdFovVWNVSUxtanh2L0RaOThMeXhqVDU0THYzMHpjbnliODlQUFNuLzV6UDJyejZuUDRmYmRlSkhyaWxiL0N2dkowbVZMUklRT08yK3d3SVNrREFKeG5pV0VCUEFLZHM1MHVPUzlpZ0JJKzBaQWhFV2dGUGVKTUlrWTV4UTBqbWVrUmF2SXBqNm81TklQT1U5SXc2QUJjZ2k3V0ZEQWlza2pvUXNTQnlnTENCT0lKYUVuQkFjaVZnaGNpU3dJSEVpWkNuMU82NC9remhTNGtoVUlDS09TQnl6Y2txSlphSDB1RGhTWWxtVVZhd2NLWGJPaVZPYXJYTGFPYzNXT2UyVWRrNDVzZFpwcDVSenhuazJxYTN6ckxOeDR6a1RUN3JoVU5LYWdSeDNQdFR2Y09iTXBIZTdMRmwrVWNtSzV3OEJNc01SS0gydWlFY0FZSFZkOHdxZitHTXMvT1B1QTYrT0Y4N1ZVVlBsQjJ1Y1M3N1FlekQ4WmtWTjB6SmhMT2hxMy8zalRKTkk1SGFQWjg1ZW42VGdZWlBqcldiSHA3cGJkbzc3WWxkNXVXUWRrNzdRMjc3cmZDUnl1eWN6NTJ5eVNmN2JvK09FYzFSVmJVbVdRbEdRVE5yM1BHVm1kd2M0QmtCVzNYalA5Sng4NzFjZHVaZlVTUHpaaWNJNUVybmQ0OWt6SzVORXJ4bnRMc016cTNUU3ZDZ2hYc1crNnNpSXJGVTMzak05bEsvckU0UDJoeE9YVWI2MThXb0lWcW00ZXJxaXZ1bVRtdm01bnZaZDV3Q2dvajVhU3V3dWRiWHZQaE9wM2I2VWhWMXZhK2hFU2NNZG9TS2V2b0VUN3BIY3NCU3h1SUdlZHI4UDI3YnBpa3MzVkhuazNqblVzdlBZNmxzYUYzcEtmN1NyZGVlZlpkWlhVYitqMURrNXAzMXpJd1gycVNPZGU2WVV6cXMzUjIvd21jdTYybmQrdjZxdWVibUFydTV1MmZud3lzMDc1dVo0N3VQZDU4Nyt6OUxhT1ZlRDZLYWUxdDEvTTdadkt0dTQra3gzeSs0L0txdU9UalBoNXR0a1pIamZzYzZ2RFFHQW1qVm5Bek9PVHN3eVhsbmZ0QVNPcUx0ano2SFI1WWpVbmo5cHZoZGFPQzJub3I3eG95cndqaDQrRUIyMURwZlYzMVBzaWIxTHlQM2RoY0g0bVVodDB5ZEFlQ0hXR2IwUXFibDdzVkkwTFM5aEpzVXdyMjJJRmpvT3RyQ1ZGaWdhT2RhKzY3V3Bqa054ZFRSblZ0aCtsSmx5aGdQN0VMQ0xrWTdEdDZ4dlk4aWxJTUhQSDUwZ25FdHJ2elRIMS9ZbU9OT2hrSnpmMDdIM0ZXUnFUd05ia2tuMzdhTUh4bHVVRjYyL016ekh0NXRKVWI1WUhPN1pQOWxTamt4NEFkbFN5L1JLWVpIL2FUNTc3cnZBZzVQY3VrdHJ2NVRuSS9jbUlqa0ZMVnFNT1F4RXViVGhya1ZPVUNuc1hpVXRsNCsxN2gyMzc5WmFna21aWEpRSlg4MWF1WjU0K0tjbDZwSjNUeDN2QTlBMGQyN3B2ZUVpMlNKS2JTYVJUd2l3Y0ZSc2tyd0xiU2E4b0p4S25ENk5CSUFwcjhQL0N4U0tpLzBaeHZoaFk3ekVDUG0rSmkrVkNBYStWdkFzNEN0RkhnbDVqclJQMXZwRXhtTVNIM0MrRXUyQnhHZkFJOEFEaVE5QlNBUUtrSkNrL0xrOUluakM4SW5JQU9JTDRDdkFrNVFoelNjaUl5SStVakY3WTZhbmgyWGM5TkNIWFp4bnlmSWhJUkFnU0lzM0N5Q0F3QktSbFZSZUJRdUNCUkNRMExnMktjY01jb0tVMEUyWjBzRkNtYkFMc0JBWS9MNW9sVlRaUDA2SlFsZ0NySWhZSVJVUXhFcG0zWklTbTZ6RWtpZ3I0aXlSc2lJU3NGQlNnUU5SQ0ZqWUtrR1FtYTZOQkk0bFlKRkFpeGM0ZzhBT2p3VEdDd1dCNHlBZVNCQXFsS1M2YUdSU3pvUlR2Z0JoQVdLY0RYZklrdVVYbjZ4NC9yQWdva0FFRXJKVlc2SmxERmNwckkrZUhSaUlBVDhZOTdBdUQ3a1ZnVlhCRVJkK0tWS2J1RUhJekJwUWw1OGF0N3pwYzVjYXNEWHdWd2h3dktkamZEM2R5dG9kVzFqVFFFL0xycFQxZC9ic3RRajR3dEdEZThkWkYxZmZFc3kzR2pPVjAyOTUybDJkeE1pejZQeXFYYlQrem5CT3Z2a0lDNUp4bFh5aXIvTnI0eTJFQU5UY0JTdklCVzU0SUhHcW9NaXJsU1M5TElaWFNUTFJHZHQvL3pEU0NjaE15RWFDcER6NXd0TVQ2azEvdEhFaEpYVnB3dG5uUXFIa0tyS3V1MnYvL1c4aUxiSVU3SXgzQjRZT2xkL1N1SmdVWFRzY04wOENVWjVtbXl0RjVJSWhwd1hxR3B6em5nQ2lYSGE1NlhxQ21FTXQzck9yYnIxbnVtOXBGWHRxdEpieDZvYm1jdVZvRm1DTnM2cXI5K0M5VTdvRFIrcDJ6Q2V5SlYxeDg2Tkl6ZDFYTWN2Q1dOdUpSMWZVUldmNHhHVTJycjRmbVRWckZpbTFkUGgxOWIyeGZkZHMzajZURmNyZXZUejA0UExxYUw3eGsxVkVmbnQzK3ZoRkdwbytBY3VuWTIxN3g1VnhpdFRjdlpqQnhYVFJmd3JwY2xPd2F0VkljUEZIS0o2RC9MQy9YanNjT1h3Z09pcjBTbXVqY3pTNVgzZkUzK2xwT2RWVlViZGtDOFNkaUxYYysrcWFyZHR2NEVDWHZOTS85UGlaNTc1dUorNmp0WFlkR1NMU1NycjM3WnhVVHp5MVViZDcwOFA4RVloYUthd2VQSEZnOTNzQUVLbU96aEpqeXhTb3lKSjkvT2pCKzhaWlpDT1IyejBnWndNN1hDUnRGOFRPWFhnY0FKYlY3Wml2UUhYc2dnTkhEOXozOHJoMVZVZk5BdDl1WmlVRnd2UVRYRHA3WXNwdEFwQnpsZnVFRTF4UVdzOTk1OUtWZnpnelFiaVBib01LbFRQQXhKUlBMdmwwckdYM2NHbnRsL0pDOE1xWlNNQ1M3R25mZSt5RDFnTUE0dXlWZUZ3OWc4N29wR000RldmUEhodkNXZnhUY1hGeGF5SlUrTWNlWkJ0RS9TNklIRmkrY2VibFk1Tml6bjlPTUU2ZmpsOEU0ditNdHY4YU5BQ0ZraEsxS0I1WFFUQkRNUWRrQytLNndPYXBaRzZnbkxXS1hZN0tGU2JyVzgzT1Y4Sk8rYjZuMkxFU2Rpb1RNOG5DaW8xV0hyTUNmRmdLUEVYd21jZ29Kc09PalNManNYSkdFUmxpTWtKc21PQXBKa05FSmhXalNFYkFIaEZTc1l3Q0l5QURZWStJakFDR1JGSnRRVVlFaGtnTWlBeFNRbDVENEJHUkZrZzY3bEUwUUFhQzFEaVFqbTFFYW5sSXJZTkkwdXVEUjBTaGY4WXh6UEx2R0JFNFFPSnBNV1ZITFk1QUtyWWZhZEVwcVdreU9vMHNDV3pLWlZXY0FKWklyQWhaRWppUTJJeDFNaTFHV1FnQmlUZ2haVW5TVmtzU0o2SXNrVmlRY3VJeTA4U1NVbFpZSEN1eGxMWk1rcEJqZ21VUnE1Z2RhVzNac1dPdExURTd4V0tWY200MCtaOUtKL2l6am9sSUFxVlM0OG1BbFZKTWlpUkpBVk9DaEpSaHBUV3JlRnlVMGp5VVNmQkh3NktVZWovaDM4RFloSCtYY1VXcDl4UCtYVXdsQWZTOE1DdDFWczdrNUhCS3RQWngydnJMVTNrWlpjbVNKY3ZQbXF4NC9oREF6dEZvY2tMdEZUbnR5Z2gwcGJ2d3BYYTBqeGZPWlZ1YXJpZWlhM3NQcUlkTGE1UExvYnhsUGEwdlBUUldZTjlRL2J1enlNZ2FBYjJhQkk0ZmE5MTljdXd5eXJjMlZyb0FsM3BiOXNRQVNHVkQ4MFpSNVBXMDdueGg0aDhuNDZ2UEpwTHhoM044WGRWZDhNb1AwbkhHbUplWHQ1Wlo1cm1rK2Z1K3pxOU1zb3BWVk45VHdtS0xZMjNlSTVGNnRXTXdZZjlIcnFiMUxqSHd4SkhPYjR6RzhJWkRYTVhXdlgzMDRMM2pCVmJOM1VWa2FmVzdBd1A3WnhYa2xvc0wzdTNaLzhBYjZYbUx0YWJ5dzYwbi9sZFo5Y0lDNCtQV3JyaDVFSjFSVzFYYmVCTVJKQmkyNzZvOHZhMDc3ajJJV05SaStUWmZHOVRFV3J3L0E2SWNzbzAzTWZodzdNZXBCR3hsVzVxdTEwSWxZdTJyOElEZXRBdnhWQkJvZzhUTkUraU1XbWxvM0RUVW4zd0UrSUVMWWNrYVNjcExSenAzWG83VU4yNFo0WUVEZlgxZkgyYzl0a1pYQ1VuZm1lZStQaEtwYjd5UlJML2R0Uy82TGdCVU5UVGZUSXpYRG5mc0hWY2JlMFhkblRNVXZHMWRjZk5IaUtWRW1uSjZJd0x6ZEYvbnR3Y2p0YzFySmNDYmgvZnZIbWNoOVNuNERETWQ3bW5iODN4NXcvYmxMUGE5STIzM25ZalU3Wmh2cmJxaFo5ckpGblQ4WU5KWDlJcjZIVjhnNXJQQ2VDL1d0dnNETTJ0WHpwcGRUdUM2Qk1jYmozV2t5NHhWUjQwSzJVb0JsUTVhKzVjbkR0dzNPVVo2OXV6ZlphRVdFWnB6cEVYdEJ4N2s1ZFhSL0Z5eXZ3ZkkvcDYyKzNvbWRpbkxjZVVPS2l6Z1JFKzc3cHJLa295VWRmNDI2OXpMaXVncU4zTDVxVFBQZldOcVY3T1pjeXRJZUNZSWZpeWgvaEdkOTl2VU1RdDlVcHk4SzR5Qm52MTducCtxNjJCb29WZG8zRHh4Y2JBYnVUUXhqdnVmdytuVHArTUFUcVpqNmUrZGQ4M3l5THV2OVUxS3B2WWhKcFdRNnRRcG5BR0E5UDg0RDF6NjZmMStXZkdCRXNLaXVKcWRLTlRPSlpWTVkyS2JwL0p6QStWc1dMRUxWRGpIS2VlY1l1ZFVpSDNGN0NuMlV0bDQyV2d0ek1vVG5SclhUZ3VMOGp4RG1ReSsvOVk3K2ZOR09YYVdrTXI0YmhVSDVGaHA3U2dnSWJLc0FzVmFXNWNnRWxKSlZscHpQS0ZabTVCVGFrZ0doejFXWm9pVk1heXYrSHpldTh4NDIyZmdkREtibFQxTGxpeFpmam5JaXVjUEFaTEticGtTenlKSkpYeHBCTjVUR2FHYW9XcHo5RnJSZGxsM3EzcDRkWjFiNWxzZDdtcmZPYTdtODRxNjZJeXdjcmU1cEgyT2pKbDVyTzNFdUhxMlpWdWFyamZpOHJxQzBETkFsTW9ic0l4aFF6MlBqUzhmRkttNXUwaDVvWStPZ0IvMi9YREp1MWNHSGtacktrRlhWVzNqZXRGcW8wb212eGVid3EyNWJFdlQ5ZEN5OHIwUjAxSlJaMnNIWGZLdjhyUy9HbVJQSE9uOFJxcDlkYldwQ0sxZkw4Nk45QjY0dDI5cy8rWExvejQ4dTlaYXZESi9XdjRhRjNDaVovOERMd0ZBNUdQUldXUjVSZTZJK3Y2U2pkZmttaHovcHFFM3pGK2c3N2lVMXpXdlpqaDlSZWxZUVo1VTgvbHpmNDdZZzdhME5qckhrUDM0RlZ6NXEwWHJUV2hPUWRObXA4d3J2UzNSZDVCS1ZEWlhLVnpIRkJ6WE9kNnk3bjA3ZnpUVmVTcXQvVktlcDNPMktJZWVKR0FyNjVzL2wzUWpIZm54L25oRjdUMjNnUGp0Z1pCL3FiS3U4Vk9Cd2JQSEgvMzZ4ZEhPMWRXbTB0K3dCWXJlN2Q2MysvVklUZU9OekZDeDlsM0hrYklrTHhkWTI5VjI3empodk9yV2U2YjdnYm1wcTMzMzEwYlBpL0UyQnpBOVJ6cWpGeUsxMjllQ0tMZG4vNjVEWTdmVHAvQ25BTDVDRjg0OVdWWGJlQld6dm1ia1RkVlJXdnVsUENpMWlveDVmdUwxdFdqOW5lRTVCWG5ySWZRcTRISUdCMjMzQjMzcHI2cHJYdUVVYXBSemY1R0pQeSt1anViTTh1d3RVR3FoUS9Eb3hPUmlTemJlVlZCVWtGT0RRRDBFWllzSGh4UFBBUS93cWx2dm1SNEs3RytMOElGWTI5NTlFOWUxWnV2Mkc1ekRhaGI3Vm0vNzNwYUo4OU5RWlVOekdZdExhS09Ld1h4bzlGb2J4elpkVWJ1MFRDdGFIRGg5MFk0a2UvRDBmYmEwOWt0NUJqa2ZZYmpUUkdUNnZmN2VLZGV5Ylp1Kytzcml6ZjNuajF4alhSd0MrVmxrZVhXL1lNSTV5NytjSkhBS09BT2N6MHhKUHoydS9KUk9XYkpreVpJbFM1YWZMVCt6OVAxWmZuNmt5a2xRT3F1dVlxZThWNDYzUmNjWmFGYlVSV2V3NFdYdlhobnFXRjNubGhsUzB5LzVsOGU1bEM2STNKN3JXMXZCYkY4eFJpKzJNdEl6MWlJZGFXaTZ6aGd1NmU5M1BlaU0ydElHTE5ERUMrbmN1WEV1MzR2VzN4a1c1VVU0TWZKOERrdVpDWUx1VEN4eVdYMXpKVU4vMUZyK2ZsZXE3Tkk0VnQxNHozVFNhbkg4RGUreFdUbDJuYlBtSi9ua3J3SGpuWjYyKzBhRmZIbk9waW9GbFpqS3VwZTdtRDlGZ3RkQk1odFdYeG5iUmxuZW5IUXExdGtadGZuNTVxWWs0NFcrdm1peW91NjZhNHpDdEZpYi84UjA4TTFJeXRGWTdNR2dwQ0ZhYUJTWEIwUDJoNmRHWG5CekN2TFdpM1kvNlcySnBnVjdWUGxHMzZ6RjlKUFQxdzZmVmorZXVEM0laSjFXdWVzc21iN0JwRG52aFZCSnpNOGNhLy9xZVpvOVo2TW03eXlkOTA5TkUxdGh5Y1dPUGpvK00zcVZ2M0VEUTUvcmJ0blZHNm5iVVNGRzUvVzI3M2tTcVd6WlZ5dm9SVWtYSEptNDNwRFZOMkdFRHlFdGlrbUYxckRWM1VkYW82ZlgxRzlmcjVTWEgydmIrZmpZN1RRVXZsV1VGQ1dHM0tOcTV1eVowTmhnbEhvcWVmVjdGS0tjejlpRUhJLzlPRHJKelg3T3ROelZSQ3lLZUZGaW1MdkhKWmNidzlxRzZISkhzaFdNcCtTOUN5bXZoc2p0M2l5Zk40bVN4YzVKVCs5SWFMemI5Ylp0T3JmQXJHRzJyOEM0eWdUejBaUFBQREFRaWR6dStkYjdMQlNkaUxYdGZXeml1aXBxbXBaWlVWVUV1cVJDL2hNVDUyY29iWWd1WkpGcmxKaWNBTW51V052ZUtaT2JsVzh1V2FMZ1pnZzdwWlR0ZStIcCt5NUZJcmQ3aHNJVm1tQ1ZVUDVJNG5MWHFaYXB5M0ZWREM2NVdkaGJ3VGFSV3I3OFRNUnpsaXhac21USmtpVkxsbjhIWkYvc1BpUVFwVi9DMlY3cGJZbStOTkhpRjRiOTFaR0VlbUplUWRGMXZxSnJZNjE5ejAxOHdaODNhMmFFREl3aXRhZ3I4ZlQrakVVUTZRUk5zRkxSUGVKM3BFV1JDaUg0WFBld2VueGlGdVE1aFRtVmdMMUNudi9aNFRlOUh4OU9XeERMTjIyZmJTRGJySFYvY21SQ0RIVUdQOS83dFV0eDlVeG9ZWElUUklhVkR1WUo2TTJlL2J0SGt6dVYxZDlUck5ubGQ3ZDUzUlA3UnhxYWFwSGduaUF3b2ttSHVqcWlvNEl5VXQvOE93bW5Iai9XSGoxWFdkLzRxeEI1OVZqNzd0ZVdWMGZ6RFptYnUxcE9QRjFSNXo0OWt1QytqTnQxa2JYckdNbVRMeng5MzZVeXJGdEV4SmQ3Vzk2M2RFZnEzVjFBMENQZ29uNTlwV05pa3E0TTNvTDRDbVVoWVBnQUFDQUFTVVJCVkMxdTRPaSs2TXZHQkN0WmNLYXJmYytiRlRWTlN4MExkN1h0NnFNWmlYSXdYOGlVd3hxelQ5YzVUYWFuZlZlcy9KYkdxMGt3czZkMVp6dlNIMFU4WDMwcU5tSU9qajFmU0pWcittOUJnTzdZVXlraGFNaXJZRXErRnR2L0IyK3NxVzI2Sm1EbGRiWHVIT2N4RUY3a3lrR3lFT2ZPL2Frek9RRXJyT056NXg4NjFCTHRuNFpwLytGOHdueHZxcEpua2JvZEZSQXBVb1NGdzI5NFA1b1lmNTZodENHNnlJbmRwSlQ2U1UrYmZpWno3WlJObTFzbW1rdUkxUXM5N2J0NkpzWUFWMTVaOGl1T2NkWXBzMnJ3VGYzREZ3L3NUZFZxbkQzM3QwZ2tHSTdyUnlldWErWG1IWE5oc0V4REw1RUw3ejZTY2JHZnRPMlIyM005dHY5WlNJMklTL1FlYTNuZ3pGVHRpcXVqT1dUTVNpWjF3eVhkLzA4WmdXMW56UzVYb0JrQUZYWW4vWTYrem05UDZZWmRVZHNjSWFFMWlhQy8zUVVEWjVCeTRjOCtZN05reVpJbFM1WXNXWDVCeUxwdGZ3aGdkcVJFYXlKQTRFYkdDdWVTaG1qaE5BNjJKQ1grZzV3Yy8xb1J6T3h1MlR2Sk9ocXAyMUVoUWd1VXdvQll1dytkbmFQaVpkV045MHczWkNyOGdhRkg4ZHpYN1lxNjZJd2NDalpmZXFYL1d6ajFyYkVpUjFVMk5LOG5sanpSbko5UTduLzA5ZTFKQXNEU3pkdG5Lay85UHhENTRWVGlhODNtN1RPZE1YWEp3ZUJ2WnhWZ0diTk9XcFpMUkRLZjNqczdhaUZmZlV2alFpTllMZStkNzVnWXR4cXBhVjRsNEg0S0VRelo1YkdXM1E4amt6MTVVYkNPay95akdhd3ZSbXFiMTRxNGs3SDJlMDlVYmYyOWVjTDI0Kzc4dWI4cXIxKzZCbkFuWGp5NDk5Vkk1SGFQWnM2cWRpSVhqN1RlZDdxc1BscXN3T1d4ZU1xeVhOSndSNmhRcGxkYkZUemtXZi82dUxNOXA5cW50alpHYXU1ZUxNb3M3RzQ3MlZKVzI3aEJrZEt4dHVpSjFiYzBMaVN0cmozWFAzQ3dvcUZ4TGJOU1BXMjdYcHgwWEppWGVzcC9ha1hkblRPSTlOTEVZUEp3Smx1NVI4SE5oMXYzL09IWVBwbHM0UW5tSHg4N3VPY3RiTnVtcXdhWDN1akFpWjZXUGFmS3Q5eTFnRFV2ZFM3NTVOaHJKVkliWFVyYTNjYlcvRWxQN01HZ3NuWkhOVEU5M3hWN01DaXZiMTR2VGo5N3VqTTZJVUhVTmwxZXQzUWxRMllZZ1F2SVBQMUJIeENXYkx5cndFaXlCdEJYeHJxMlY5YnVXQ2xhMWdtN0k3R09lNStadUMvVDdMUktZWnowdEptdDJEM2QyN2N6R1lsRWMyVjJvaDZDcEpOa1MxL243bkdDZFhsMU5EK3NnMm9SbXQzVit0SWZURXlhbDZHcytyOVBvNXlDZWlmeUhJazlGOXQvLzVSSjNxcTJSdWZCMlFZUXJsaG4vdkZVMjdjU0dWZHZPRm5NeElPVUdIa0duVitiTXZGWHBLSHBPbUpaNTFpZXZmTHFJeSthL0ptcEdVUWZzanJNV2JKa3laSWxTNVlzV1Q2SXJGWGtRd0F6RTBnMFVzVUxSMS9lSTVIYmM0czRHVW1xNEpCSC9pSmlIUjU1MDM5bVl2OUlROU4xb21paFVvcVNaSTdGOXQvL2ZwamN0bTA2bEsvcmRjSWNlZTY1cjQra1JBbEhoZ0krZU9yVWVMRllYdGU4aWhuS0FiQlduWHJoc1pUMXNhdzZPcTNBMTE4VXBzUGRiWHNtV1l0TGE3K1V4OXFyQ0dSa3YvR0RRbkljdG9uRWE1NVJTNGVIZ3Q2TWRUSlN0Mk0rK2JSYUsrL3gySVE2MG1zMlIyOVFXdVlLd1lMVllwdzc5MWhHR1BxTDQ2c1Z5V0R2d1QxdjlCdDdQV21ZV0p0L1pNM203VE1kUW1VWDR1WnZhT2FzSlFEUTA3cjNCUUNrWnM2dWd0WVhlanYyZEVjYW1xNHpFcXkyUE55ZXNZZ1dvckNjbFQycjJXeXdTcjAwYWdtZFFFWGRQU1ZrdkpVWGsyWi9SZTNTTXEwcHY2ZHQxMU9sRGRGRjJ0ZHJqRkpQelNzc1drV3N3ejF0dThhNXY1ZFYvL2RwenBnNlZuTFlCaU1VVXJrTk1oVDBaS3k2WHE3WmFPTkIxOFIxRnJuOE1qaTVjS3g5OTJzQXFQektpbzBDOVBlMDdIbCtiVU4wa1RiK2hzUUFQei9XVWwxVjE3eENLWGNuQjRudjluWkUzNDdVN2JqVkNWM3FhdC96WnFUKzkyOEVMR0pKbkpxNHJ2TE5KVXNJS0ZRS3lpSTRmNlExT21XaXRNakhvcmw1QmVaVENpb2tOamthZDF4ZTE3eGFTSzhEY0pJdXZCY2IzeXVxcG5IaGFxY3dTTXJOSXlXWHU5cTl0NENvNGxsMkE1R2VHeWo5YUcvSEEyOVA3SmVUNHo0dlNoVWxaZVQ3SHlTY3NXMmJwbEIrcFFoUEEraDhUK3ZVbWJHWFYwZm53YUhNRVVsU3VSZDdPMUt4N3VXYnR5OFRkdE9FeUxmS3ZCaWJJbU04QUpSdmlTNEFWQzBJYjE1S2Vwblk1SFR5SmNtSzV5eFpzbVRKa2lWTGxsOFFzdUw1UXdKSjZseFJxdVFGQUlCbnpkbkF5ajhiY3Q1aUFFV3hkdDAxMFNxNFpPTmRCU0pjUW82S2lmbVpZeTNSY1M2cmxmMUxmM2RnSUhpMHF6T1YwVGsvYkd1VTVWTVRrem1WTjJ5ZnJVQ0xRTzQ2WnJ3NjZwWmRYVzEwMlA2YVdIZXdwMzMzNDFObEhQVWxaN016N21XYkhCNG1ML3pSb2FSM3pNL3h0L0c1ZDFzemNiTnJHNktGQUNwQ1pKNCsxQklkVjIrNmZFdDBnWGh1RFVST2Vpd3pMK3RMVDJZRWQwVk4weklETXovVzVoOVpkZXM5MDhpb05kMHRKNTRIb3N5ZXFoVnhzWHlkTENKTnEzdGI5U0VBVWxaL3o5VmlkRjUzeTY0amtacTdpOFJoMllXRTE1WVJtNnNiN2luWFROT01xQkp4aWZZanJkSFRFL2NKNmVSY0VMUDBRdHdjbkphRGVhSm9XbXpFSEN4cGlCYjZ6Qkh5Vkp0TjJOa3NOai9XOXRLVDR6cFhSNDBLRmRRYXBSOVY1OTY3REJPcWplZDdQK2g5NnQ3ekFCRFoydnliMmpOOXh6ckh1eGhYM05vY0VhM3pZdnRURnV5cXV1YmxXanZYM2JLcnQ2UWhXaGlBeStYY3VZZkh1bFV2ci82OWVhTHcrWUY0Y0cvUC9nZGVxcWpidmdsRVYzbzc5c1FpZGRFS2dpdnNiUTBkbXFLY2tpSmZsV3NGQlpIaDNyYjdqMDJkSUN5cUpIQ2ZVYVN2djJpRGY4aDhuRmxUMjNTTjFyeWNDQ3FXZi9MQXhBOGlrYTF1QlF2bEUyeWhGUm51YnRsMUJJaHlXVzJ3VGhOV0tXWGJKbDZ2QUZCVjczNGR3cmxPY2R1eDlxK2VtK3JjQUVENTBBMGJ0YUtsVHN2enZXMjdqazdacURwcVFuNnlIT1N1aFFSUEg5MTM3OHNBWk1uR3V3cEU2V0pBWHplaTljR3B0Z1BwKzh0VGJxdUN5K3N1T1BsWXhuSlBvN0hPa3ZYdXlaSWxTNVlzV2JKaytRVWgrMkwzSVVEeUhRbU1KZ0FRY2RYVlVYTWxKMUVGb2tERGhWaEJ4VnIzUGo1RlY1V2ZiMjVTb3VaWW9pZGpiYnZmek15SVJHNzMxT3g1TnlXVDd1OU9QdlBBUUVuREhhRWlGTjBjTUwzVzI3NXJYRW1qc3Vyb05ITEJMZHJ3a0lPTEhXbmRPeHJQWEJHKzhTWVN1ZEFkUEhkb29yQXFybzdtelBLVG02emhOd0xuRCtTRVp2eW4rSnNuL3p6M3Foc2FFb1B1cjEvSVdKd2p0M3ZNZGcyVU9qRlJPRjliYzNlUjFyWU1MRTg0cmNzU2x3ZWVPZlZjeWlKZVd2Mi8yWHZYOENpdUs5OTc3YjJycXJ0MUY1SzRXVndNNGlaQVNGMHRnUURiTXBLNkpRaXhrNWhra2t3bXlja0o1MlRtOEQ1aDRtQjA4MVNRQkxiSDh6Z3p6c21jY2M0a25zbGxrcEE0empoRzZoYkNNdGVBK2lJRWlLdHRNQmlEQk9ndWRWZlYzdXY5b0c1WmFrbnorZUNuZmwveXBMcjJycjJyQ2o5YXRmN3J2N1Jza0lYVDM3VHZsMnUzN1UyM2NlVWIvdVo5citTNW4wMVVXRzBsTW5hQzY4UEVMdG1mYVc5cStOOFFyZTJXUVhKR3pCR3ZxdTZVQ0dWRkZQQnNMT2haVjFxMW5IRjRoTXZ3SGpVeE9kVHkwclRHVWxDaVNVUVJSYUJIT3ROZ3lDNUJVbTVreUR3RngxL2c2WjdhSWpETmMwTW1jU1RLOHNyaG9mRFIrT3lvcW5DVkMzN2x0TGQrd0ZWZXR3bUVlYkhyNEg1ZFZYZktrSlcxbmh2Y0gyaXBuMmk0UmxXM3RweWdXT3h2cXY4OUFFQ2h1MmFCQUw0NDBIM1BsNXVyS1luQ0xES0ZGQWhPcUZGWHQyc0pWQmZiVFJOOWw5cGV1SjVmc1hjeGNxSUVXeHBiMWJMbkZoTFVNL3pUT0ZpdkxLM0tTTGJKZjZtUFJnNVRtNXdWYUc0OFB1MTlBQUNYVzVRaXdDd2pJbjc4L3BGbzRGeGFsWUdBUmNDcDdQZld2elo1aEVhZFplWUtBbVM1eWMxenNzem1CMXNhamdGbzFGWEo4MUhnWXh5RVAvVDJGTU01VXJoTksrYW1tUWljZUVQZWhwbmFoUkZYMmQ1OFFPb2tTTTUxakNybnB6dHBUSm92U2dEWUhCUGhSQ2hxV0pkZm9xWEpEckVOVWZRSzRHZTZEdFZQMjF0WlZYZkttQ3lYQ1JTei9VMk5Cd0FBMTFkcUtSRSs4cGY5dDlyU0FIVWdZTW0yTFN3c0xDd3NMQ3crTFZpWjU0Y0ZFczA4RXlxR2JJWVRPRFdRQ3dNRko5RFRjM3E2SVFYbDFVOVNvUE01eFl1aENMc3c4VGZNek5pZ0k5NDVlNlR4TnBSb1VoSlBVUVh3Vy9FWnV2d1NMVTIybTFzSVlVT2NpOXVCUTQ3eGVRcTJQdjhGRUxCS0Y1SC9uRmhERGRIQVlwYU5Gd3FaM2hydE45OUxBTE5vb0svLzU0NEZxelloaXN2bmpyOFFiUk9rVVpxUjlYbEI0WU5BVThONzhYdElrNlF0SmhlM3VVVFdSUVE5Y2VIVVdIdW5nc3FxTEVVUnE0Sk5GMys5ZHR2ZWRFVkloVGZGeUd1cXFpVW8xRjVJT0o0T0cyVElSdXpPT3dQRFA0V29MRnlpOXMxR2VPaElwKy9sWWN5YTgxVkJ4QWZ0dnNhYkVEV2draFMyMkFSeUhUbWQzMGNIenM3VWlzbGxFMTgyZ040WVJqcE1iY2x1UHN6Ynp4MS9vZGRaVWZzNVJISEhwQ0tjSU5QSDlXSDlaTHdyZFVGNWpRdUpxWFE4dUhlaG9MTHVDYURDOFB1dVhnUUF3S3pNVlNqb2FFZkwva25PMnVxVzJrY1J6UG14V21KWFJlMEtwR1R0L1lqU0NvRmVrYmhZZkRXQzhGNm9SUnVYT0M4dStZYWQ2UHgvQ1JROWtZL1lxVHozczRrVVdFSEVVRTZyWmMrbEVrbk9IOUdWVS9GN1c3ZWw1aEVISmZtUmtmRHZGVVZlb0l2d0ZPbjQrRjRxNm9xUjRGSmhtTTJ4V3ZjeDUzZHBteUEwR2JuK3gvZ3hxanV5bk1sa05qZm9LU2JMajhibUx5aU5yQVNBVFVJSWYyaWFqMEZPZDUwVE9NK25LTDA3MFdCdTZ2emFDcERsVFNibkYzckNINTZZSnFNT3FycFRUaFhwWlFUNFhLVGlQTDEzdHd1aVFiL2tFTVVDUkk4ZytJRDAzSnZ4T2lScmZpVUZNbnNrb3Y4VUFGRGRyaVdZM053aWRETklKY2RjR0h0NXJBK1VGaFlXRmhZV0ZoYWZFcXpnK1NFQWhTQ0FVZGRlS2ljUklMTUlZeGxJd0F4NGxZNTROMnlJOWdWbWxNeEhJZ2FEVGZLWmlRR0V1cTM2U1E0MGN0WmIzd1VBcUVJa2h4TEJKcnBNUXl3N2JUTTNjSUlHb2hnTmVKVU9BRTNBV1BCV3dsQ3NERWFrZjRsM2dRWUFnUFE1S3ltSVNQRHRob3RKaVVycHFDbEM2UmtwK1pRYUl1QTdjRGtXbEtvZVVXbm8vUFIwZ2JPcm92WmJTTVJsUnFWSGlHNGN1K0RWeHZzaVMwRGRsQnRCZ0lOY01hUW5ESkM2N3ZwZUhvWjB3eWxBUEdqM05kNTBnUEdrS2ZUT1c2ZGVHYzF6UDV1SVNGVWlTODBkYlQvc2MyMTl2dHhneHRHSjdiRWNNcXNrQ0Rka2lXMElKVjlzbTZrZFVlSFcyZ3FkaURQR2RiaWV4TmlUdzBPUnB0Q3hBejFGbGJWYkdCZnZvK0EzR2JVWG1pTGlpM2VsZG5xMEhFTFkwcURYZGtMTm5MOFdCTXArYjJNN3dFRytia3ZOSXhUSnNxQ1BUZWtoVEJSYUV0U2xveEQ5Q0NBUUh2VTNYL1plYjlQQ2haNlZYeGdlb1Flak5kRGpaTnF6dnlNSWRBZDhsOS9xNnRKMGhTYjhYWGYvU0hNWHRJV0pyRlJqVDNkVFY1czJ4VGxha2toaG1FS1g0ckI5cHowaUhaNzIrWTYxSlN0a0NDcUNlU0hVZXVBaVJOdVlPWmp3QUlVVkg5OWp2NXBVWHg5Vkl5Q1ZYTDNBUWhMamZ4VU0wOVpPMzh2RDgxVXRRVktrWndqeWk2R1cvVWZpNWYvcnRsWXRKMVJVSXJBdXYwKzdFTCtXR0xtNW1nTE1MQWNoYm5iNGxOYnJiYStIcHp0UHpNN1lTQUF6S0pLN29VTnljT3pmMEE0bW1Pd1VYRVFJUUVxd1NUNHozYjh0QUlEQ3lyb25BUGxLQUdqcmF2djdPd0FBSWh3cFJBR1haVm5hYWhvREh3QUFFS3ZtMmNMQ3dzTEN3c0xpVTRPVkZYa0lFRUlRd3BDT05iNmhCQ201aTRTenM0ZW1tbk5CTkZ2TWhLRlNvTFl6emZVLy8rUVhqVHBMOVRWQ29EanIzWDhHQUVCMVY2MEVLcThOTnU4N0dEOFB5Y3dxUUVMbU1xUTMyMzJmdER4eWJxdGRCUndLQndmMGY0SVREVk95ZW5rVnRTc1lrQnpXUDlKY1dQbjhkc0hwSllXTXpBSmhsOXViRzF2SDU2bW96a05DNzNlMDJTYzVJTWVreTZaQk9va3N6ek5RZEhWR2c3RGk0dDBPUFRuUkUrRndja1FaR2xJOTFkc29rS3VkVFhCYmRWZXRSMGFVQjZNZlhYRlcxbXdYQnVrS0hYN3BOZ0FRQ2V6ckNmQnJnYmNhUmxTM3RoS0ZNWHF1K1lVUElHcG9wb0JqdXhEbW41SEt1ZUhyOU4raGF3YjM1dkxhWlloOHNMUFpkalhmYld3UWdseTRmT0tsd2J5SzJoVWNVWWNIOXk1Z3h1ekhHSXJPK0tDejRMR3FMRWJGS3RGOTU0MkNyVmtMS0NlekFwSGpiUUNBcXFkNkhpWDBDKzNOOWY4MGNjeHFqemJMQWNaWDVQN0JmNFZUcjVnclByc25tVWJvdWdoS1FZQ0QzT1dwS2RJNVhJMFBnbDN1Nm5Ja1lBYWI2bC9QcWR4bFMrRzFsYm9ZZVJrQXdLbHMrc0s5MFp0L2R6M3crcVRBY01XbVBja3BTYlpLZ1dabklzaEYvaWI2QTRDcFdWdUlHYVVKZEFHRE84R21BK05HYUhOU2tyY2dGL1A3cWZUaTdjRGsxbEVyUzZzeWttVHptY2lRK2R2VUZQaE1lMVA5QzdIanliSzVrM01JRGcrYlorS3ovYXFuZWg0UjlDa2hvQ1BnMDlxbVcwL3NPVXFVN3lCSWVwQWJiUUNOVStydlkydW55RllTd1BmYXZRMkh4NDVxMU9tSmJBUWlIQlRBOURjMS9HNkd5NUNDU20wVm91bEU1TzhHdkFjdVExUkNqd1RTQ09KY2ZhVDNGd1RFY3dBRUVJbjEzMWdMQ3dzTEN3c0xpMDhKVnViNW9TQVpNRm83S2N6d2JUNWszZ29sWHBtU25ZeEI3ZnhwUUpURE9Qb2ZFNCt2SzQza0lDTnBrUnUyVXhETlRsUENzZ1BUQk02cTUva25BZWtTd2VGcWU1aStPMzU4eS9lWFVrRy9paEw3VGJ3Y0dhSXRzUmlRV1VNZjByZk50S1Fpd3hTWEdJLzBNS1lzRWoxM3hrMnpYSlYxQll4ZytzRFYrNkZZTm51Y3pNeTFRZ0NsRWp3S2xGK0xaVlJ6S25mWjlNUUVsU05ja085MzMwcm1LZXNKb2RmYXZmVVhDaXI0ZWtvbFFicTdqNlVyanhSeElsK09TWHNMM05VVndNVzlnTy9BcFhXbFZjdVJpa1hRSXdjQkFMT0xkenNZVGRpZzY1SGpERmlPU2VnVTA3WHh2WlU5dDVCUnNSd2xXOGpwaVd4aUlIandjTU9sdkpJOTJSS0l4WWFJaENCenpnNFQ0SU16Y1ZsZ0FBQm1oOEpSM1R6VFAzdStnM0hJRjl4b2g3WTJjMDFwOVJ5Q1VuNTdtUDE0MHZWS3ZwZHBwNlpySkNLL2Z1clVLNk5xMlhPcFNhWnRPekNwbzlPbmRhdWU1NThFQURocnNuT1QxL2wzbTVHeGRmcWcrUXNBZ0ZTZWxvOU1lci9UOTNMM3ZKVEVUVVJJcCtJenNubnVaeE1URTVYQ1NDUnlraEtXelEzZUFURGpmVWlsVlA0TVpmVFd4Q0JUcmF4OW1oQ1JMUXo4M2JWcFROK1NaWkkvRXBaK3FTUkxoY0Q1TzlIM1pWNGlZNCtoRUhkTmtNN0V2MU9xdWxNR29GOEJJYzRIZlExVGVqM0h5S25jWldQZzJNNEFVakE4Y2pnKzR4MGpmMnQxUGhCNU13anhmazlFR3Evakxxemtqd0duQmdEQTRLQitiTHF4MGZ1VUpRSGZLcEQ0QTc0RHB5SDZzUW9KZlZJQWlYQ0tGM3ZlZi9zV1lOUnRtNENWZWJhd3NMQ3dzTEN3K0pSZ0JjOFBBWWljd0xoN0w0eUdqaDNvZ1lQVFowWmQ3dWZMQ2NLamZIVHdyWW1aenp6M3M3T1pMRzBNK2E2YzZPclM5SUxLcWl3cTVFZkZ2ZTUzNCtkd1ZsVG5JWmhaaEFuVzBjSk94U1RmZVc1dE5yWFo2dmhRN3o4Ry92U0RLZjF5eDRKQXlBaUZqN1U3RnVocmhPQ0RIUzBOVjRVc2ZhR1g5cCtNU1dEenkydVhjY1FGN1UyMlkvSHRzUElyOWk1R1lEbUVzZ3dUV1Z2b1VPTzRLVlFTU1Y0RkNqVTZXaHF1R2htWkt5Z0Y0Vzl1dUp4ZnNYY3hveVNwdmJuZWI2VE1Yb0tVanA0OXBGMEJBRkFyYWpZRFliZURyZnM3OHpacXMyV1pQUllNMDlaQU5DczZOeVZoTGFYWUxTbnlKaVRrZzVsY2xmTkx0RFFpeVY4SVJCUXZqeGo1RENrUCtBNmN5YW5Va21XYjhxVmdXR21Wd1A1a3hNRFQ4ZkpwQUFDWHArWnJZVzVlUHQrNnZ6c056RDE0citkUUxNQlRaTEpSQnhxSXI4MUZ4VjRzVE9sOFY1czJsRk81eTBhb1hONlBmYjl2UDZUZEtheW9LeFRJdWQvYjJENXhuTE8wT285SVlyZkJSLy81M1BFWGV0ZVc3bDFDS000Sk5Xa1gxY3JhcDAwZ1BZSERVNThkQTV2S3VIbGR0a25yT0pHNlEwY2FaekRqMnNHSVpLc0JJZTczak5LV0NlK01oNkI0MU9Sd0pINnNxdTZVR1JXRkk2aUVFdXpHZGhUbSt3SHYvbzlWZGFjTVNOY0RnYVVqdDVSZmRQcTBLYzdaTEd2Mi93S0VFYit1dE1UL05wRTBNOGtsVVZnOS9DSDdQek8xbEZJcmE1ZFNEc3NwZ1RSLzZ0VWpNWk80b3EwMUxrTFlzS1RRalpFaDg5aDBINFZpeU5UeG5FQnlJK2l0SHcrOEpadjVWVDNDamtpRU9xS3QwR0M4VlJXeE1zOFdGaFlXRmhZV0ZwOFdyRC9zSGhJSUliSGdlZG9hVEFDQWRaN25WZ01SR3dYRm40YU92ZG9UTzU1Yjh2MjVFcldYQlp2clg0ZW9LWklBOWdUeVNFdDhUZWRZM1MzTkJ4RFkzdFE0THZsZVdWcVZJVFB6UzhqRnl4UG5qcEhuMW1aTGhEOHhFcmwveU1rMjVpS0JMTktqSEhOVjFqN0RpZkJlTy9UcUFFU3pxY2pva3U3K3dSYUFWeVpsbkF2ZE5Rc1E0VEdDNGowUU9CSnMyVDhlVE9WWDdGMnNDR25abWVaOUIvTXF0V3dGK1JwL2MvMnZDN2RxYzdrd25YZDZCNXZVc3VjV0VJa1UrSnZyZncwQXNMWjA3eElDc2hUeXdya1ZtL1lrSzhubWhwRVBwWjlEMTFpd3FaYlZyUVZHNW9GcDNLRW8zV3IzMVU5YlM3dTQ1QnQyU1RITCtrai9qd3NTVWg2aG5ObmF2UmVQTGk3UmJDbUNWL1RUL2g4NTdSbTVSSkNlODBmcUp6dEU3OWpCbkVQTEN6blNhME9pNXlOWFJlMzJJWjIvY2lud21wRmR2TnN4T3kyaGpPdmlRbWZySjRGamR2RnV4OXpVeEhJVS9Fb3dhZ0NXREVrYkVQajVhMDJ2UnRUSzJxV0ltQmp5TlU2U01CZHNyVmxFQlAzc0tMSnZYL0M5UEZ4UXJzMW5rdkZaZjlMbFY1MWxOZXNGd1FjaGI4UForUFc1K25JMmNBQVFFazBqQ0hyQXEwM2JEem5QL1d5aVF1MS9nY2pmMXlYK3ArdmV4akJFVlFRZ1lKbEE0MmhIeXlkTzdHUHZucFpFN2FaYkVISFdKbkExRUhvcDJOeDRUZDJ1SlVERWRBUEZWRFRKb2Zoc2YyNnVwaVJtRzU5RElEWURSbCtEdHBlbmxZOUR0Q1dXSUdTcnJvc2ZkM1hWVDVzdHp5L1IwbEJ3bFFGTmJXK3EvK0g0UFN2WDVndGh6aWZJN1lMcnZ6dDMvTVhlNmNhcnFwWkFNdmt6QXZGUzBNditNQ1l0MTJoaEJWY1I4SUprNTJWRFlmYTdzZVB6QUdEczJ4WkJxK2Jad3NMQ3dzTEN3dUxUZ3BWNWZnaEFJUWhHbnhYT0VEeXY5dXllSlJQWmpaUzhNVEZibTEraXBUbHNzbXFLMFQ5QVZDWnJTcXpRSEIyYUltMWRXVnFWd1JTNkRSZ1pIcmtwL3laMlBMZEVTMHFTNkpjQjRITE1GWG9pK1JWN0Z5dE1xQU45ckRuUm5yR0t5Q1NGOU53N1FyS2dTQWlwSTdhZStlck9CT3BJTEk0Z2JiOTE2cFhSaVhPb0pWb21Vbmt0SVdSWUYzUzBmWUxidEt1aWRvVUVVdTZaTVAyRHE2SjJoY0wxdGRoejkvY0ZXMnNXRWROMGhjT1NMek1wTVJzWVd6dnlJWHNEb2xsd215eXQ2U01RQk5CRVlvcGN3blU4R3d2U1hCVzFLMERHZWFZaHVvQlMyZC9DcHJoT3gwaTNaVy9tSnJiYjllUTBnaXh2YUNqc0J6aklNMlR6Y1JPeFBZRW5MMk9FcDkvWDJSUjNidGZnaWh6R1FRazFzOVBwOHJ6MUpvZUxsMW9QM00vSjJXWExTbkpzNUVTK2ZMYjF3SlhZK1l0TE5QdWNsT1FOeEREUEIzd0hMZ0VBT0N1ZS94d0lxUy9nTzNCSkxmdTdoUUN3ZENRc1RhcDN6OG5aWldPY2Zra1E4NDBMWHUyQld2SzlURXIxZ3I2ckEvK3M5dWNzWXhMbG9VT05rM3ROQXhCWC83SXRnTktJNE9JT2NxTDRmZnRuelBEYXFOMGpnSENJaEg5Mzd1MHhJN1MxMi9ZdVFZNGJ1QkIvRHZwZUNFdzhmLzE2TFNWQkVjVVJJcDFCVHRJQVljVGZWQi9LY3orYkNLYTVtVktTUklGMkJkTXZYNG03RkxGbm01czVoZFRlM3I0ZnoyUllCdEg2WlU3cHQ0WEpmeE56KzQ1SExYc3VsZG1OcHlpRnBGN2FQLzVlRjJ5cFdjU0l1VkVnNkxwcGRnUU92emdsSXcreGxsUlpob2NBc3U2QjRWL0U2c0R6SzhJTEVjVjhBVEFMaWZuMmRPWnJsdHUyaFlXRmhZV0ZoY1duQnl0NGZnaElCQUNJWnJBSTRyVEJzNE1rZmwwSXVCbzRWRCtwcDYxazUxL2trWkVUbmI2WGgzTkx0Q1JDcGZ3SURKL3BhUHRoMzhUemNuSjIyWklrNlZzVU1OV2ZlUEhOV0pDNXVFU3pKeWo2OXdSQ1Q2QkpPaHpmcnppbmNsZUt4S1hja1ZGNnpKNmtPMUR3dEVEemxWTjZSc1pTQ2p3UzlHb3hOMnN5TDJ2TzM0cnVPODBUWGJOakVMc29GOGlUaEVtdW5qMWNQMTdQdmJLMEtvTWpMTGpUUC94T2dTT1N6b1ZZSWcrT3R1bU9XVWxNa05YZHVuVFlBV0NYaU1nWnZhbTBkSFZwK3VLU2I5anRDdnNXOW5RM1hXdlNCZ29yYTc1S1JzWFZtSng0VFduMUhBRjBjYUM3K3gwbVFVV2dXVDQ1cGU0Nml0TlRXOEVBQnlLaTk3NURKdDhrM1hlYUw1OTRhVkQxVkc5RGhkeTNjWlBZUUZyWDNuVHBlRXdHUEdsZkNCdUhiMTM1YzZIYjJDd3pTZTlvYWJnR0FKQ3lKSEVOeUtRL0ppK1BNY3RoNUF2QUIrMnRZejJPWGVWVm05QXdMb2U4OVdlTFNxc3lHQlB1d0toMEpENVFTMTJXL3ErQ2k2T2hwakhYYStLd0ZRcGhoa1JxeEk2TXF1M05MQUJ4T0QxN2w0NFMxdTAvWEIrU0pPbng0T0VyTTdha1VqM1Bid01CY3dRWWJURlpkRUg1bnZrS2wvNDdFSG9wMU5JWU43OUd6VXloSWhQdkd4R0RNU2JtUjEzRUNRT2JTcERNUWtMdXR6ZXpRSHdKUXNIV21vV0VrQ2RNRVhuejJ1bFhCMkFHVm50Mno2SlUvamJuNG1mQjF2M1Rac3ZIM0xlVkhRVFk0c0dCeU1GclRXUHpGWlZXWlVnMjJBQUVQeFNJQTJkYkQxeWRiandBZ0ppVnRZNEN5UmswK1g5TytPaERKWkMrRG95TkVBSm5RMDBIcHFneHhpQVVBQWprYXNwTTgxdFlXRmhZV0ZoWVdEd2NXRm1SaHdCRVFRaVJvcGxuR2g4OEU5VmQreFJCRUJNTmxYSkx0S1FFaDFrUjF2a2Z6N2Y5c0U5VmR5YUFiRzZrSEM1ZDhMMHlLWGhWMVoweXlVcjdIQ0tTUUhQRFM3SGo4OVdkQ1prMi9neGhyRGQ0cVA0M2NkZUZQUGV6aVRaaDM2aHpQQ3Nwa0NCUnV1bDJqOVJjVUw1NmprVDVoak5SbWJpcTdwUWhNOU1kTWZoUHpzZkp4SXVMZHp1TTFNUW5FV0dBb2VodFQ3L1NOZkg2U1V3dU1nemVtV0tMTUNJUzFiQXVoWHB0Q3FiYmhkUFErZG1NWktBa0lnb05rM1IyZFdsNlR1VXVXenFrbHc4TWhGKzl2S1JYRkdiVkZRb08xd0p0alpjZzZpaXRNRnJJRGVPS2MvYmNiNHlPMHAvTkVEalR3dkxxUEVJb2RvZHBaMVpDeG1kN3NlK1ZhNEg1M09tdVV4RnhkQ1JzWGs5Z1VqRzVmK2UzOFI4VlZtemFrNXlZYlB0Q1JJeSs3WmkvWklVZ0xEblF2Tzl0aU1yVE9XVUxRNGYydlRucE9YaXFuWVN3Wkw5MzM1OEJBSnhsdGF1UUlRbTFOSGF0OXV5ZXhaRTlGdkRXLzkrSlk3S0xkenZtcENSOUhaSC9Qbmk0OGM4QU81akx2V3dMUVhiUEVNQm56Wjd6UC94TjlTOUJIT3NydFd5T1ppNHgrR21YcC9admRCeDlQWDRQQUdPeTduVUR5MVdnWWlYbnBLMmorWVhyRUpQcE0vUExTRERnUDdUdm5mZ3g2cUJSVEV3WUpnaDZrbzFWdERmdCt3a0FRSDVwWGFGRVlTRlNjdGQvYU4rVUxIZWh1MllCQXFrVEhQK2g4L0RMVTJxZ3h5a3BrUnlROUJsaW1vYzZXbVlLZkRWcVgyaHNJMENTcVdIK2FMeVd1VVNUdUdLcUNORERFQi90OERWT2ViZGpGRzJ0V2k0RSt3b3g5QjlkYW4zaC92ZzlUMDMrREhBOHdGL0ZBd0FBSUFCSlJFRlVURkE0L042RzkyY2FUeWkxNTVkV1BjVlo1Tks1THJnMDQzNHNMQ3dzTEN3c0xDeituOGZLUEQ4c1JBM0RLQkdUZ2svVlhWY0VCRmEwZXh2R1d4eGxGKzkySk5oTmw4NGhjTDUxLzExMXU1WWdNaktmUUdxK1A1MExOR1JtdWhGZzFzZjNwRmNuSHA0L2U4NHpDSkRRaTMydnh3OFpxMytWUzhHVXJ0aHRCckV4WTcwSVMwY3laNC9NWXN4MGlaNjd2NDJkS3pLeWlnWEZEODYzN3A4VURPVlU3ckx4bENRWEFiQlRZUXg5UERnU2ltVWhjeXAzMlI3Sm1sMUJPTDFzaU41K2gyTldHUnA0VWI5MXZ6ZERNU3NJMGh2OVFyNFBodGhHT0wwY2sreW1Za29oY3ZyQjVSTXZEZWIzclZoaVV1RUkrRmc3Uk90V0U1TnNsY2o1KzFTV0Z4QmgvbWs2cVMyTVpWWG5BcVdaWjVvdkhrNjM2NXNFWXVCYTA2c1J0UXl6Q1NFcFFaOTBOTWttbHlEanArUHJ4ck9MZHp0U2twVDFwc0IzS1pVU0tKUG5CTHdYbXlIVzZvcUFjNEQwSHBvbzhWWTkxVTZnTkRNV1VPWlg3RjFNS2MwZURjc2RBQUIybXZoNGhJc3Awdks1YVluYkNCSDl3ZWJHUHdBQU9EMDVHem1RaUVuTTYzYVpxbjFYKy80eGZreFJhZFZ5TG9TS0tOcnRUTW9iQmVrL1pwSkdGd3l0WHFFUVZncWNIQS82NnNlenl6SXp2OFNSdnU4LzFQajd1Q0drNE1IS0lnbzBFamJ4Qmlka2RYdlR4WjhDQUJSNG5sdUhET2NJZ2tQbUNKMlM1UzRvM3pNZktmc1c1K1RWbUZQNlRCVGFIL3NMUVlEMmZqRDA1eG5QOFpoYktKTDV1b0EzejdRZXVCODc3cklaMndBQWtBdGIrMzhST0Jkc3FWbkVoZlJGRk1ack1TVUE3TmpCc2xLVDhnbHlIUmhtZkR3d2ZDSmVxaCs3RDlIL2tZRVlCcjlsbXpIQXRyQ3dzTEN3c0xDd2VEaXdndWVIQUhUZ2VNMHpCeGczUkZxM3BlWVJvRkJ1b1BTemlYL0F6MDVMTEthVTMrNzBOWHhRVXFKSlZEY2ZGeWJwREhwZnVCWS9kNEdudGd5bzlOalFZT1RuRS92eXVpcHJxamtIblNGNlkxTFhHS3E2VTdZUisyTVl0cDBjQ0kvMGNGVHlCZ2FNTmgyNlRRV1Z2Skd3ZENRUWVHMEV4aHlPM1ZTaWthaWNlRktRa2NMVDFuQWlscUFRbyswdHRtTVQ2NkJUZVdvbFVPbGtPNGNQRTJ6cHBRWVBud3dkYWJ5UnRqUzlndXFSUHdlOTJuc1ppbGtCWnNUWDNxcTlEMUZuYlVvbzgvdTBDM1B5bmsyVUpTZ0pIYnB5WWl5enJGR1laVzRlb0gzTlJKSXlxQm5wRG5qM2Z6elRQU2RVMmZieHdQQUoxYjFpT3lDN0YyaHFlQThBZ0RDK1BUbENqN2txekc5RkJ2UWowOGwxNTZZa3JFVks3bmY2R2o2Z0lKZjAwdjVqQUFlNTZxbWVSMlZZT25KVGJyclc5SW5MZUg1NTdUSkNhRXFncWNFSDQrWnI4bWY4K3RGM3V0cTBvYUtLV2cwTTQ1M3pyZnZ2VHJ5T3M2emFBNERML2NsWGZndFI0eXdVRWczNUdvOHlRUitQREptbjR0M01jN2RxYzAySkxmRjdMLzZKb0xSR1ovVGlkREw2TVhZd0NmZzNPYUh2Qkh6MXA4ZWZ2N3ZtL3lPY0RBZWI2Ui9qUjZnZXJRQ29NSVkvWkdjVFpMS1JjT01Vd0VIdUxLdGRSWWs5V1pib0twMmE3M2EwYVpQS0JsUjFweXdSMjFjSU45OE1lZXZQeHM4N2FkK1ZOVjhWQUl1RHlaZCtIcisvR0lXZTJqSUJWS1ZNYXBub2Z1NnNxUDA4SUw0SEhCTG9mV1dLMDN5TVBQZXppVXltWDBYZy94bXJQUWNBS0xpL1BGc0NXQ0VRN1A3a3kyL0gxKzVQQWZud1I3Y1B2VHRUK3pNTEN3c0xDd3NMQzR1SEIwdTIvUkFnaENDTWpnWFBOQm84ci9ic25xVVErazBnNXJGT1gzMDNST3M3SGZPTklpSnc2SXozd0JVQUlBTU93MFVFZHA4OXNqL2VUSWs0M1hWT0J1VHgzZ2U5KzYrZGZuVXdOa2ZpSXNNakVLNGloZXRubXFkbXFqRTlTK1ZJZXJvai9jT1p5WTdOUk9DNXl5YytHQ24wckg1U0VQUHlXRFpYbzRWYjlUd1VvUHViUGdtOFlxeDFWNjJrRElvNXNvdURyUGM0d0t2ajBtbVh1M29ObXVMRGRwOTJWM1ZYRlFtVWJuWDZYdTVXUGRWT0FQNXhlOXZmMzFVOTFRV0E1T09vNlJseFBibG5PUXFTMmU2cmZ6Ty9SRXVUSFB3dlJmZmRmNGxKa1ZXUG5rK0E5Q1dLbEpXVUVidmYrK0s1K0RWQlRPNXVNejVuR0hob2RySXRGeG5lQ1RVMW5GWExua3NGUmRuQkI4M2ZEaVJBR1RGWjA3bmpEVk9jbWZOSzltUUR3QUp6ZExDMTBQUDhONDB3L2NPMXRsY2o2bll0Z2VybU9oaUpkSFIxTll3SFVnV1ZWVm1Fd0FwazBoR0lHcnhSYW16eU56WCthSEdKWnMvd2JQVDBoVWQvZEtYdEh5YVl1Mm5VNVRGY2hMTHk5cVo5M3djQVhGK3BwUmpjWEMyNENEazlkVi9rVEp3K2QveUZTZXRic1dsUGNpSTMxMFJRQ3FxZVZZOEQ4UDdPcG4zVHR1WlNTNzZYU2UyT3YrVUUzdzFmaHlCRTY5OHpiUHp6QUpqcDk5Yi9VL3lZdk1vOTJWU1lzOE4wNUl4alljSlRFUjFPbmozeVlyL3FxWjVIZ0M1SE1CWFV6ZCtjT3p6WjBUbzNkNGNDV1ZsZkJpSStibS82eENodU9nckthMXhVMEVmODN2cUdtYzV4VmRZVkNJUmN3WGxyd0xzdlZsTk9WRTkxZ1VBWUFNcldHR0wwU0dmZzVaSHB4bysxMEZLK0xLaTRHR3orcEpaNlpXbFZCcFBvZGhQd3c0aXVuNW1wWFZ4R2pybzAzSDg1MTlUN0FRQUoxM1hySTZXRmhZV0ZoWVdGeGFjQTY0KzZod1NDVWJkdFFTSkZwVlVaRGt4NkdsSGM2TDBhbGEzdTJNR1VoWHlkSUJEMmV4dlB3RmpXdDV3YlBCTHc3Zy9HejVkZm9TMGlGRFpGY09SSEUwMlpIQXYwY2tTYWlBUnVkalRYVDVIV09pdXFQVWpBN0I0YzZwcWRuRkFtZ0Y1cjl6WGVkRld1Y2lNWUE3RU1iWDVGZUNFZ3BtSlA5NG40T1ZSMzFVb2JrellDNHZ2bWtCNmNtSVV0S0szS0pZVE92UytVcm9LS3VnMUFxUnowWGVwUVBkVk9TbGt5M3VzSkZYanE4Z0NrMU5GYkxBUmptZG9za0pTbGdkVExiNjNZdENlWk9jeWlVY0YrRlpOVHE1NXFKeUpONDBBampNS2M2V3B0SVJvYzJ1eGl2WTdrT0pPNWcxRG1DRGJKWjFSMVp3SlNXUVhPMzJZSjlGRWc0bmJnOEE5dXhvOHYyRnF6U0ZHVURXRVRqMHRLUXFGdWNGOUhtOWEzdUVTem84NC9Zeks4Mk43MjkzZkc3MFBaY3d1cElFVkVONDRGM2hyTCtsUEYzTXgxT0FNQWtLVkFFU0MrZHlXdWI3SHFodVZJNklhZTBROXJBUUJWVlV2Z1JEekZPYjlDWmJLS21ZWi9vdU02UkFQbjVHVGJOc0haRlptSTFRVG9jT3c5bWZKOFNyUk1aa3Q0V2lBNUh4NlIybUpaMDB5N3VRVUJFd01SYWQrVTk2bThkcGxDN0dvRXBhQUNxVTVCNGN6Wkk0MGZGWlR2bVU4SkxSWUV3Z0xwbGFtTzFocTFaeS8vSEFCQSsraUpHU1hVQUFDclBkb3N4c2lUUTZiNXJ6T2RvNVk5dHhCUkZJT0EwNkdXeG5GSDhqeDM3V0pLcFVka2dzbG82aWM3ZlRQWFU1UFpjNzRzR0JzS05zdC9uREJ2YWlJaEd3U0Rib21MRDdzbVBNZUpGR3l0Y1NtMjlHOElZWTUvN0VqU0hWYTdLZ3NMQ3dzTEN3dUxUd0ZXOFB3UWdHZ25VZGRlWUpJRVhHR1BJUlh6L1pFVC94R1RyYXI5T2Nza3dNU1k2N0hUWGJzRk9QL3c3T0VYUXRQTktSTlRBK1FISndZUnJxMDFYek81dUMwRURnV2I1Q21CbGROVDl4Z1JlQ1BVY2lVMEx5WHhDUk1pcHp0OURSOFV1bXMyR29MZmp3VmpPWlZhQ2hOU1pYdlR0ZVB4OWNDclBkb3NRa2srRUhUNHc1SnZZblkwdjBKYnpKZ3R0OTE3K1oxMDJWaERFS1JBYytPSlBQZXlWU0JvWm5zVE93WVo4NWRTSU5rQkx4Mlh3aXFNVjVqRzBFazRlSkFuSmtzYlVaanZ4NlRJK2VXMXl3RHBRbTdpWlFsd1huQlVicHJwUHM5UytHb0NabytwU3owU2swdGlMdHgwMXB4Q2dYQlRNUElJSUVzTk51OC9GeTlCWCszWlBZc0pzdTdPNFBEYkNxT3JEWTQzb25YWUpOUE9ueGFSUWQvRWdMYWdzaW9MbUczdC9ZalNHbXNacGxZK3Y4dGtlc2ZaSTQwZk9TdWUvNXhKZUgvQWQrQnkvRG9KNWQ4V1BQSzc2MjJ2aHdFQVNKWjRxZzk3Znl2SmREWUt1REZlbnh0RlZYZktpY20ycC9wSTN4ODQ0VFp1NHBEZnEwMGJPQU1BVUR1dkVCVDBRTXFsMzhScXdnczhkZXVRU0xuRFEvcXZvVTJiMUhNNXIxTExsZ2pOOFNkZS9KTkN6VndVNW8zUW9jWWJhemZ2VFplWXNzRWsvQktnSUNGdi9SUkhiR2VsV1VJUWt3UE5qZjhPYlcwejluSUdBSEFROCtlNkNQL2JwUW4xeTVPZVFiRTJpOGpLM3dDeWl3RmYvZmorMXBSV3o3RlIzTTdSMUhYZ29abGFVZ0VBdUNxZnJ4U0NzRkJ6L1cvR2plUktOSWt5dVpCS0xKMGE1a2Z0TGZ1bmxaVVhWRlFWUzhpZWVmRHhoeTl4WTNoTTZZRkFURE5pQmM4V0ZoWVdGaFlXRnA4Q0xObjJRd0lTcEFRSUNFS0VNYXI3T3dmNzNvYkFXTEF4WmtKRjhnTE45YjhGQUZDMzFxMEZJZlJBc3kyK2Z5NFVWRlpsTVpDK094ckIrdk5IeG1wK3g5eXc1MjQyZER3dlViSm9hRmh2QldpWTVFQ3R1cXRXVWhTazNYZnRxdE85TWw4ZzlIYjZYdTVldDZYbUVjNWt1M0VEamtOVTJwcUkvRXNCWDhPUDQ2ODlKaTAyS3BFUXlURERyMFBieStQQjB0cHRlOU1sUTErRk51VlF3ZGJsMlpTejVOR2I5TVM2ejlUTWwzV2NkOCs0ZFhSTjZmd3NRYVZIZXNPMEZVQVRxcW9sa0N6K1dUVDB0bzYyandZTDNUV1BjMEh2QlgzN3I4WDJDZ0lXNmNQbXUzS0t0R2swSXRyakE3OFlUbytXUThGWVRBMXNTN1R6LzNibUVQc1JnQVlGRlZYRlhDQ2pBaVFRWXFIZjEvakdkT1B0SXRHRkVseklTazNLcHdRaVFkOVk3MmFYcDZiUTVPelN4TlpnNm5ZdEFVeXpBTUFNWG0vYkg4N04xWlNFaGVaRzVFYkxMRDNoanN0VFUwUUI3NXlKcS8zTmMydXpGV3JVUjB6NDBibkRMOTJHbU5FWTh2ZlNNR01kRUZQcWFHbVk0anlONlZrcTZ1Sll1ajBqM1dUbXFrR3B6enZkSG5JcWQ5blNNTlVqa05zaHJMd0pUUWM1QUJCWFdWMCtVUHdtamc3dXUzemlId1luanNrdDBaSWsxRmR6aG43WHdISVZDWm9kTFkxWGMzSjIyUlNIVkdnQytaZ0l0aW5vYmZqSmxIdGVWcnVLSUNrU1lmelhHVXkzQUtMdkRVZXgyNGpnbnM1M3BzOFk1NWRvYWN6Ty81b0lDUGk5bjdoL3J5eXR5bkRJZEpQSjhTUXdKbmMwNzc4KzAzWFdsVll0UjhSVkVSaDZmZUo2OG1WOURTSmJpQlJ2QlZvT1RGRlNBT3hncWp2SFJZQjVSRVQ4WktUbndwQWpuUklZbTRTWU5zVUtuaTBzTEN3c0xDd3NQZ1ZZbWVlSEFCUTRubmtHSHVucmJIdnBGa1F6dW9XbGU1ZFFDa3VEM3JIQU9iK2lybENBU0llZW50UHhMWmp5Uzc2YnhrRDZFa0Y0OC95Uk1YazFBQURObXZzNFJ4NlJaVndhNGVMVWVFdWZLTTZLNmp4SzVVYytIaHhwZDFXc2VBeXBxUVI4OVdkV2JOcVRMTnRJY1VSQVIxZVhwdWU1bjAxTXBFd0ZVLzlsL0I2V2xEMlhHakdNSndraG1ZRG9pM2QzVm9UMEJKR1VrQkVaU21LQ3JPWVJHdEtUd1M2YlJLVWNnd25kaTBXQ0xHM2tZdVRjOVRZdG5KdXJLU0xEY0prY0E0SERMMzdvOGl4WFRTcU1pWTdRa3BDZWxCSGVzeVZRanhEbStYakRyUmhGcFZYTENUWFhZRVIrMTVSWUlTWHNkUUJORkZiVXFSSW5DV0VwMGtWa1dCQk12amJGSUF1aXBtdVVrVjVoWWpvUVUvRTMxWitBYUdBcmdOcllnOXNYWXVmbXVaOU5STU9zRUFRdnh3ekxIQXYwTlVLUXdZRHZ3S1ZCaWE4U0ZPaVo1dnBKenRvRmxWVlpDalcvQ29UK24zT0g2ODhCQUt6YnFpMm5RR2NSS2h5RWNvZS91YUV0Zm0yRm50b3l5bVFCQUlCb2JzYncwTkdKTXZseGR1eGdxU0o1SXlGRUJTNzdBbTNhUFJqN2FMSUNaZHdTMWtWaklFNCtubHZ5MTBrSk5zTmpoczBMZ0pCRGdLUUVtaHVQQXdDazVhUjZDSkJoeGpFOUdKRitGbjg1WjFudEtpS1J2eEpVL0VmbzJFdzlrcU50cFlBL0F3Sk9ubjJuL3NKTTV6QWJmNFlRdk5RZS9YY1FPNTRzc1VJZzFHQ0VaWVhpN3VsRVZIZlZTa21XdnMzQmVPT0M5NU5XYmdXVldpNEJzZ29CSDR5T1NpZmp4K1htN2xCVXo2ckhxU1NWNjBMOExuQWszaU9BRUp0aVdNR3poWVdGaFlXRmhjV25BQ3Q0ZmtpSTFUd0RrUEhBSjgvOTdHd2gwVlhobTJObVU2cW4ya2tBcE5DaHhtUHhjbWtBQU5tZTlCMFQ4WHg3Yy8xNExhaGE4ZnpYZFdyY2xKQ2tVWjFQY1hSZVYxcTFISkRPYjIrbTc4eEpUc29qWFBTRm1nLzhHUUF3S1VuNWJ0L1YvcmRpRW1rRmxPMmpScVF6SmtNZXY0YTZVMDZUYlkvTE1uc003a2svaVhlNVZqMTEvOTBZMWYyOWVIOUVrZXc3c0tlN1JlK0drYlIwOFQrd3A3dnBUT3VCKzQ2Ri9HOTVEL1hHWk9aSkMvZ3FtVktqbzZYaGFzR1dta1dBTERXNkxvQXgwNmp2QW1OSE9ZTjFwajdTSE90UEhNL0swcW9Nd2NqUzBSdlNJV0l6TnFIUU8wODNhUU41Slh1eXVjRGs5cGFyYlhhMGJiL2JOM3hzT29Pb2dvcTZZc294VEtqWnp4aEpDalhaamdFQXJQUFVyYVpVZWlUb1pTZGl6eUkzZDRjaVU5dFdtVWlIWXhMdU5WdHFseUxRMlVFZkMrVlg3RjFNS0prN25XU2VDZlpGVG5qUTMxUWZBZ0RJM2ZyOXVUSWFiaTdCUndBU3REZlZUM0dPTHF5b0xqVUY5a1dHdzFjWkk2djlvOUtiRXpQZ0UzRU9MbHROQ04zZU0zcnpRT0R3RDhabHpZUklYek00dkJIL1hwU1VhRktDTGYxekl6Zmx0MlNGSlJHVFlydTM0VEFBUUZGRnpRNGlNQ1FJcG5PSlQ4bjJGNVR2bVU4bCtPYjlNUHRCZkczMmxQdHJNNzZNUUd4K0gyMmQ2WnhDaC9nMkpVTHhqMHFUK21hN0ZQNE1vaUJHaE4vMysvWTF6elErdCtUN2MwR1NkdDN0SDNwKzRudFM2SzVaSUlHeGxERXlsK3REYlZQYm11MWc4dndsUlVCNGdVRDhqMDdmL3ZNQU1LVm5PRGVZcGZDeHNMQ3dzTEN3c1BnVVlQMVI5N0JBa0FJUVFEN210ajBtdjJhUER3N28zc3RkKy9XMXBYdVhFSUdPeUVlc1BWNENtMXVpSlRrVTg1c0M2TFdPNW4xdEVBMW9NWFBPQmtUOUJEUGxWTTZnMTk4eXVaWlU5VlRQbzBBWDl0TCtkNXlleENXRVNJNzJzQktBRW8ycE52MHhUc3lmWDd2MmFpUzdlTGRqZGxweW1SNFdvV21ObExLeTFoTVF1YU82K1B2emdmMmZPQnlYYUpKTDV1c0Y0V2ZrNUlRSGFkeGVQdGdmL25jKzIwWlR1RmsrMmovOHJ6ZzZuNmlWdFc1ZzlGZUJhQ3V0TWFrNHJBNGNxditWV3ZLOVRLWXdaLzlnK0RBQVlFbUpKZzNZZUxHaG00ZGt4ak1SMk0yWkFzYWN5bDIyWk1FS3c2WjUyYlpJbEFvZFB3aTF2blI3N2JhOTZRcVhuR0dCSWJWaTFWOE82OFliMDdVa1dyZWw1aEVKTVJGTStieEpqY0t3L3VBZGdCK0xndkk5OHduaDJlMmpTdFBFN0wvdGtaWEZJTmk1MHo1dEFLSzluR1dFeDl1OURhOFhsbXFQSWxVMitadjMvWHpTTTFCM3lwZzE1NnNFb0QvVWRPQmRpSnAvSlpoc014TDhQWEJ3ZlhTL2UwcGdtVjlldTB5WUdFazE1WTZoQkh5U285NEJiUTNUU3RZTDNUVUxrTEF2Q2tQOEpGWkhIWlgzUDBzUWZ0ZnBuZXE0UHV6Z202Z3VUdE41ZWpvbGJMSG83VDRLQU9CMDE2a0d3QzFLZUI1dzhsN0lOem1ybkp1cktaU1lUM0UwZm5tOXJTRTgzWHBpNzRicWdDM0F6VldCN2p0L0IvRGFsS0EwcDNLWExVV2tQUVhJVXovcWtmOEpBbU5CdXFydWxPbnNPUnVGNElPRVNhYXUwODZaWk9IWnhic2REcnY5ODlUZ1A1bjRqTlh0V2dJM3pFSUtKQTFOK3ZzcDcxQ0pKcmtjZkQwSWtVK1J0cDVwcmg5WGN2QzBaRXBvT0FHUUF4QWdFck9DWndzTEN3c0xDd3VMVHdOVzV2a2hBRkVRQklqV1VKSklRZm1lK1F4a1YyVFFiTDE4NHFYQk1ja3BmWFRFc0oyTjd5ZTd1RVN6SjhyOGFVUjZLOUM4NzJEc09KMmRzWkZ3NkdORVRpZUlHYUV3bStTc25lZCtkallpVlVWRTZrZ1JpUXNvMGtjSEIvVUF0R21tMDY3bkNzTENIYzN2M1ZUVm5mTHNGTHNMREhHdDg1MkdLZVpXVGsvZFk0U1FKMUNZdnovZnVuOVN2V3FoamE4UUtIZ3dmTEtMbU9JSlJISCs4b21YQnRNd3RSZ1pmLy9DcVZkNkhZdDVBU2RTZCtCUDVCYkVBazZadWU2UDNIeWpxTFFxZ3ppVUVvTVl4Mk5TODBGcGRCVlFab0FreWNqby9PN0JvYTRaYml0SkZXbGYwSUhjWkl6TkJZRzNnNjM3TzFkN3RGa0taMlZJNElJQ1pCbWc2WnZPb0VwVmQ4cXlSSXBOazkvbWRuUGpDQmNudTlwK1BKU2JxeW1NS1M2RGlUTVRNNjVxWmEyYkVCZ0srTFJMc2Z0TGhiUm0rT2JsWHhhNmE3S0ZZdWI0RDAwT25BR0F3S3lzcHltS3dmYm0rbC9FRGlhazJKeEl5SDFHcEExRW1FZHZSM3RxeDFpM3BlWVJKc0dqNEpDRFF6YnhaUVM4R1dvWnE1R09wMmhyMVhLZ2RLY1E2QTBldm53Rm9vRXpSZWxyQVBDZjdkTTRycXNWTlp0UmlORXdZNFlpMDAyQ0c2Y0NnZGRHbkdXMXF3amhLUlRKTENSd00zaTQ0V0w4V01kQy9qOEpoUnNoNzR0VHpNTW03dHRsTTV4RThGd1F4b3N3allvQ1FLTXBrTHFKRWtqckpRTS9udGlqbkdSa3JrRE9FNENRQkQ1b2RFek5HTWNva2VhbUpId0xrTjhRRCs1TmtvUlR3NndnZ01rQ3VYOWlKajcyYzZHRGJ4SUNjN21BUC9ON2R5ZTlZL1BuT1ZjVFpwOHo5ditRY0U2dDRObkN3c0xDd3NMQzRsT0FGVHcvTkJBQ0FNQVVoVWhVeWFPNmNlYmM4UmQ2blo2OU9VamxSWkVQbFdQVEJRbnBObU1icHlpVEIzZitGRHVtdW11ZmpuQnlINWt4eWdYT1NUYWtJeE1EdmZYcnRSU0YycmNUbTNSRWNvQWRCRnZieHdhUFhqN3gwbUJCdVRZZmlMU1c5dHoxQXh6a21EVi9GU05TT0hpNDRWTDh0UXZLYTF4QXlCYUI0cTJnOTRYM0ptYi9DaXFyc3BDSVBOTGJFM0E1TmordG8zZy8wTlR3Zm1GbDNSTW95R2lveVhhcHdQTmNIakY1U2tmaWhYTUFtc2d2MGRLSW9LdVFSOW9BRm9PUTJmcklJTGFHbXNheW0ydEtxK2NRU1ZsTkRMd3RBM0dPM3BEYXBzc1lBd0M0S3JRbkFGa1FkVFFaVUI3eTFwL056ZFVVTzVxUGgxRnVSY0huRStDMzR5WG1NZWljMlg4ZGtjMGdVZVNsSWp4MEpCWmdKeXpnM3pYRDB0RnpiMy9pSXU0cXI5b1UwY1dkb0s5K3ZHV1l6T3diZFM3YXU3b082b1RDbHZ1ajB0SDRhNmp1cWlKQ2FMTGYyL2o3MkxGQ1QyMFpFZWhBUmhPN3c3UXBYaUsvdW5qM0xObEdkOXdmbFk1Q3hIU2pJVTRHZkFlbVBCdUlCdkJjU0o4UmpCd0plaStkalBYRUpzZytUd0NEc2RydGllUlg3QzJrU094aEUyL1lHSzdwN2g5dUNoeCtzVCsvWXU5aUtwTkNJY2dnUjk0N3NUL3loTFYvR3dFZStKTXZlLzhyZzdDQ3g2b3lnWkJLNVBTTitQMTlNaGRmUlJDTGRNSGV2TmIwU2F1MU9lNW5FNEZLYXdWbGMwYkRjdE4vVlU5ZDZObjhONGlFd0wxN3ZvbGxEazVQM1dPY0l5TGduV0R6MWJnNmE0MDZQVldiZ0pBbGhPUEZVTnFWME1TeGVTVjdzaG1SYzRVeGZCTUFnQUFRbXBDVXNtN0w3a2RtV29lRmhZV0ZoWVdGaGNYRGdaVVJlUmhBUVFnaUJVSkFWakxUQllpV1FPdUIrNFh1bWdVbVlZdG9EejBXbjNIT3FkeGxTeFhKWlVCZ2tTSEMvOUlaZU0wb0tkR2tmZ1UybW1aL094V3B3Mmd6WGIyNmREZzRJWERPY3orYmFESnpnOEhEdjJhbW5HZ0N5KzBlR21tK2RlclZ5RmpySWY1MGUxUDlqd0VBbkJWYUhrWHhhTHUzZm9xUlZuNkZ0cGdDM3dob3ZoWHdUZzZrMUJJdEU3ajVUSkl1L1dRNEk2c0lnYnpYMmN5dU9pdXExNXBJcEpCdjM1bDFwVlhMS0pVZjlUYzF2QW5SVEs5Z1laY0I3UHo1d3kvMkY3aHJIZ2VCSDhaYVhhM2R2RGRkVWVnWCs0RDlXN29zbmhEZGQzN2QxVFZkeGhMQVZWRzdRaURuS0lsUkc0TU43VTBOdndVQVVMSU5Gd0c4bG9ER1NxU00rYjFUUHdoQWlTWTVIZWJqWVZQeXlnQ0xHZGN2Qk50KzJCZDFxaTdsblAyaW8wMGJsL2c2SzZyelVERHpmR3Y5ZVFEQTdPTGRqcmtweVc0aDlQTUpRRXpWVS9NL0g1Q0JuMTF2bTJ6aXBicXJWaExHeXN4UjlyK2poNGhhVnJlR001aEZET3d6RFF4ZGI5TW15Wjd6M004bVNzUlI1bStxLzZHenREclBGT0xHMlNNdnZBZlRvRzdYRXFqQnQzS0JWNExOOVZGMzZoM011WFhsRjRnUUQvek5qVlBNeC9MTGE1ZFJBY205clA5WW1pMzljUURhZnV2VUs2T3FwM29lUVdtZExrYWFGV1ozM1F1UDFlQlBnRGdybm5jRG9CeHNycC9pdWoyUndxM2FYQlJtQXhINFUvL1VqTy80UFJXSWYwVU4vdVBPMXNaeE5ZTmE4cjFNWUFrN3VDaytVaVRwV0hER2pETVF0YkwyS1lIb0NIZ2JYNWo0d3pwUDNXcEVlSVF4bXVKdnJuOXR5ajdLb0lnU2FSVWFlQ0Z3dUhIU3g0VzEyL2FtS3laNzhtWkg4MjhjNmZTSnNhTlVTVTVac2xFNGJQR3FBZ3NMQ3dzTEN3c0xpNGNNSy9QODhFQUJBRWFIUDc0WThPNy9lSTI3WmdHbm1Hc3lQUmlZSUZtRmFGMXBLcVErQVVnWDZrUDhaekZuNi80RVl5T2hldC9aakZ0M21OMG9wOXk0RWgrQUtjUldJU0o0T1RKTUtRUFpSVW1rODlhcFYwWlZWVXRRSEZJaE1jemZBQUNvYm0wbGdKam45KzZiRWpqbmxueC9yb3ptVXdBaUdQQmVuZFJ1U1ZXMUJLS0lBbjNFL1BXQVhjL2xESVIvbEowcjJHb3NrSWlTU1h2dUhGMVRXajFiWm1ScFAvU1A5MlNtV2JPM0MwbisrTHl2OGFaYVViT1pVaEIrMy80TEVHMWxaRStVMU5IUkJ6OUw0L29tRVJGZDB4bW1RVFF6aUNoeUVHQ0FjY2p2R2Yzb2p3Q0FUay9kWXdSQUFzWlNPYUZzT3VkcUFBQ25aQzdqQW9kc3hGZ0JRUHBqUFpWbllab1RUWEl6MUtLTlo2clhlZXBXb3lCcGR3ZUhPZ0ZBNU9acXl0elV4UFVHNERVU3NmZVpNbkZKVlA1VnZQdTE2cWwyRXFaOERZWDRhU3dRWDdlbFpqNVFYRXFGWUZTWTE2STlwQ2VoZ0xJeEhBa2ZMU2l0eWlXU2xERXNEMDhyV2M4dTN1M0FzUGsxUk1GTkNJKzNkWEo2Vm40QkJDUUVtaHNQeG8vSkw5SFNLSVdsRVNKMXBKSzBMK2ltdU5aK1NMc0RBSUJBMXhtQTF4VHEyQklaTWsvRnYxTk9kNTJUSXE0VFlmYmIrSGtuVWxqeS9ibUNtMTlIQW45cTl6Vk9jYlllVytQZUhBTGtzMERobnlmMnMxNjdiVzg2MkJMWEU4SzdnWklicDV1MEtmZG5mSTdLMmlkQndDSWpiUHhpNHZHMW0vZW1NOElMQ1FGeEw4eitmY3I2M004VlU1bm5Bb2NMOXd3V21QaGJicTZtMkF6cUNpUEV2VGNJNGFGYkZ5WXFFU3dzTEN3c0xDd3NMQjVPck9ENVlZRkVhNTZKR1FIWXdVYUVPZkFnckx3NzNSL2x0bXhqQXdoWUJVUzhHY3ZNT3JmV2ZrWndlai9Zckp3dkhGenhGQUhTR1RqODRxVE1uc3RUK3pkaEU0OUg3c2dmSjZVbzM5RDV5TkgyUTJNR1lDVExMRUltN3B4cFBYQmZMZEV5Q1lVbDRRL3BPL0hYWGxMMlhLckRaditPQUhvdGtIemxWRXdLUEw2TkxMTkVCM0ZOVWxnS0lKMVB1bnNDMEthWmxOUEtCM0QvUkNEd21tR1htTWZVUjA3RmdrcFhlZDBtQTh5Ylo3MzFGd3JMdFh4S0tBczB5eWRqMGw4RDlXSU81dlZFK3l5MzRQQlI0RWpEKy9IcmdxalJsdXhRUG1kUTVTd0JuSGRuWU1SM3ZlMzFjSDU1ZFQ1U29DREJEY0hSRnZTeWFYcjVqdFdQVXh2ZHlBaW1td0p2eEdUWTY4cjJGbkRrOXNEaFMxMnhOUldWYXNzbHhHWDBmcytwbUhROGFRRmZoWUtNbnZYV1h3REYzS3diMEhHNlNSdVllSTA4ZCsyakFPd3pmVUJlbkNnWmx5VlNMQWdtbTJHNWFXTFFHS1BRVS9kRnhwU1BHR01KVEtMcTZFMTZZdHFXVkFBa0t6bnBLU0xUV2ZjaThzSFloNVd4M3RMRUZteXUvN2NwSTlTZHN1UXcvcnA3WVBoZEd4V1Z3eEhUMitrYk14RlRLMnQzQ1FIdnlSUlg2V0wwcmRqN05qNjBzbllwb2ZnZEJQN3pXUHVyNlZEVm5USTY3RnNwZ2F1QnBzdHZUWGRPVHVVdUd5SHlYNEFRdndzME5VeklxTzlnc2lFVlVPUnBLT0J1eU12T3pTUUxMeXl2ZW9Kd1dFMlplTGV6N2FWSkFiWTlXZG90Z2RSdkltdUwvd0RnOHRRVUlaVVdDWTdkK09EdW1mamZFN1BCWlZMV2Q5N1hlR3RHQW4zSEFBQWdBRWxFUVZUU0JSRzRQbnAvcGd5NGhZV0ZoWVdGaFlYRlE0UWwyMzRJc05tUUlCSktDSUJpbUdHQWcvejl3ekNsRmxSVmQ4cG1abFlCSmRRRndqd1U4QjM0V0ZWM3lwQ1Z0WjV5OGtIUXl5NDYzYnhBQ1BKUndGZC9lZUk0bXBYNWVDU3MvMUYwSi9RNkZvanlmcEQrN2RwWVlFV2NsVFhyZ1ZBNWVLaWhVeTNSTW9uRExFSERhT25xZW5HS09WbTZiSDZGQ0JIMGV4dmZqbDhienA3OUdBanBIak1OUVdXNktlQ3QvNVZhOWx5cXE2TDJHZXhoLzU2UVlaTUtLNTkvbXVxbTF4OTFOeTRzM2J0RVVLNnduZ2RuMUxMbkZnSVRHYjNRZHh6Z1ZRR3dnNm1lWlk5elFRWXBRQ29LY2pmWU9yWFdkbXh0MzdBbk9aUlNwdk5mRVVVVWNhR2N2WFhxbGRIMWxWcTJRRDBEQ0x2QWhTZzJJZXdEZUhtS3M3TmE5bHdxeU9JcmFOTFRBb205bzBYdWhLaThHaWw3Tk5EYzhFYnMzRUozelFJaGlVV0JFZWxQRUhqTkJBRElxOVN5VFZNc0lSZzU0bkxYUHFNei9jL25mUzlOYXYrVVg2S2xNV1orSGd6OUQ5ZThMdzVBTkdDY2hTbWY1WUFKMUtUQndBUkpPRURVOWRsbU9BWENEUk1pUGJKTW5mN214aGtsd2k1M2RSbFFYT0EvVkg4Z2RzeFpWcnNLRWQwZ0lxL0dCNTNxZGkwQmRmNFpuWS8rNDl5VWhMV0diclJmYWoxd1A2ZHlseTBGazB0UVNFMkVqTTVIQTg1MEhwN2N1N3RnUzgwaUlzaVhLR0xqR2QvMHRlUFJkeU9CWkdVOUJSeEFDS00xL29NTEFNQnFqemJMenMxbmlVVGU4VGRQcXVFbUJlN2xtd0JvRmpDOEZXaXFQejdEWllpcnNpNWZDTDRNRVM2MEg5cmY4Y24xdFFUSTVFK2J5THNZUUZlbmI5OGtZenZWWGJVU2dlWVJ3VDhLK2hxYjRpZGU5MlRkYXBPYW1SM05EZjhKQURCM3hSUExoL3JPTGhQR0FDQUFVV3lwbVVXbFZjdlB0QjY0TXRNOXNMQ3dzTEN3c0xDdytIOGZLL1A4MElBRUFHQVV5WFRaUklBZE81aVlsYlZPb1ZBQkZGcGlKbEVrYS9ZbW9MUy8zWHZwVXNGV1l3RlNudGJQK2pvbURxV3o1MndVSnV2dWJIdnBvNFNGc0pFUWNlMWFOQ082cnJScUdVVXl5MzlvWDB0QlpWVVdPa1F4U2xMYmRFWk82VFpqQndweEgrLzFISXI3aVdER25EeUdaQkQ1NkdXbWtOWDNJK3lOM0JJdGlWQldoQ2dPM1ZYNlVhSDJ3ckJPMjA5SGV3cXYzYnczSFNXMlZoOFdIZjJTelVHWVZEQ0NORFNla2ZZc1Z5a1JRd0xJeHdCU3FyK0ZuWnJwN21YS0MxUmg0aTJRNlJZVGxZdWhGdTEyVHVXdUZDNkV5azE2RzRTNWtZVER4MktaMklsa0YrOTJnQ3l2NTV5ZkpTZ3lCRVRPQW1oaVRXbjFiS1R5b21EeTVYSHArdHJOZTlPUnNUV1JBZDBmTTJFcmN0YytxZ2lobW9TZVFDcXJKalg5blUwdlRjcFFydGkwSjFteWkycmtwQzF3K01WejBZZkswakMxV0FESkpnZ1hBNGZaaGZpMXFRcmtjRUpad0ZkL1drWjVjd1JIcDdoangzQ1YxMjFDeXRiclFoclBManNyYXpaUWlYN1ROT0ZuMHoxVEVURmMzRFE3R0hYa0FRQ2M1YmIzQVFDU01ER1BtcUliSURLUEVTa2NPUHppcFAzazVUMmJ5QlR5ZVM3TUUyZDhVMXRkeFZoY290bDVSdVltQkxvSUJUMDgzUnJ5Uzc2YjVpRG10d1RRWS81RCsxb203YW15YmlNbE5CdUk2QmNTbTNIdnptMjFLd0ZnTFFHcEoraHJtRkNUclZHUlliaUFZZ1lndStodm51d1lYMUJhbFF0QTF3dkE2MmhUcHZUU3pxdmNreTNaY1Ztb3VlRXRLTkVrWjJYdEZtQjBOamNHcndNQUVFSmtXMExXYWdDWTR0aHVZV0ZoWVdGaFlXSHhjR0VGenc4UEJBQkFVSDFhOStpOGU0L21VQUlsUXVDZkFvZnF6d0VBdUR6UFA0V0Mzd2tjWWhjQURnb0p5Tk9EWlBENFJEbXZxNkoySytjd0ZEak1McmdxNnI1a2N2TWpmM1BERllnR0xaU1JwWGY2aDkvSkx0N3RvQ1lXak9qR3ljQmJVK1czem9xNmIxREs1b2R2S20vRzF4dXZLYTJlalFUVDI1dFpnREw1OHhFMlZoZWJJSmt1Z3lzM0F0NzlIODlKdHVjaGlvRnpyVm8wME5yQmxHVHB2NkVpdDV3Ny9rSi8rcXlVblRwR0RsL3dhZzhnMm81SkVFeHZiN1lIWklsNEh1aTNUazdzcVR4cGJaNjZ4NGdFRW1Oa3ZrRkVXMGV6ZGgxQW8ybVF1b3RUNHlRd1dDUk1velhROWcvVHlvb3oweDBycUFBcVViYXFqL1VlalFYWWRvbDVCbnJwS1RnNGxpbk5jeitiYUV0a1g4ZnVPKy9HNU10cXlmY3lCYU1yVWFFdE1oR3JPZWUzT3BwZnVEN3BBaVdhbEp4ays0NHV4RDhIZmZYanRiU3VpaFU1Qk1nR3l2R1kzeXY3NC9lWGs3UExSb2hSU0h2dStsMlZkWHZDZ3A2NDRIM2x3WFI3S05oYTR5SU12aUY0NUtlZFBxMGJvbGw5UnVnMlJtakRkRFhVenJLYURVQ3B3UWlkSlNFbStsT3VCS0JOTTlXeTV4WlNsREpNQklrU2x1ejNYZ2tBd0tTMTJlWWwxQUhRTzZHMGF6TmxnZ0VBeUN6SnlKY28zUmdSNHBmVHRJUUNnQjFNc2lkV0NxQ2RJZCsrU1ZsZnRiSjJxVUNTeEFBWGRBOE12eHQ0YTNMdGY0eDFXN1hseENRRkJISElqQXhNQ29EWGxJMnNZSVJ1RUNhZUNubnJKOVhuRjVidVhVSnRKQjhvUU9TbWREUisvc1VsbWwzaDlyVUdsMDRDN0tBRmR2MEpKc2pkMjNkYlRxQVFVUk0rSkhyNHdZZi9QM3R2SGgzVmRlWC83bjNPdmJlcU5JTWt3Q0FHZzVnRVNDcVZKTUNBWFpaRVNjSkRuSUhNblYvNmx6VGRuWDUrdjNiSFlSSTQ5NGVFeWRRL3A5dmQ2WFM2a3poT3ArTTJuZEV4bW9BSTR3bFVwY2tnQm1NYkE4Yk1vTEdxN2ozbjdQZUhxa1NwVlBSNnZkWmI2NFdzKy9sTHFudlB2ZWVlVzJMeFBYdnY3ejZhb3QyWmc0T0RnNE9EZzRQRDNZV1R0bjBYUU9SQ2pOVTh5d0V0U1R5YnpGc1BTelNRR3dDZ3N6UE0rM3krVGJyS24xNE9vRTZHV3ZlY0t2Si9KU010cmFHV2tmYmpjZUc4Y1NNdkcxaFNLZ0N1OWxpODExc25WOW9FYi9XMk43ME44ZnBldzE2SFN1dk5HakNrYTQ2MURvRzlmN0s5YWFJSTJMaVJsdzBzMnNBQXB3U2JkMzB6ZWU3ZSttMzVuUGlERVZ2K3ZyeE9mbktFYWMzOUw1OGE5TlUxckpXQTBkNFc4M1RGaHUybFVrRk9WOHZUclJBelgwb3JzS3J0S0wxZ3Z3K2l2UDZwV2lFaS85N1hQaVphZlRWYnNvRmhCUWl0cXlLZ1BuUGRzbjUrdHVPNVNQSzlBUUI5QVhNeGNaRk5oQjlFQmQ1NGEvK2VxMk5PNUZiTnNFWGZUM2ZyeFl5eDA1MnRUU2xiSXBWVU5jemlBbGRMUnBjaTUwNzg5RXovWG12eG1zMlo2Wm11ajJBazBuYm15TGNISVJZNVpzeFlSMWV2L09QNDVvSGYxTWh0K1VoWmIvT0lYbUdEdk5tYkluWFg2N0kvUXNDUDk3VTFqa2RvZlg0emowQStSSVJIUXUyN2c4bGpmRFZic2huWHY2aWsvUnlmTm0zZGNEanlmSC9IdDY4a253ZGoyUU9MTk1WcUlNSjNkbmQ4NjFMOHZVaGduMmFLL3UxSXk4UzY2ekZuN3kzTFVjY0NHMFdmcnZHWm5TMU4reUZtdU1ZMDQyRmhxWmVacmkwTnRqUk55REx3UFdLbW9TMCtReVJ2QkZ0MnYvQmZ0YVFxRDJ4ZlJvZ1BDTUI5eDlxYXprOTZSdDhtSGFaTmU0aVVTaDlrTjMrWmVHeFpyVGtWeUM0RG9QU2pyZHEzQVo1SnVYRlNITmh4TDFQUkpVQjgxRWF0cHlkV0RoQS9wcVBhZ0VCZDdNYlZDY0o1ZWZYMjZhVGhHa1pjZGJic21sd0hEaWFicWxrUElQSnp1Z0hEM2cyTDFtaVNYZXBzYlR3K2ZYcHhPdVNNblVVQVVrU3VKNit2ZzRPRGc0T0RnNFBEWFlnVGViNExVRktPdjZkcjEwNU5pSDZ0Q0VRWGFVcXNsSXFPUldVNENCMm13Tnc4dnlJWURMYWNPbE5ZLzdncjNaUHJVMUwySnBwVCtXNHVLZElZR0QwUjN1MTF5V1VnbGQzYmVqSldTMnF5cVM3NUtJSjZPeVFPWFV5YnJlb1Z5VXZKS2EwQUFLVTNGcFFoWU1HbGdhSHZKeDliWHIxOU9nTyt4dGJVWVplbUZRbmdiL2J2TXk5VjFDMHBBd0RvYm1sOG82UjI1eklsdFZseDRRd0FZTXlSSllSd3VmZWcvbUhHSE9samlpNTJ0NmRkZ3JFYTRDeENyUW80dkVXNkxJenl5S0YzNzlBTHVEaGc1aU9vZTBuUW9GS1E4WmJnSndBQWNrUk9PWEIrTGwzVFY2R1FJNTB2bXlrTnhpb0NEYk81enRZb1VEZWxCVWY3Ky9kYUJhdWY4R1JsdWl2SlVvYzdPOGJNMUFBQTByT05COGlpM3NTb3U4K3RQcW9rWEVia013RGtRRS83MHozSjl5aXYyL2xwUk1xOFBEZzBua3E4clBhSnFlZ1dmNHFrM2dHREhVa2VFeFBPRlVyYXp5bk5LSktJVi9zVDVwTElJdjlYODNUT0h4SUV6WjBkWSs3WUZZR0cyVHJ4djFLRXI4ZXpEQ2E4MDdxdGMwbmpNekVjZlZVWE9IYzBvZ1VoMWtaS2M3dVhkYlljL2dFYVVLYWkycHVUYm1pcEIwRWhINDNxMy9zdmV6bFhieXNDeHU4REJ0MmVnZUZqazgvWXlDRS8vekVBbUExUzdrM01saWp5ZnlYREJiSUdpWG1rcGRydmxISGc4NXQ1R3NKaUpNM05FTjhleXpnWW83amVMTkE1MUNGajd3OE9XMGNTMzF1cDM4eHg2Vm9kQVpPRGc1SGZwcngyblgyZnh2bW9IUjM2Z05scU5SUDZsYzdXeHVNQUFESW5reUhUMHdFQWtBQVZnbjZuZFhCd2NIQndjSEJ3Y0xoN2NNVHpYUURqUEZFY2pKc3ArV3EzMytOaStockpjV1NRRGZ5K3IrMDdJNzdhblorMWdKM3BiZVVuQVBiS0xDdHpNUUdJcnRiYi9YNUxxcmN0VWhyZEs2OWVEcFlac2dTQThydHR2U2R1MUZSV2IxY1N3S2xRMjU2VFh2ZDlEMGd1ZTNwYnZ6bXAzcllpOERlenVhNS9NV3pkK0duY1VUck9QUDhYM1c2ZCtTQ3N2YXBIMVR3a2NiV254WHpmVzc4dFh5Rk5DVVgwTnlzMm1ETTRZc0gxS0RzUUg3ZTg2bXNMTktCN1FsR2pyNnpPV3E2VXpEaWFkZklZZ0tuQTc5ZXlWZVk2QXZzSUtzb0ZLUWFTYTRjVDBWSFdTQ1lzaHNTN3NrNitEaDJtOE5adFc0MGFhRWlRcFpTOEhHemRuYkpPdGpqd1pEcHdYb3FNcGlPcVlEeXRlWHFtdTVpVXVOeDljUGY3dDk5RHcxL0lDSFVucGo3N2FyYy9DQ1RlUVVBTmlFWTdVd2huWC8yT3h3aHA3aUFPL1R5K2ZqN2ZKdDNETWg1RGhsZEh6K3ZOS1ZPUnVhdk1FdkljNlo2bFNLQ0Y5cDFNMlpLcU9QQmtlcGJidlZ1aERNWWNxR0ZaclRsVklYNVNLSGlscDBWN0paWEFaVXBicmtDZElyZnJNOWNzNDNCL3JGK3lrcGJQc2tXUHIvNyt2eVJwSCtsSk1pL3oxWnNCQWpWVEN0WGFmK2NleTFCYVo4N2pHbHZJR0dRTXdNQ2hONUsrT3dBQXBmVkxWaUd5V2RmRDJyOGsxMEY3WExtZlpxZzRTZWp1UGJqN1lxcDdMRjd6UHpQUkl6L1BHQTRoaWZmandoWUF3TzgzTllQc2RVaGdYUXRydnp2MTJyZUc0c2ZtK1UwM2Q4bFBJTktVNjFIK3k4Umo0ODladFdNQjJLUmZIQndPTW5mV1NsRHlkS2pOSERjeHk4MWNQRk56NS9oaXZ5SkRkREo4SEJ3Y0hCd2NIQnorQ0hEK1UzY1hvSmlWenNrQUlocVB2aTJyZldJcU12eVVrdllaZTVoZU82UGxTbS90amhvQ2ZyU3ZiYXh1dU1qL3RSbU04L0pnYytPUFlzUFFWN05sTm1wUUdHeHBlcW1zZHVzQ1lEaXp1N2x4dkRWUWNmM21BaVlwazY1ZkR2a0MyNVlnTUJuYzF6U3BGcldrcW1FV2NiYjk4cTNodjdud3h2Y21pWjhjWTE2WkpQa0JZeU56RU54YVoxdmpzY1ZyTm1kcWtsVXBaYmNVR3hFWHliU1Z4T3pYejNic2lVQXNVdTNtdkRyWTB2aUQ0c0NUOXpMd0ZBWGJHbCtJWDlQcldyZE1JZHl3SmZOd25jM3UycmY3RjZuV3E3RCtjVmNXNW55RUVYeUFVak9DMlNjNllPOWVWYnAreDBJRXVNY20zc1ZRek85dTE5KzRVM1NVZzh1bkZNMGlWSWU2V3I5eEJzYlNqSmNyd0dtaHR0MHZRVXlFRGJwVnRhMVVhOS9CcG5IaFhGWnJGZ0pZb0pnUjRVek5EVGJ2bXVUUVhGRzNzNElVTEJvOXo1ODUwLy9zdUdzNVRadTJEZ2h5Z3MyTi95ZkZ0TkM3dnNGSHBKQjBqcWlzM0ZEcjB5K25PQThLVmovaGNXbnVMMHVsZnRuVnV1Y3d4SVNoaSt4NmhYQzJ1MjMzd2VReGhmV1B1M0lvNjJNSzFIRU45RlhCbHNabklKNCtuWmNYWUFvK2NITW90aFVkN0czLzFtM1J1bkVqcnhoYVVxYVVXTUdKM3VoTTJGaEl4bGV6SlJ1VUtFWEc1aHpkZC9MdlVqbHJWenhremdjcDY2SXEvT3paanU4a3B1TmpXWDNEU2lJUUN0bkY3djJOYjkzcEhselRIaHRSdzgrN0lMMFNyN3RlR1QvbTI2UVBHcXFPQTVzQ2tjZ3Z6M1kwVGJqK0ZJOTRHQUJ5ZzgxTmswb1FJT1lEb0RTMVNBTThOaTBuczRhaXNxL3o0Tzd4bFBNbDFkdHkwelg2K3MyTEo4NEF3RnhBWWtoZzNHazlIQndjSEJ3Y0hCd2M3aDZjeVBOZEFFbm1pZjJvSUdhVVpHQ21GNG11Y1dDOWI3MzZqWnRsaGwydmhEelgxV3ErQXpFUjdERmNxMjd4V3orTFg2ZWtxbUVtTXI1WUg0ajh2cVNxWVNZeGZWYmsvUlBqNmRJcjFtNmRZaWozeWpDR1EycjZ6QkxpZk9ib09lMzFTZTJML0YvTjAzVDhSTVNTWm5MRUdXSlJWNTFIZFEzQlFKZmIwOW5lZUdoWnJUazFQVk92R2RIMFF3QUFPcmpYUzhVNnU1djNYSVdZS0hIcmh1OFc1eTk0NjdmbEc4eTk5RnFFLzNwOGJvRnRTd0JsbmlJWWRPdHNlWERmaVY4bjN4ZGk0aWhMNVZTU1VKZVV3b3pvcUJXRXZYdWxyM2I3RE1iWmZFdFJKeWRyR2RwMjZJN3B2b0dkS3puaUNnR3FxNnZsNldNQUFCWHJ6VklBYlhaWFREZ0RBSXdZZGlXaGZiNnZyV2s4SGRqbk4vTVFyTVhBbUs0aDVLVVN6aXNDMjVZb29pb0MrZFArZnRPYWNGK0NsYllLLzF2S2VkVnU5NElPYWJiVXptb0lzKzRrbkFFQVptU25mNVlVdkIxUGgxKzhabk5tbmtkK0VqaW1qUTdiYmFuV0xSdXlIeUNsdWhtd0FrdUZZK0o2STFmNU0rNW5IRDZRQ2hRaFhPOU5pT0lDQUpRTkxWeEdSSlVBN0dSbjIrN1g3elNud3BXUFp3SG5EeUZEZDhTMmY1ZEtPSmNGZHZwSXljY2wyVC9wYS92T2hCcnU4c0QyWll5d0JFR2Q2VzV1bk9SOEhYOE80SHh0Uk9FcmJwNVJoMUV0R0FyRm8vY2JPY3ViVnMyWUtyTWx0WGNtcGJwNzEyK3Y0Z3BuZ0cxUEtrRVl3MlM2SitzaEJINkZnSmFRaUlRbVppQnN2eWREMDc1a1UvVG5KRVkvaExFL0hBVGxpR2NIQndjSEJ3Y0hoejhHSFBGOE42QXdEUUFBRUtqSWIyWWd3V0tHYWhFb1BOVFp0dnQ4ZWQxVGZ5NGdlcVQzd0o2M0FZQ0tBMCttdTVTeEhDeHQzRmw3OWVvblBMcWJQM3pOdW5oNFlDREt1UXMzUk4vbmIvVDM3NDJMTjJaazZsK3lhTFRGVGU1cG9LenNyckQyU3FLNEc4ZmplZEltZGVCWXJLVlVJaFhyelZKSkdGVUtUNVBDbkdEenlUZDl2azI2RzZ6VmxrMnY5NC9DTmRUME5ZRHFTSGU3T1I2OTFQU00rOUNHazJlYXpVRk9yRWFPeU02ekhlWllSRHJRTUZ0SExHWUUvWXprbk5Fb1M5a0xHQURBenA4Mm55RmxjczdLNEJyN2ZkejFtZ0dyRTVISWNSZmdZNWNId3dkVHRVU0M4YjdOcW9TUXJ2Ukc5UzRBVUw3YTdmY0lKdktDRmh0dmsxUVcyRkVsT2FqdVp0ZkorT1pDVVpGcGdGdCtHUm0vcUNSRk92ZVpoeWRkdjJiTEhJTnBXNGFpNFIrR1dtLzNQcTZvM2pvZkdXMGVITEwrSVZrMEFnQ3NyRGNMZ0xHODduMzZxeTVEK2lQdmEzZDBzZllGbnZwTEFuVFIxU3Z0RUhQbFRzdDBQUVNFcGFocFAwdVZpcXltelZ6SUNHOEMwNnBzaTNyamMvRFdMbG1PUW83Y3ZHNjhDN3EySUpUMTlnUmpMVy85dG53RTdnZkczZzIxc2trYkJiY250VW5QbVpLN0FRbHVTbHU4LzlZQjk5bmtVMHJydHM1RFJ2OGpySVliNDlIK09NWCt6UVdLMFJvRXVCcktQSDNIbG1TUW4vODRSS05ITkU3M0RROUVYd3AxM0hhR0w2OWQ1Q09FbFVyQWl6MHhZN3p4NmRVKzlTRFgrQ2ZvMnVVZjNlbTdVVjR2UGdZUjZnRWw4eVNubnU2RTZQczh2K2tHeEFDZ09uL2gzZGNUaEQwaWdWUHo3T0RnNE9EZzRPRHd4NENUdG4wWFFDd21uZ2tnM1IwTkNJa0RpdkZYN0F2YTVmTDFPelpJeVY3cWF4OFhYR2d3ZDBWVXFRdDlNZUhncTltU2JXdjZwNFA3ZHYyenIyWkxOczdSUHgxc2J2cm4yM2ZZeUgyMVMrOVhLUGU2TE14VU9wOHpoQU9Ib09OWmtUaVB4V3MyWjJaa3VCc2swRXQ5YlU5UE1ubXEyR0RPQUNueWRLNGZJMmtGcmxuc1JZQzlrbkozbGlMSUQ0OGRlUHF5dDNabmlRQzgyak11SERmeXN0b2w5ekdFbThNZndBVmYvWTdIS0FwSHV3K1BSYVFYcjltYzZXYm9EZFBvL2pSSXIxUWE5ZmUzcGE2bnJhemVsaXNKMXhHcWdRRVkrS2N6b1dlanExYy80WWxtWjN4OFJGZ0gzRzY5WWdBSGZuRGhqV2RUOXNvdTlmOTFEakYyUDBObUJKc2I5d0lBRlBuTkRDQ3hVb3lLUS9CcWt3QXdXVW05TEFGSjBOVzhlOXd3cTZqSU5OTG5pSWVWMG40TmFDL3J0dlRmSkVmc2wxZHZuODQwOXJrUllYMzlkRUpickdXcm41Z0todjc1WUhQangxUE5hNTcvaTI0SjFnb3AyQmxmdmZqemErRUxQejdiLzl6a1RRMi9xWGxkOWtjQTFleFFTOVAyK1BjaFozN20vWWhRY082RDBaMlgrNzR6cVlaNnhkcXRVempKWW9VVUlTWGFlZzkrNHdPSUdXZHhGTE1zcGdlblRCRi9OWEpPKzF2bzN6dWg1cDRSKzZKQTdBR3dnd0I3VWtieUFRQjkrZmtyRmRoUlpKalIzZmIwSkpHOXJQYUpxUno0eDFDcEh4eHZtOWh1cTNEbDQxbTZ5L2c0QVBIT2lQWkRhSm04Y1ZKWS83aHJDbVE5Tm5wcjlEbFBUc1pTb2FBbmNaT2dPUERrTkVLMkZsSHM3OXEvNTBUaTJJcjEyMHNWd3ZwZ2MrTmYzbW4rcGV1M2x5aFNRK2pTaW1pRU9ycjNqMzAvNCt1ZTY3S3FBVm1XQlBtQ1BoU1dNQlhIamhFZ0FMbnVjRjBIQndjSEJ3Y0hCNGU3Q0VjODN3VXdnSXpZVHhpMjhUWFhyV3MzTGdQb00rZE1xN01pVmxkZlI5TjRCS3dpMExCT0FZbTR1QzJzTjdPUXhCb1M5Z3RGZmpNRFVLd1VrZUgvU0x4K1dkM0NaVkxKS0pka2dlR3A0TkorUGRIZEdPTENPZHYxT1NSNnFhZTU4YlhrT2E1WXUzV0tWR28xb0hxSGs2cmd6UGoxMlE0ejRxM2J1WnBBcG5XMVBQMzcwcnFkRlZKUlpsK3IxaEVmNXdzVWxxTVNhdmdEVjhnOU83b1NKSndNSGR3emJtNldubVZVQ0FFblBGcDZsV1hKdnQ3V1BTbnJhWDIxMis4UnlGWVQwQlVrMlgrbVpVdzRXMW1acTdpU2gxeWFhNUcwMmZFekIxSUxad0FBM1ozNU1JR0NZSmgvSDJMbVdoNVFEeEtvMThmN05nZGdrVkJLNzJyVE94TEhac3lSUGduRUFhMEZvK2VObDZEZm5MRHg0UE50MGtGam43YUlEdlR2LythRXRrenVuUFRQS1NWL2wvSzVmSnQwY09kL1NoRjFNNjdtRDl3WSt0blpJeW5iY29IUFphMURaRG5CMjhJWnlqYnMzRWdBVSsybytPM2x2ckZXWDRsVStMODJRN2xZRlNoNVV5QS8xeHVMK0M2djNqN2RjTWxxaW9vM0RSM0tJOFBpKy8zOVRlT0N2YmgrYzRFaVZvWUtMek9GeDBPSllqSjVYblVOYXdoNFBwS3dRcTFQL3lyNXVMZCtXejREL2orUjRFaXc3ZlFFWVFzYk4vS2NvWndOQ3VTQVVOWmU2Tmd0a3NmRHhvMDhheUI3alNYb1ZVOTJlcjVTd096eko4Y2p5eVVQTjh3eUJQdUlVUExFRUIrZTBQYXJPUERrTklYc0FZaXdWRFhtWS9PdjJUSWJHYTRBd0lFd3NRUEhEKzlKRlBkWTVoSTFnSHdCUS9sS2FOK2VxOU9uRjZlUEh3Uml4SmdqbmgwY0hCd2NIQndjL2dodzByYnZBZ2haVER3cmNlekEwNWVIM1RudW1mblRQbk1MQnpyNk9tNjdUWHZyelNMQlNBKzE2T04xcDFsS2ZKd2k0YU9oL2Q4Y1NIZkx4NUo3M1JiNXZ6YURrVlppNCtoSmhyeGF1ZGlCb3dmMlhFK2VRMmE2NnpNZzZGS3dtVTlPbWZWdDBsMlora2Nqa2ZBYnBMUlpkcGdkUHRKc0RwYlU3bHpHU0xxN005L3VLS3ZidnB3cHl1ekxQblVvWG10Y1V0VXdpeGptMEkzclIvWFpjaUZUbWdxMTdSbHZoMVZSdTZPT0MzVURrZTZSSVB0VDlVaUdXSFFZa1htUjRWU201T200czNnazIxM0tsTGdwZ0M4SHhnWjZEOENaVk9NQkFDcnFuM3FFRk9WVEpQSkw2REJGWWVIakxqZUorOFBBZmg5UHIvWnUrT3BjeGtUUldEcjM3WHJwOHNEMjVRcGhLYUErRUQ1dnRLZEtkY2RwMC81V2t1cnZiVDBkU294SWw5YysxWVFDM2dtMUdwUGN1QUVBSUM4dklDUHlFRk13aXl2c1AzUGsyWlE5Zzh0cXR4WXk0UDZoSWV2RjhXdHZhUGc0V0VJb1c1em9QZUNhOU96ei9LYmIxb3lWUk95U0pCb2RjMmdIbU9uYmxHWm8vSUdJQ1A5R2FjWmNRamdWM3p5SW81RlJ5UkZ6aU5PaDBQNy9QY2xRYm53TzlUdTlLREdMb2VMV2lKcFVENzE0emVaTVJ0cG5RTEZqd2N4VGg1UFQ4Y3NHRjY4bmdHbENHZnY2MmlhTGZ3Q0E4cUdsbjBRTzcwc2tRUWhWa2ZQOFNMd2N3VmV6Slp0THZrRWg4ZWdGNDhERVRTR1RHY3p6THdPM0JuNmNtTjZkU01IcUp6eGMxejlEUURjc3BiMTV2TldjRUJYM2JtandNWVl6RWZIdHpuMUczNlFMSURJZzlFejYzTUhCd2NIQndjSEI0YTdEaVR6ZkJUQUY2Y0FCQUlBSzY4MnNES1hXaFluOTZrekxiU0ZWV2IwdGw1U1lNeEkxWGdVd2xjKzNLWTJtelhqRXNzUytZY2djcnFqYjhiR3dVb2VPdFRXTzE5TVdCNTVNZDNIMzU2K0cyVC9rdWp6VmcwUFIzNXg2N1ZzVDBucUxpa3pEVTJCL0JqZ1lvZWFteVNaZGZsTXJkNHQ2S3h4dFMzZDdsa1dWT3RuWHNldVd6Ly9WUEVKWmNEMWlIQ29lbUp1TG5NMjRibDE0QmZhT2lhUGl3SlBwbkVIbHFFMnZwR2ZPek5iUUxnKzI3LzVKN0tyb3E5bTVYQ2xTeE5Rd1J5MG5HSGFsRk00QUFDNjNXZ21JTXpRQjNVZmE5cHdFQVBEVzdpeEJSYm1LOEgwR1NvYjI3UXJlWVRoNk41ZytrbklWU3UySHdWZzZkZmI4bkZLQjhIWmNMUGxxdmo0SHlhN3ViR242VWVMZ1l2L21BdUM0Z1FUMURBeGVmelBST1J0aTZjVFpLdWRQQVNEWTAvYjBlTTEwVVpGcHBNMldud1pHN3daYm0vYWxtbGh4M1k3RkNsaUVHV3E1amZoZWIydmorVlRuK2VwM0xFQ0E3WFo0Nkc5T3ZmYmRJUmlMeEpkSmdhaHBuRHBibWxLYWErVWFzZ1FSTk9Cc1NuQmYwN2h6K2ZScHVSV01xQmVsWnhIVFNYVTJONDFuQWhRSG5rdzN1T2RUa3ZCOUllV2xucmJkNzZTNk5nQ0F0NnBoTGttYWk0eElScUV6V1lBWEZabUcyeVBya2VCV3NIVlhzdmtaK21xM2V4bmlHb0hpNTMwSjM5c0o0MmVMS2lVaVBWZEc3SXN6c2pNZkN6YnYrcWZiWjVnTTBBNHdSZW5CMXFidlRsaXptaTNab01rZDBXSDdpM2Zha0NoWS9ZUm5SbGJtL3hSU1hyQWtCSThkTUNmTXdidmVuTW1sVlNRSlJydmJKaHZEeFo4RFVUbi96am80T0RnNE9EZzQvQkhnUko3dkFoQnBMUEtNZ05sS3JXT2NoWklpWUtoMEZsQ2dldnM3ekdHZnoweWozR21yMEk2K01TeU5nU21HWGFrczZEM1dkcnVsVHNIcUp6d0dHUGVGTGZuVFBKZXFCY1pPSmh0SitYeWI5TFI1OWlNRUVBazJOLzVEcXJuNTNQWXFwY1FIYmwydlVLak85clUxdlZkWStMaUxYR2xWTkVKZFd2aTZvVEgzV203SjBObU9zWFRqSXY5WE1qVG1ycFVXSFBXNFdBWjR4TnJyRVgwOGxiekkvN1hweENoZjZYUUt3Vmc4TkdTRm9NT2NuSzRMQU43MVQxVnprQXNVcVA0amJid2JBTUMzWWVjS3BtZzZDWHFMYVRndDFLN3R2OVBhbGxRMXpHUlNWTnVDLzZUemdQa3VBRUJGL2M0SGdDbTl0N1d4UHphZkdhRExKY0dNdDMrU09OWlhzeVhiY0xzMktNSXowdGFPcGhKaE9aVDFNUVExRXN3NCtiUEV6OTN6UklCQUdzRXdmejdWdkJiNXY1ckhpWll6RW00RWVTYlo0VHBPeFVQbWZDUjROTXJFVitNWkJiNjZocldFYkI0Q1JEcGJtbjZaYWx4WnpZNmxnTEJDTW5ZdHVHL1h1SEF1cnpVclNUS2JTS1Z6amU3dFRIQzFMdldiT1FhazNXZUQzWTBnTk83U1UwZkxBYUJ3cFpuRlhWaUJIRFFGK3ZIdVNlMnJOdkswQXZsNXB1RVV6dmlrVFptSzZxMzNBdUREVXRDL2R6ZnZTZEhIMm1TZWdxaVhJYnpYdGYrOTA5T3pQS3VrSlNkRXRzdnFyUFhBY0k1a1lzTGFGeFdaQnVqNkY1US8vYjhBQUNBQVNVUkJWRURBODhtQ1B2R2NhZG5wOVZMSlFVMnFsbVJ6dkFyLzEyWWdrMnNKdUlDd09KQjRUQ21CUk1nQkFJaUlBVGhwMnc0T0RnNE9EZzRPZnd3NDR2a3VBSUV5eDM1ZzNLYlJqczU5NW9RV094WDFEUTliQ3Q4Y2QyL09zeDVVQk9kRCs3OTVQdGRscldhSzNRd2RiSG8zY2N3OW1XbGVCZnlHVzJjUFN5NTdRZ25SeFRpVU4zMFZTWmFQMTYrbUZHQ2xkVHNyaUJneXBzMlNKRUx4YStRc3pQa3pRYnlqKy9DWkc5bFRjcjRjaVdodENhbmc2RTZiNmhkb0hVV2xqM0NpSXJEdDM4ZWR0UUVBMGx6dWdCUjBpZ25jY0hsdzZHQXFkMmdBZ05MMTIwc1pvK2xBL0RwZXVSb0NNSld2ZHZzOVhNbVpJVnM3eUEyc3V4cGhyOTJwSlJVQWdHYkFuektpdzcwSHpOTUFBT1cxRFpWU2dZcWx2aE1BUUpyYi9lajFzRFllTlI5L0w3cStua0JGaFlxMDluU1l0NUt2WFZiM1ZDMEN6cnMwT1BxZmlXTkxxN2RXTU1JaXhlZzNkOW9VeUhaNW5pU0NEMEh5YzZGWU5EMFZTc28vRlJKKzk5YkxZeUt3ZlAyMk5ZaU1HS0Nock5TTzNNV0JKNmN4SFdzUmtkaVZ5K09DczdodXgySUFlN2F1NjVlQUdYbGRtYWQrTStGNTNjb0hUSjNUU1h2MFJzUTRGSHJKbkdRK0ZtZktGUHYvbG9MZEJNQjN1bHJOU1NuakZYVkxQZ09NbHVnRFE4OGZhVFluYkRvVUZabUcwdlZQRXJHWHUvWTNuVWdlQ3dCUUZoQitBazBFVzVyZUxxdGZWaUVKbzkwSGQ0K25qNWZWYmx1SHlOWVFpTi9FMjZIRjhjeVIzMWFTZWtQN2Vjb05DUUFBZDRGWWl3aXpKT3F0eVdVTWk5ZHN6cVEwejRPTWtWSk05SFFmM2pNaDVUdTdZSzVIZDJVdmpTOGJBVG10cWh3Y0hCd2NIQndjL2dodzBnbnZBaFJpRm9PeGtOYkV1aytUbFFXa1Y0SzYydGZXOUY1UmtXbWt6NVdyU2NyM2UreFgzeXV2YmFoQUF0bTV2L0d0eE91VlByeGpJUW1jZzZBdUFPQ3IzZnVTbzRJbUs2bTF5emxDNExxd3Z2TnU2QWQyMHBUUVY3OWp2aUs2QjBrN0xWR0s3djNmUEQvbTJyM3dmcEppZjUvRmI1UnRXRnpQZ1A5N2Y4ZHRkMnhmL1k3NUpPV0FPSjkySlgyMnVGOEJPeDNhLy9RQXhGS2NwOUtVUnkycDN1QUdyNVNSd1o5ZmVPTzdrL3BJUTh3Z0RJRVhFNGUwNEw1ZDM0ZVlxQUhHVmtyYjd2S2x5UytMMGVFWHpuWjhONlc1RnZnMjZkNjgvQzhoc291ZGJZMnZBd0FVMTVzRlVsaVozVGtuT3dEMnFzVnJObWRtWnJuK3g2VmJ3eis4OE1ZemlkZkJzdm9kRHlxRWV5MkxuajkySUxrV2R5TXZxMWxVd1pDcUJnZXRwdHU5c0UxV3NRR0tpZVJqTm9xZjlPNUxZYkxsTnpXdlI2MFhTdTNYR09ZRVkzTkxac1hhclZOY1dkb2VvZUNIOGJaTFpiVmJDNEgwTkVVcVU0SDJaaXBCWDFqNHVFdG5uazhEUUZxd2hmMDl3QThVeE16UlhDQ1dqWnpYWDNMTkZ2ZXphTGdMbW1PQzMyOXFYbDJ1MFpRTUEwRHBUYTQvazdqWk1lSDY5WSs3TW1WbWxRVDZMZWRxWHJENVZFZlNLZWl0ZTZxS1FCVmVpMXg0NnV3YkU4M1BmTDVOT3N1WG4wVlFIeDV0MngxS3RUNWxIcnVjQUdWM2MyT29wSHJiSWk3dEJWMXR1OGVqeTc3QXRpV0lmQlZKZkxtcjdYYkxxeUwvVnpJOHJxbFBJS2xnZDl2dVYxTE5Id0N3ckc3N0NnWnd2MFQ2Y1YvYnhGUnQyTGlScHcrNTcxTzJqQ0RnU0hmN3hLaDRjZURKZEs3bzA0T1hqNHpDV000MkVwRUxBRERaZmQzQndjSEJ3Y0hCd2VIdXdvazgzdzBRNUl6OWdCTStMcTRmbmNsQVRyMFIxbnQ4dmsyNnAwQjZVY0d0WU52YkowcDEvM0xGZ0hVbWlRVHZlbk9tWnJOaUJQc2RKTENDTGFlU280SllYbXVYNjhnZkVDaisvdDBVUFcrWFZHK2JpZ1NMTmNBUGlhbTUwWE04QkFEa0N4UXVWTWdqSWN0MXB0eGxsNUhFODUzN1lGeDhsRlExekFJcFY0d015eDUzZ1YwclVWMFpqM2o3VFMzTHp2SUtFS2QwcEh5aTZMczlIZDlOMlcrM3NQQnhGeUxiQUF5MDBDai9WNGlsVUdkbEd1dWxnT05LTis2TkN2VnlvakZhOGpPVzVVMnJac1F4Mk56NEl3Q0FGUTl0bmFLaEtCVmgxUVY3OThxVjlXWldSaHBiSFIyNjlyUGI0amUyaHRYYlZpRXdQd0c5bUtyWHRiZDJ5WExVV0tVVTBiOUxqSnFYMVlqRlNza3FrdkRiM24ycHpjL0tEV3NKSnpVSENkekJsdFMxMEQ2L21XZGs2SCtpU0h1dXA2V3hFMko5b2dHMFFtREtnd3pmN21reEovVlJCZ0RJWHBqOUFDRFpsMjROUDVNWWtVOUhWUUdLT3QxejdZMEk0bXhvdkpYV1J1NHpwRS9uWUFtbWlJQ09uMG1LRkNlU0JWbmVzWitvMEZLUlNmMjR5K3QyUE1DSlZ0aTI5dS94TlA0RVVPWG1ma1FoZVliUDZUOVBjWGtzTjZ3bEdvTG9ibTQ4VkJ3d3AzR0RMZTVNRU02RjlXWVdNQzJBQk4yaHRzWWo0eVA5cHBibW52bzVCbkFoMkxyN3AzZWFmMG50emlJTldiMEE4ZHprVFNVQTc5Q1NTZ0RLQjZMUlVIdFRXK0t4bGZWbWxzN2RhMGpSSmNTeHRHMFkrNnMxQUlBblg4dkJ3Y0hCd2NIQndlSHV3aEhQZHdHSThWWlZORUU5dThqMU1YMG8vT3JaRGpOQ1UvSjlCQ0NPdHZLM3ltb1gzS3R6bGR2VnJCOU5QSC94bXMyWkdoUEZRR0pRQU1zS1J2V3VTZTdHdGVZQ1lMaWUyZmFQa3ROZDQ2UnJXSXVBVjVXa0tWa1JkcUMvMzdSODY3YmZ3NWhXenE1ZUR2clNwRThSWm5TM25qd1dGMmp6YTdaazZ3Wjc2UEpRcERVejAvQVJzbk5kTFUrUHV4T1g2dUplcHFHYkEzY3A1Szd1MW5lUDNTbFNsN013NTgrQTBCTmw5cS9penRpbzZXdEdhYVJEUjhwSDRqY1Q2N3VUOFFXMkxXWUlTOE1YMkE4aFZ2L3RWdnhMeUxXRDhScFlSYUltcWxqdlc2LyswNFNhMklwQXcyek4wTlp6eS82N1ZPSnEyV3B6S2dONlZERFIwdDMrcmZFV1lzWDFtd3U0amc4cHdONVFXK1BSNUhGaitEVmsvRlBTRnU5MHRUV2xiRjBGQUlCdThTY0kxTmZWYkw0Slk0N1BjOGxsckFRU1Z3SHhmR2pmeEV5RDhlZXUyckVBQVNvZ3JPMU4zQkR3QlhZOFpoTmRJb1plUmhqc2FyMGRyZlZ1V09SRkJWYlVGdGVCZUhxdzdlMlVhZFFBQUw0TlcxWnd4ZVp3eHZUSU9kZnZrdDJ4eXdJN3FnalpDbFN5by9lQStYYnllRy9kemxXTXNXbWhzUFl2cVJ6TFMycDNGaEZxK1VmMzZWMCszeVpkUjZ0aTFKcm80SjBsN0w4Z3BTNTNacDM2ZmVMbjVXN1JvRUJlVmRKT1dZSUFNZmR4amNFbmhkSiswZFB5alVtYkQyV0JyVDRFdW9jREg4V2J4dUVKeis3YnBDdGhWYUNRSThBeFc5aERDV1VTNUlMQ1FrYzhPemc0T0RnNE9EamM1VGhwMjNjQkJKaUpDWEhud3ZySFhUbVU5YkdSU09URi9vSUxWa25OVGk5am1CbHMyOVcrdkhyN2RFQjliV2ZMcnVjbVhzVmttZW5XS2tYZ1JzYXM3aFJSellwQXcyeGc2djhTSUg4UVROR3VhcDdmZE9lNTdJMFJRYjB1ZzJaY3Q3VlhRaDJtS1BXYk9lQ1dHenRiR3A4dHI5dThDS1NhRVdyYmZidGUxbTlxdVpxb3RpTkRMMDVQejg0SGtOQWR2VjF2NnF2WmtrMGFWVXBRM2FpMDVWMnR1MTVNdmpmQVdNcHMyZURpOWFCVTJpalhuKzkvdWZFbUFFRDIvSXhTUVB6UVpYc0tKTWVwWFMxbXlsUm5pTG1TUzlDL0lLVDZjWCsvYWZsOG0zU1dsZkhJQjFmNDl5Nkd6TkdDMVU5NFp1U2tQNlNpMEgzczRNU284dUkxbXpNVlk1OERoRitGVXF4UGNjQ2M1a0psRXRCekNaRmw5TlZzbVkyZ2ZVeVNlaWNhMFkrazJoUW9XUDJFWjFwV3h1T0s1SW1iMHAyeVZubWUzM1RuZXF3L0EyS1hnaTI3T2lEV2o1a3JmUm16bzIyazg2cU1NSi9VUnhuR3NnVnlVY2R2aUxEOXRaNk9wbmlOTHZwcXQzc0JsSzBFaFRuVHJnZmJHOGRiaFJYN3pRSWtkYytvWUozcEx2RklaMnZUdjl4cFhWZFViNTNQU0Z1ckZMMmp3RHFXMkJNYUFOQmJ1N09Zb1NwVW9JNTN0ajg5eVdqTXU5NmNpV1EvR0JYMHc4bDE0Q1lyZTBnczVnVExPdmZ0ZWhIOHBzWmMwNm9WeDNNbld4dXZRNnhPT24yTy9Ld0NaWVN1WHYwbHRJMXRDbzJsYXVkK0hwUTRyaGgxOWFUSXBJQjRHcnhiYmJPaytFVmZXK09rR20xZnpaWTV3UGg4aHNUQ2x0VnhMUFIwWXIwM3lweXBwWVNNZ0ttRkgzYTMvenh0S2o1dyt5OFdYVE5IUi9uRjVJczZPRGc0T0RnNE9EamNWVGlSNTdzQUJwUWQreEVCVEpZaE1wZEsxSHY3TzlLdmVBZVhMT2NjTW9KdHU5b3JBenZ1TlhRbzdXcHBuT1RnN0t1ejd3T0dlUXhobUs1ZVNhNURoZEs2cmZNVTh2OUZRRDlKNVc1Y1ZHUWFVMTNSQ2tXeTN6QzB1U3djN1R2YllVWldyMzdDb3huV2FtNkxueTJwM2paVmtYSHZMVGJZa2pqV20yYVhrc0QzdUN2Tmd5aVhrN0M3NHdKcHhVTmJwNURtcW1LRVFhYjBlNjhNRHI5MHAzVW9IMTVTakF3VzJrTDl1ajltbWxZUmFMaVBFQXdoSXNPZzhTWC9WY1IyU2ZXMlhHbG9XeEhscitOMXdwUTNmUlVoOVk0TDUrejBsVXFKbnREQmlRWnFpOWRzenN6TWRQOE5BcjJaS3JMcnJkK1c3MkxpUzVLcC93eTI3aDZQTEJmWGI1N0Z1TEZLQVZ6bEVmMk54UHJ2OFhmajI2UlB5MDZ2UjRBYnc4UGlwVlQxeEFXcm4vQk1OZFRIZ2ZCU3NHWFh6d0VBRmorNk9kTnRRQmt4ZVY3cGVnQ0VhT3RJWVVDMnJQYUpxZWtHL3pJSWVMcW40M1pFdGNKdlRtZGdUT1dDM3RRMFhEaHE4OTc0c2JLNjdjVzZSNVFUMkcrbXVleVYybURrMys2MHJyN2E3ZmNZWENzR2hkZVJ3L3VKRVhlSVJZdzVBeDhobnUxcWJqbzRhZTNXYmN2blhQeTFCdXpsVkdud1piVXdId1diMGJtdjhVVUFnREpEM0M4WjNicjlIa3ptTGhCcmlhSHI1bFh4TE1ScjlIMmJkSTh4dFFZQUJoWEQwNm1peWZIN3V6TDFQME9BMXI2MlBVZVNqL3NlTWRPQUcydFJJU2xidkRISmVYdER3enBkMDdJNUFrT0MxaFMzY0ZtWm1VN2syY0hCd2NIQndjSGhMc2NSejNjQkJHTTF6NFRBQUV4bGZXRDBkemViSjByWGl3VklsTnZWeWwrcnJONldxeGdzeGF2R1lRQ1k0QzVkSHRpK1hBcktSbUQ4SmhzNEhBcjlZSUpMc3JkK1c3NE8rcDlUMVBwK3NMbXhPOVVjdEJuV2NpU3dFTFcxUW80ZTdPejQ5aVVBQUNzamZaMGdkdWJvZ1QzWDAzU3RQaExWWGozVC9HdzA0ZHBGWE9ITVlSTG5HTENIcjluYXdWQXMrbGRZK0xqTEVPdytvZGhyQ3Fnb0trUXd1YjQ0emlML1YvT0k0Q0VpZGFqM3dKNHhnNnpBVHA4TkFKeTczbWJNdFNCeWZuTExvemdGcTUvd3BPdmE1MGpDQzNGeDYxdS9JOEJBUllNdDJ0c0FBUGtaN2tyYmxoY1QwNVlodG5HUWxXRnNVc3I2WGJDbGFkTEdBd0FBQS80Rm9WaFBWM05UUXJyd1JxNHJWeDJoNHBxbFdqbzdKcnFreDZIYzZjVUlXQURYTHYva1RzN2kwelBUYTVHcmtWREw3cjN4NThrU3JyK0tXTkJGbHB4NWFXRG8xNkU3UkZYVE1PTlJVT3hvY0gvU3UzV0wrMjZ5YUM4Wi9IOWRIZ3dmakF2N3Nwb2RTNEY0ZHFoWit5MlhlcW0wb2VlTk83d1hBQUNKekF1SWVkRXdkUVpibWs0bEh2UFdieXN5U0MxWHBHNW1oclZKd3JsZzlSTWVMVjM3YzJtRi8vRm9hMk52OHZFVmE3ZE9BUkpMUWxGMkdBREFGekNYS0tCSVYvUHVOK1BubE5TR2wzSUdLeTJLdlB4dUtMNEdKdlBsVDkrQ29FWVV3UEhFRW9FSmJOeklNWjEvREpUcTZHelpkU0RWS1dpTHp4QlRhQUdFUXZ1L2VTN3htRy9EemhXMlRZTVNzY0N5NmNTNDQvMkVDNUFySXhwMXhMT0RnNE9EZzRPRHcxMk9rN1o5TjBDUUhmUHFaUUFBL2YybTVkM1FNRmNqcXV4czN2MnpJcitaSVhWV0ZhR1JBOGREejB3UXhqNy9WL01VOGlKTm83bWRMWTNmVHI1MFpmVzJYRVg4SzhUd1lGZkhOeWExcTRLWStDYUdDeERZU0ppMG54NGZxMlhGc3BxR2xjakI4Z3lNWENpdjNmbUZpQzFiK3pzYXh5T3IzdldiWjZMaUsrbmFsWDlMeTg5L1dBbjd4Yk1kVGVOUjFaeDVPVVdTMUpBR29oS1ZmdUxZQVhOUzFCRmlKbEJab0o1Q29GOTBObytKSUYvTjErY3dSamxDUmQrVUFoK1VncnBUMWNuR3dPbFpuaW9rdUJWcU85a0RBS3c4c0wySXVBYkJadk9vejdkSmgveUcreENaNkc1dVRETHlNbG5hSEZHakNEL3NhbnRuVXJyeFBML3B6alBrWjRIb1Z2UUNPeEJQeVM3MW16bTZJYjlzSXh4aWlxbmdnZDJUMHJ3aG5rNU50RUZaOUh6M1pGZHpBQUFvcTJsWUJRem5oNW9iL3cvRUk2RzJlcWh6MzY1dlZOVHZmRUJKOFg3S1RRZS9YeXN6MXQ0UHFQTGc2dFhidlk3OXB1YnppSWZKeHZleU5lYVBESXRuNHVNcnE3ZmxTcTdtWHg0TUgvUUZNaXFBdzJoMzIrVGFib2h0S3FUTnRoOVJraWxCRk9wN3BlbTl4T08rbWkxemlQZ1NRSmd4aUFQZjcrcDRkbEk2OW94cyt6R2w2Rmozd2IrZGRJOGl2em5EY0lsUGhWcWIvZzdpUWhyVkFrWFJqdHYzK1BvY1JQcExwZWluZlczZnVnQ3g3MHVPbEord1ZQZ0huSXdWMFFzblU5WnBGeFdaUnRwQTlGRmdOSmlZTFRCaG5YUlJCYVJzRHZ4MFYxdmpoT2VyRE95NFZ5cTFoR25JSXVGSVMzOXNRMmtTaEc3YjdYYkVzNE9EZzRPRGc0UERYWTRUZWI0TFFJeTdiWSs5ci9LNkhZdTV3bVdkemJ0L1ZsbTlMZGZ0Vm10c0ZUMTB2UFdaRzVPR2V0SWVaUWc1ekpZL1NyNXVjZjNtQXFYekx3QkE5N1ZSZGpoVkxXNVpyVm1vQU84bFVwZUVWQmVQdDVvM0lXYTZCUnh6UnM5cHI5dlo2U3NWMks4bnByUDZIakhURUkyeVFUYndDOHFidmtvU094M2EvODF4bCtiUzlUc1dLa2F6Tk01UTAraFNxTTFNMmN1NHlHOW01S0Q0RXdSbzcyeHVQQVFBc01odjVxRW1seXNTL1lhV1ZpZWxQTjE3Y1BjSGQxcS9zcnFuQW9oYWhXU2lHV0N2OU5Wc0tVQmtNMExOeHcvQXhvMWM1a3d0QmNYc1lIUGpheE5IYnVSbEFiR0JJYXlJQUc5Sk5sY3JLaktOWEVQVUFaSm5hTWg2TVM3ZWZYNHpUM09MK3lTVGJSckRuQnRXNm43QzN2cHQrUm02dmtWbytMdnVnNmtGcXJmdXFXclVvRExVMHZoTS9ET01XZzhvU3g2dHJOdTVXa2hPb2JZOXB5YVBORm1aWiszOWpHTnRWT3JQaHhLRWVibGJyT1dFbHhVREJvS2RqSnVrbGRhWjgwRFg3eDlneHVIcG1lNjVqTUhDeVdzeWhzKzNTZmZNdHRZZzR4clg2TWFBNEJNRXFxOW15eHprV2dVRGNrVTA4WHhpTnNMNGV3bW9od0J3eHZDSU5Tbmk2MTF2emt6M3FJcTRjRjY4Wm5PbUs5Mm9Vb3AxeDQzSXZQWGI4cGt1dnd4Sy9DYnVyRjJ3K2dsUERvbTFTcWMzTlBUNHlUWkMvZjE3SjIycXpQTi8wZTJlYTM4VUdNOE90cHhPVldPUEpacGNBWXd0SllCam5URlg4emdsMWRzV1NjUmFWSW9zQ2E5UEVzNDB3Um8vellocXprYWxnNE9EZzRPRGc4TmRqaU9lLzhDWk9kT1hCb2pHMkc5NHlWZXpKWnVJRmRMVksrMCtuNWttZEN5M2JOSFQxL2FkSzhsanl3SU5ud1NpWEdUOHQwZVRESzVXck4wNlJTUFhCZ253RGwyOTBweXF6bmJGMnExVENNUThBQUFHTE5yVGJ2UUJBQzJyTmFjaWM4MGZaQU8vTitiSUVwVHFWbGZyeEtnMXQ5VTZRSEV5VzAzeE1RV3F0NVdmaUl2emtxcUdXUnBISDRJOEkwaHFSL2VsNk9jYncrMlNHMERoOWM1bTlqTEVSRlNXVzN4Y0h4ajVQWUJXTmpJa1h1ODlrTHJ0RXdDQXI2NWhMUU5WYTF2eVgyTHU0WWlhWG4rVERSd0cyQ3VMQnhZdVJjWnBRbHVqMkdKWDFDMytDT080V2c2cjU0KzNtc2tiRStDWlkxY0N3RDJqMFJzVDBxMlp4NjVXQXQ1amlwZVBubVdIVXEydHIyWkx0Z2I4QzRyc2wzcnZrQ3BmWHR0UUNZcm1obHAyUHh0ZnUvTDZuWDg5UktJWGtiS2w1Sm5kYmNkZlM3WHBVUnl3aWpqaGc3ZHUzTnFkMkt2WXU2RmhybExBcEVWWEVIRkdhUC9KZm9nWmp4bGdMYjZCTi9lbGhVZXpFUERlemdoLzRVN3JTcm5UaXhuVHBpbEZYRjI1L0hyaU0vcHF2ajRIdWVzQlJSaVZERjUvNitWdjNFd2U3OTNRY0Q5alVFdkMvbEZ5cW5wUmtXa3dwcnhYdzZ4OTdKT05QRFBMdFhFMHlscTcyODJMQUFCK3Y2a3hwWDJjcEhvajJQWjBPd0RBVEorWk5qMDc0ODhpdGdvaG9SZXY4ZCtsNm5VTkFEalZOZnRSbEJnTnRtZy9UdDRVZ2JGYS9CeERwODhwb0k1UTY5TmRFOTVkWU5zU2piT1BJZUNIMXl6WDc1S2QzVDMzVE5WUjgweFB1SjNIMXJram5oMGNIQndjSEJ3YzduS2MvOUQ5Z1dOWnc5d2dkejhpRmdHb1gzLzQ3a3ZadXFTdTkvUFdnUy9QV2dtQ25UdDJvQ2s1M1psNTF6ZVVBYks1MGxMLzBYMXdZcTF0NGNySHM0eDA5bkVpdUhVenFyV2RUWkV1WE9RM00zU1hYSStBVjBHSDRlREx1NDVDTEUzWkEyb2RLdG1WYnVjVTZpNmEzZG4rZEdMN0gvVFc3VnhGcEtRRTNhVVR1SVB0amVOMXdQUDhYM1RyQnZwUXFkZUFzYlUzSS9xdjd0U1N5bHUzYlRWRFdwZ1IxcjRKWUtyQytzZGQ2YVRYY05SK1Bwcm1ucTJSZmUzRTRUMnBVMlZqMFVGQ1ZrNE1mdFo3c09tRDRzQ1Q2UzdtK2RJSE92L1hpeTg5RzEzbTMxcG9jTFlrMk56MG44bGp5MnNiS2hTeVdXalRmNFlPVDY1ajlRVzJMVUhpZFFqeW4vczd2amNjWDdOMGw5Z29vblNRR1ZSNUN3ZCtkcWIvMlVsUno4TEN4MTJnYVFFcDZWSlg5cG1VenVERmdSMzNJbERkME1DdDd3SUFGUldaUnZwc1VTVUVmNUhiYVlxNVJVR3d4VXpaQjdyQ2I4NVFURHdpU2JTZE9mTHNlTFMvc1A1eEYxZTRUQ25yUGU0eVBuRzBlZGMzNC9QMmFNSUx0dXc4YytDU3FLaGR2RnlCNnBuc2VqM0dzbHB6S29MMEVxaGJvZGFtLzVqd3p0YWJNNUhaWGtud1BrZUlCQ2UzODhLS0RXYUpzR1c1NE5aM2t0MnZTLzFtanVZV254cU5hRCtMQ1hJc3ExOVVZVVhvdFhHek5kOG1mZEF0SG1HQXlpTHJGWWlsdjJmcVVOL1owdmlzcjNhNzM2Ym9LMzJoYjQzQ1pOQmJ0M01WSXVaZXZqWDhITUF6S3ZtRXdub3p5NUQyWmdUVzN0MjZLNkVPZXlNdnFWMnlCRkI5WGdDODNOdXlhNUlyK2p5LzZaNXFSTmVHYjUwOEV4azZOeHRBemdlQUVVU1c4anZ1NE9EZzRPRGc0T0J3OStCRW52L0F1WGJ0MUJBcC9CNEFBQUpXR1liK1MrWnhOWlRtcEQwRW5GL3IydDgwcVo3VFYvUDFBcTZ4dFNpaE9Ua2QyRnUvTFQ4bkoyczlJUmVjODFkU1JVVlgxcHRaYVM2N1dwRzZ3QmlwOEh2c05ZaWw2dVo2b0U1SmRScDBYZGZjdExDenBXbEMzOXlLMnAxRkhHaUtpbW85SEdYQkxYNXpna2xVcm50dXVTSzhTUnF2WkxacVMzVi9BSURTdXAwVmlOcURwR25QeEIya3MyVDJHaEI0VXRqaEhGM25oV0ZyNFBnZGhYZFZ3MXlkYTJ1WlV1OTF2WHl5cHpqd1pMb0wzYXZEdHZ5UGl5K1pvMlUxTzVhNlBIeHBLdUZjVWJlOW1vQUtRWWxqd2YxOGtvbFZTZTNPWmNpMFAwT2duM2ZHb282K21pM1pMcGRZcFVDMWNBUHZSY0MrVktuS3hZRW4wM1B1emE0R2hYbWt3YXV3ZDNMVXM3eTJvVkpIK0x5S1JyNFhGNzlwczZJVkFIaSt1OTI4Nkhhcmt0R0kxcFU4RGdDZzdLRWRTNVVoVmlIZ2UvWUlIVXM4bGsxVFBnMklIekxOV0NnMTdWbUkxVGhuZUVRTkVCMC9lbURQOWZLNnhROHBqaCtrTkw2S09XdTdtRjNQU0ExUk9EekJQTTNuLzJxZXhrU1JJcFNJakZMVkVaZlg3VmhFU2xhaVJqM0o3dGMrLzFmek5MZTRqNFQ5UWx3b1Y5VHVMR0tFYm4zd1NxeHZzc2xLODZldEI0QUZVa1ovMTlmMm5SRnYvYmI4TkIzTDdjaXQzMVhVN1N3SDRxTjl6V21wT2tOaFdkMVRBUTYwRnV6b3Y2ZXFFMSt4ZHV1VWJKSmZKdUFkUjF0MmpUdG5MNm5lbGxzZVdMS1JBYXdqa2ovc2JkazlTVGo3SGpIVHBuckVmWWlzZ0FBUEE0bDBBaGdob0YrY1A5VTlLVFBFd2NIQndjSEJ3Y0hoN3NJUnozY0JVa1RiaUdBUUVKY2pvZys1dm5IMDFwbHJxVm9tQVFDZ3J2NEtBRHBEK3lmVzJoWUhua3huQ2l1UnNYdHRidittYzk5azkyZWZiNU51cTJpSlVOaXZNVno2NGEzaG8vRmFYcHcydlZKRXdtL2JFWEdKcEZoeStkYkloTFk4cGY2L3poRWs1OURWS3gzb0ZoOVJrZEVqaVFLeXZMYWhFc2pPQnFKc2t1TDE1RlR5T040TkRYTTVVVlVrSFBsUjZDVnpGTVphSjlVaXFsc293bGVSRzM1TFJRN0ZJNzdKRkFlZW5JWUdXMGRBcnVpSWZBVmdyelNZdTBJd2VmSFlnYWN2bDFRMXpFSWRabmRsbko0VXVTMFBQTFdlb2ZFaG9LWVAzQm9LQVpocTRyWE5hUWJDNXhYWi85VFoyamkrdnNUMTFVenkwOFJ3TGtpMGd5Mm5KdlVLbnVmL29sdEh3NDhhNHd6b2VQYysvWHp5T2Q3NmJVV0ViTzN3c1BYZFVNZmZYb3MvdTBJdDBwbDE4bVJGM2M3UEs2bmU3VS9oM0YxUzFUQ0xwSnFKU0p4SW5vN1hNZ01BZUFNTjl4T25kNEVvMjFMd1Z1Z2xjN1E0OEdRNkdmcDlZU1lPZGJidFBsOFJhTGdQQUFaRCt4cVBKVjhiQUtCd3Baa0Z4RllpOFdXalE2UHQ4ZmxCckE2ZHU5SWVFNXh1SWJLUnJ0Ykd3NU9lcmFwaExoQ3JKRkJSdktLOU9lR2czOVF3TGQwclIyUm4zRFhjVjdObGprUmFmQzJpdlJtdjJTNnBsVXMxZ0pvb2pmeXd1LzFiRjczck44OWtwRzhZUk9NTjNaVTV5eVkxRTY1ZjdrcCtid0FBM3RvZDFRQXd6MUtSNzZWMkpqZVpLMDMvS0NIMWRDVUk1OUpBdzMwWkJ2OEx4VUM3T2pqOGsyUTNkb0F4MTI2eXBJOHBLaCs2MUhVek92VHUvd2JFYVFpVVJnUTZBS1NNNGpzNE9EZzRPRGc0T053OU9HbmJkd1BXMEFVd2pGOFE0UmNRZ1N0cEMydmtYTTNNK1VYbkxyN2IvMkZCUVlHbTFIVFVjbWU0OHFZdis0cFE0ZDZlZDM0ZEJEQzBXR1NXQVB6QXlWaUZ5TytOU3Y3OFc4Mk5rK3BRQVFEczNPbGxHcEhPT2RZSFcwNytZN3dlMUx1aFlhNlU1TkU0SENQTnFDSVNieVpHN29xS1RJTVo5anBBL1FST3ovODR5ZUY5UFIzZkhhODNMYTNiT284QTVrcmdaM1V1N2M1OWQ0aHMxbXpKSm9WZkpGUy9Hak5oTWxsWlFIb1IxTWoxcU42ZmE3QTZ6dml2KzVySFRLT1NLYXczc3d4bHIxTUFtZzNROHRhcjd3eVdyOSsyUmlwUzNXMTcrbjMrcithUm02MjVmSFA0SldpZUdQVXRxOXRlRE5JZXRVa3JVMkFmU2t4NUJnQW84bjhsdzhYa0p5U0pmWEVCRmVzTnZkNjI1VWtBNlRZa205dlozdmdmeWZNQ3YxK2J3dS94QXZGckNtbGxxRzMzM3llZlVsTFZNRXRUN0JOQTZzZW5YdnZXRUd6Y3lNc0hGL2tJWUNUVXhydkxhaFpWU2wyZDZXbmYvWGJ5MkZLL21jTTA0UVVCMTBDRGFhR1cyM1c2eGZWbUFaTGxBY1VIQUFUdmEydDZEM3liZEIzVEtrSEtucmVhdjNHekl0QXdtNERTZ3kyNzIxT3RLd0JBZG82MWppRXV1WW5zRzJmZWVHWjhiWW9EVDA1enNlaGFLZFJlQm55dFRhT1QybmtWQjh4cGpObVZ3Q1FvMjI3dkR1MGVUNm4yK2N3MDlJZ05FcWl6Ky9DZXF4Q0xpQXZHVm5lMTNFNEw5OVp2eTllSUhwV2duanZlK3N5TjVkWGJwK3NjVng1dDJmV1Q1ZFhicHl2T0Z2YTA3VTdScnN4a3BkWFN4NEJLWkdUd2gzMGQzNTMwM1Ntc2Y5eVZyYXdhUlJqdGF0NTljSjdmZEdmejZCemQwTlpLU1lOS2lkRG96WXVkb3pkZTE2Y3ZLTTdrb0Z3TXlLVnhwbG5EeHJtOGdjSVZKSVlmR28wTXZ4Q0pmSmpPR1JTT1hSbHRST1U0YlRzNE9EZzRPRGc0L0JIZ2lPZTdnQXNYTG9UbkxjejdlK0EwRHdBZlJJU1pBT3pyaG1GOGRONlNrbDhnUUQ2UThEQzZrVHQ4dlh1QlBYcjU4Rnd0ZlJVdVJZbFVvaFNnQXJ4RkF4Y1BwSE05YllvZHVaazNiMGtwSVpJaUlnR0VDb0VVb2M2ak43cFdqY3J3ZVdWSHJzMWJQTHdKc0VRQk1qWnl1V3VwakE2OXoxMFoxVXJaWVJHKzZwNjN0RVFwcFJRaUt1RStzbmprT21lSzFCSUVHYlpHTHhYUFdicDhPVWltbU83V3JKdG5Wa1FpbDA1NjBtZFczYnh4K3ZDOWkwb3FCVXJGR0ZNb21CSk1LSThyeDJOYjF6ZXFjUFRFemV0OWtZSUZ5d3FOdElPZXlNanNhZEZiNzc2ZGtiTjRROVNpcWRkekxnQUFDaVJKUkVGVTRROHZoN0lMRnBWa0lrYUlNVVlZUmtKa05Nb1lwWWN2QjJ6VTAwaEUzN2wrOWREZ3NuVnJWbGxpS0hmNC9UY09MZlkrT3RObWxpOXk4OXhyMFlIamZQcjA0blRPcnhGampQSVhmYndDUk5TamlLRlMxcW1lQTM5N0FTRFdJQ3dtNmtIWHY2QUlMdzJ5NGZINjd5bHBVRUVpZXBxNC9ZSE9YTjdPaVA2TDVQZFhWTFRSY0JrTHF6bmlkUUxNajBiRkpIRmRVcnR6bVE3d1dWdEZudXRwLy9aWUt2ak4rVVZLQjliVnZQdlZGZFhtZk9Ua0NUVS8vZnZrc2N1cnQwL1hkYkZHa3RiSGRGRWF6RGcxd1QzYUlGR21GQnZtS09kMHRqYTlPQ2JLODcyUzJaZER6WHZPQTVnTW1TcVBjQ3RsRDJzQWdNcTZuYXNKWWFrdElyODQwNzU3WERndlhyTTVVMk51TDRFNnpuUzlUb0I5TU5YR2hxN0lEUXpBQnYxSWIvdnU4WlRxSXIrWlFSNVJ5U3pSMVgzZ0cyTWxCbjVUVTF4VkVyZkhVLzRycTdmbGt1S2ZWUVFuSWhlTWt3Q0F3TkVZanVqdDREYzFReE5lR2RVbXpkL24yNlJUbnFobUNFc3BFdjVKNG9aT25NSjZNeXViVkMyQW1ubno0aHN2TENqMkw5ZEhqL3N0RURQQzFxMVJZc1k2RlIwWVZqTDhjSmFXTVJXQThnQjRMZ0RtSWtCNjlwd0YzMUhoaTZVak44K1VTekU4SFlHdXhwTjZDTUFHd2p2VzVUczRPRGc0T0RnNE9Odzk0UCtMY3h6K01NRFppeGZmdzhHOUV4bit4ZTJQeVNKQ2pnai83ZWdXRVJFQUtoaHJoMFZFaUlpa1lzY2tBQklnRUJJZ0lDSUJTUVRHZ1pRRkFFUUlGTk9XaE1EZEJES013TFg0Y1FBaVFDQWdSRURVZ0VnUWdnQWl3ckZtUHJGNlpSeUxqaU55UkgyS2t0RXJzZDhKQ0JBUUNBRVVvSlpKU293aWtvaVBwTnMxendRQXdMaHJLcEMwU1lraFFpU0dXb1lpTVR3MlI5UUFpQWhJSUFBbFZFc1RjbGNla1gwTFVVc25LUVlBU0JFbTFsT2p6cmxudWxLUmEwUXFBbU0xNkJ5WWxnN1NIb0l4UnlnR1FKUE0xNUNRb1dia2s3U3VBV29ab096QmlkY0dZRXpQUVdDR1ZOSHgybGlHV2lhQWlpcFNGcUtXTnZiQzVLUTZYVVR1Qm1RR0tSRm1qTHVWRWtNVHIyMU1CUUJTeWg0R0lCc0pFSm1lcGNnZWlLMCtJamVtS21XbFRLTUhBT0RjbFUra0pDbHhpNEFTVXFKUlI2WjVnR1FVVVV0VHlrcVowVEIyRDMyS1VuYVNhL25ZZUZMMjRNUnpqUnlTMXEzNE9pRXlGMlBHVktYc1cwUmphNENBaklCVS9QeFU5eDViZTljMFVtS1FTS1F5RUFNQTFCbDM1WkswQndpa1JNQTBRSlpESkNVQ2VnQklCd0Q5VG11RHpEVUlKQmlSekNBQ0NRaFJCRWdEQUZDS0RveEVyRCs1OXY2SmxKa1dEZzRPRGc0T0RnNE9kdytPZUw3NzRIT1hsSHdFRVRZalFSRWdaZ0t5RVNDOFFDQUVFdWdFb0NHQ1RtUC80VGNRbUd0TXdZSk9SQm9pL2tHOGR4cVQ2NElJQkNJeUlEVkplQUlBQURLTmdPUkViN0NFWnlCQUJFSVlleTRrSW9YSjMyMk0vejdoMlpFbzFkOEFJU0k2ZmdBTy95MklpQUF4akFRMkFCMGpVUDk2OXVSYnovMy9QUzhIQndjSEJ3Y0hCNGYvYi9pREVGRU8vMzNtekZreEJUM3Nvd3g1bGU3TzdkZHlTbjkwNWNQZmpuZ0FNaVc0TWpXa0RBYVFBV2hNNFV6UGx6TE1DQ0NkSWFRcndFd2t5a0tBREdDdTJjaHdDaWpsSXJJUi9wLzI3cWZIa2FNTzQvanpWTFhkOW93bkhrSkNVTFNSa0pDSWlNUUJjZURBbFFQdmlMZkRuWGZBaVJOSU9VVkM1SkpWV0JKMmxaRGRKSnZ4ZU94eFZ6MGNQRU1rbGtSWjhqOThQNUpWM1ZhMTFPMlRuL3BWZFNtTHhDZHlscFpQdnN4blNOU2tiR1Z2aTRmYSt1R2ZrcmRXdjFTOGw3eXpmVkFaWnNyMWV6MTlLM2xmckgzdjNrblp4OTZWWkhJZFQrYW5QL3psZm5QL1QxRS9LSEU1Qm1sTHNrcXhsTnV3N0tKWWtlTmE1WjZiR3lxUkxCWDVVeXFOM3hDMnk1QlBHbkQ0aXN5WDMvL3A5ZjdETjlYYkUyOFd2elhNVnk5TTE1di8zRTd0WThsU1JldFNUMytjZnUzMHd5RHBHZHZQU09VSFVrNmtmR0ZMVEpJY0pEK1U4MzRkVGsvYnRIMHQwa1AzUEpMOVJHWC9VL2pqdDczbk41SmVsZlM2ZWg3MzVOVzMzdmpMbTEvVVBRTUFBT0RyUjNqK2R2TnpMLzlxdFhqMnhla2ZmLzc5MC96cEgrN2N1VFBUK3FYbDZlcEhkNjQvZXZkeEc2NnJkby9WZXk5RExVT3JIc3JCczE2eUdvck9XL3JheFd2MWVpNzF0ZTIxb25OWmEwbHIyV3NsYTBuUDJsNDg3WVBjVktGYmtzbldwTGpGYVphN29oN3BZS3NsYVRmOW11em1hSW95MmZYZ090WTJYYjFoNWFJblcwdVhzcmFKTHVXeWRkcTJSNWZxMmJvT2wxUEwxc1ArMG4yOHZOajE3ZU8zMnFYMCtoUDdNbitEK1pPMjZ2cXEvT0xYdjEzZnYvZUh1ZHZ1SkhXK0dweFZzVmFwT1hQUHF0aW5xb3NYTWwwUHRsWlJWcFpXbHMraW5FVTZMZklZYVc3WHMrTmMrbDRVenl6TlpDMFNEZmJUN1F6UW84blNmVWwvbC9xOVdHOUwrbHZVMytyeE8xSFpuNTNjT1pPSDY4MjdkKy8zL3NIdXdZTUhlMGxQYkIzMldiejA4czlmZkx0ZFBOTGR1NTg0aUFBQUFJQnZOOEl6dmhSbkwvN2t1ZlZ5ZHU3NDNOWG5LajUzZEs2aTgyUG85bHJSV3RiM1pKMWJYbGtaamtISlE1SnF1eWFwc3FxakdxczZybkxxY1ozM2JmdjA2NzAvVFpJcldUdEZlK24yazUza2ZheTlrbDJSOTduOVB0NUwyc2VhN0V4Sm1heE14NkN2S2ZGazM0VDhsQ25PNUtSMTV6aGxQV1VxTlFmM3RLUWVlc25rM2x1aVE2bVplcTlUcVpseTBIVXB0VWxTSzlOZ2FkNjdoK0kycE05cjl6UXJ4WU43SDJJUHBYdm94YlhZUTlLcjVWbXN3Y2tRYTdBOEpCcmlESTZycFZuczZ2U2JWa09LVnU1YTJWNUZPWk8wa3IxU2NuYXNESC8rbHc0bTZjZmZ4NU9qUTZSSnpzSFNJZEZrK1hCY0s2L3BPRk5CNzFoK21KNzNyVHpzOHFPdS9xaE1lVS9MK1FmTDg1K2Q3QWIvOWQ0ZmYvZGY5eEFIQUFBQS9oZUVaM3hUbE9lZmYrV2tycStYYnJPVHhYeTJ1TzdUY3BaaG9TR2o0bVhpcFVzV1NoYVNGeXBlSkZsYUhtOHFsRXNwQzZ1TVNrWlpjOFZqM09kV21jc1oxVFdxYUc1NW5wNVJSWE5KbzNUcyswVUg4ZjhIaWE3azdDVHRGZTF1Qmh4MnN2YktjWHE5cEYyVW0zUHZpclB2MHI0NFY3MTc1L1RMTG0xSzhhWTNYNVRhTmkzYXRIamo3czNsVkRZZjNudnRVdEpubWFiK3RWZmtBUUFBOE4xRGVNWjNSZFVycjlRN0gzMVU5L3RuNm5TMnEyZlRhWmtXKzlyYW9pemJWS2I1clBiV3ludzIxZDVtcGJlcDl0bXN6SG92ZlNnMXZaZFpadDZYdytrc1phRmt0RFJLWG5ScFZNa29sZEhIOEQ1S0d1WGo4VzAvK2QvaGZwUnVRcjQxS2xwSVdrZ2FGUzFsTFcyUG4rZUJFMTFaYWJHT0ZXeHBpbzZ0N1NuOU9BVSswUlNyMlRxa3E5bVpIRS94elRXMzU4ZCtrNVdiNjNXUWRaVm80K0tOZXIvbzhjYlNKclZ0SEc5S0g3WlRhNjJVM2c2bDlESzFWb2ZhRG9lcGxXSFdodXREMncxanE4TlZ2OXp0MmpDT2JYNXgwUjZjbkRUZHZkc2xUUVJk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MrVlA4Q3Yxall3WEc4cWtBQUFBQUFTVVZPUks1Q1lJST0iLAoJIlRoZW1lIiA6ICIiLAoJIlR5cGUiIDogImZsb3ciLAoJIlVzZXJJZCIgOiAiMTc1MzQ5NjgxNiIsCgkiVmVyc2lvbiIgOiAiMTkiCn0K"/>
    </extobj>
    <extobj name="ECB019B1-382A-4266-B25C-5B523AA43C14-3">
      <extobjdata type="ECB019B1-382A-4266-B25C-5B523AA43C14" data="ewoJIkZpbGVJZCIgOiAiNTAyNjQxMDQzNzkwIiwKCSJHcm91cElkIiA6ICIyNjIzMDEyMzYzIiwKCSJJbWFnZSIgOiAiaVZCT1J3MEtHZ29BQUFBTlNVaEVVZ0FBQkFRQUFBS0FDQVlBQUFBTGxxb2JBQUFBQVhOU1IwSUFyczRjNlFBQUlBQkpSRUZVZUp6czNYbDhWTmVWTC9yZjJ2dWNVMVVhbWNHMndCZ0xCQUtFcEpMQUdMQmxneVluY2RwNUpuTnkwMzM3US9mTHZjNkxienVZUVhKT005cEoraVd2OCtrcE56MW02clNUN25RN1FSS1RTVHdGU3lXSndVekdDUWFNbVFkTlZYWE8yWHU5UDZwS2xLWjA0cmJienUzOS9YeHNwRHBqblpKMDlsNTc3WFVB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kFNd3pBTXd6QU13eGdGdmRzbllCanZFUVNVMmlqcWtaT1RCVExJVDhoY0x5S0RjRktxd0pFaHg1YXMrUjM3ZlNHUllKbVVtb2lZU1BDQWlETVJzUkNDeFlDdGhSQU1BTDFXdnlZaFdFakpkRld5RUZkWVNzbm5IRWZEc2hnbkhRYU9NSURNZitxZE9tZkRNQXpETUF6RE1INjdtWURBYng5NTI2eTVkOXFXTFRURDA1Uk1CbHA3U2EyOWE1N240ZXpaK0x0OWdyOEdHMU9uT3VNaUVUdHNXYmFWRUU1Z0Nkc1NaQXNoYkMzSklzRFJSTFpRc0luSUpuRHFlNEpOR3JZR0hDTFlHbVFUd1NhdGJZSndtTFFOd0NhQ3pTQ2JHSklGUXRDd2llQUFzQm13aVpGYVQxQ0ltU1FBRUxFRVF6QklnRmlrWGlMQllBRUNBZlFPL3I0d1o3NEFnd0dBUUpsT1BVQ3A1WHl6b3cvd3plVUVaaEJ1N2lPMUxaaWh4emhlRXNRYUdzeEVtcGcwQUExaVprQVRJZlU5c3diQXpLU0lpRE92TVVpRE5CTklNN0ZHYW5zbUpzVUVIMXA3REVxQ2tBUTRLWUFrUXljQlNqSW95UXBlNm11VmxLQWtRRW1sZENBa0I0R1VTZ1JLQmJZS2hHOHA2ZmtxYWRuS0RnWEJnT2NGVm05WVhRcjFLSnc5bXhpOEZvWmhHSWJ4WDkzVXFibUZvU2xPU0xKakNUaVM0QkE0Sk1oMkFtSkhBQTdBb1V5YmlzQWhBaHdpc2pRb0RNQ2h3WFhnQUhCSWs4TkVGcWZhUllLSUJKaFRiU01tUVFRQmtHQm1JUWpwTmhNSkFJSVpnZ0FCVHIzR2dDQktiUWZBQmtqOHFyZkRRRURRQVJpYWlUU0JVdTBTZ21hUUptSU5oZ1pZRTVIV0dreEVHbUROREEzaTFEWkVtbFB0R1UxTW1vaVZabEpFckpoWUVTTmdwb0NJRlZnb0pnNklTREdubG1uV2lrZ29JVGpRV2lnU1dtbk5pclJRV3FTV2tkWktDNkZJc3hKYUtDVzAwb0lEMGtvSkpaVVFVbWxtWDJ2UFV3elBDclN2SXV3bHRQYXVKaEwrYjBuNy9aMVRXdXFNVHlRaU51ZUVKVlNZSEIwbXBmcmZPSG55RGRQV2UrZVpnTUJ2aVFuRnhRVlhUNTdzR3o5clZuNWhLUDhGQXMzLzk3YmgxQi9OQkRFMEV3SXdLVEFyRUJRQmlnRUZoZ0pCSWYwOWdSV0lGQmhCZW5SWk0wRVRzd0pEVWVxUHNBS1RZdUpVUjVJNEdQekRyT0dBa01PTVhDTGtBTWdoSUpjSnVXRGtFcEh6bjNQRmpQOUttRGtCUWh4TUNZQ1RZQ1FCSkVCSWZROUtBRWlDS2NIZ0pNQUpVUG8xNG9UUWxBUW9vYUE5RUNVRWRCSkVDVlk2cVVCSlNaUmdpQ1JJSlppQ3BFcFNUeHlKR3lFaG5QTW5UMTRCeGdxOEdJWmhHTzk1eGNXaDJ5d3JEd0RlQ0lJK25EeVovQS9zVFFCUk9YUG1GUm1QRjBnL2YwRG1wVE1PUTc0amRWZ0pwUnlobFJJaFJ3a3Z5U0hwMlBraXNQSTBWSUd3a2F1WkNnaklZM0Erc2NnajRud0c4b2dwSDhSNVlPU0JrRnFIa1UrQ2NnRlliOThGTWQ0dHpJaURrSVJtandGUEVCSk04QmhJRWxNQ2dFL1FIak04Q1BLZ2tXVEFBK0FCN0JGUmdva0RhRW9Ld0ZOQ2V3S1VaTEFQUmFsMWlSSU1uUVJ4SElvU1VEck9FQW1RanR1TzQyZk94VThtSENLRWhHTTdZQTZwQUE1QmhJamdrT1FRd0NGb3ltRkJFY0VVQWVzSWlDSk15QUZUQk1RUkFpSWdqb0F6cnlIQ29BaUJJd0FpQUhLSUtEekcxZmoyd0ZYK3d3c1hEdmIvSjM0RS95V1pnTUJ2Z1R0S0ZwU0I1QlBNOUx6SHF0VVI5SmRFTkplWkxCQkxZbGdNa2tTd1VoRlh3ekRlVWN3Skpub1c0RnVnK1JzNnp2OTQrdlNoYSsvMmFSbUdZUmkvbVhFelo0NHJEQlgrRVJGV0FjVFE2bW12NzhwZm5UdDNiaUJyTlpwUVhKd3ZBeWNuSkNrUEZ1VllTdVJvZ1Z4SnFVRVBadVFJb29obUxpUlFBVUQ1UkZ6QVFBR0FmQUFGUk1nSEl3SWdEQ0NNVkVmb2JleklzOGRNaXNBQkU0SlUxaDRIeEFnWXBFQUlpRm1sQjRrQ0VDdGlDaGlzaUJBd0l5Q0NZa2FRR2tBU0FjQkJPaHVRMDFtTU9wV0ZxSmxTUS9DY3poRFU2VVJHQm9GWnA3TVZVOW1FREVwdFIxb3pVaG1IekVUQnIzZ3pSTXd5bFkwZ0NJSUpERUpxcHdRR0NUQ3hBSUVoMGxtY3hNUUVnQVNER0V5QUlEQUxpTlMyeEVUcHpFOEJoc3pPS2dYRHBuUW1LUWcyd0RZWUZxVXpSNW1Sem41Z0FZWWdaTytMQklHSjAxOERuTXFPSURMdDhyZUltWThUNFR0SzhZdDY0T3FMWi8rcloxRzhnMHhBNEQxdS9LeFpoWVdoZ3UrQ1VVL2dnRUhIQ2NnQmVDcmYvQU9VU3NWaUNDTElkL0o4R053UG9BK01mZ0M5QUEwUWREOHoraG5VUjBUK3I3RWJRY1NDbVFWQUFneUN5RW90UzZlakVTRDQ1dGNFY0NxZEgrbFVOR0pCREFFZ2xkS2YrUm9RNExlWTNrOFFCQmFNbS9zaVNwMWI1cmpaeXducFZMbDBLbDNtODBoOU5oQklUV2w0Uno4VDQ5M0Y0SDR3bnZGNytRdHZ2SEh3N0x0OVBvWmhHTWF2Ny9aNWk3NGxHQStuTytjK3M5NTY2dGpCclRQbWxONUZaSzhCWVFLQjhrQWNBbWRTNnVFdzRBQVVTcVhaYytZMW0raFhwOEdQaHBsdkFCaGdRaitsMmxnREJQUXo4MENxYllWK01BK3dRRDh4K3NIb1o2Q2ZDQU9LVTY4SklRT3R0U0toTkpIUWdTSk5wTFFRUWd1bGxFL0VKSVFtUC9WYUlLVWlQOUJDQ2kyRTFFblAxMEpLTGFXbk1RRDRsclJZSzhITXhDR0g3RUJKdGkxaEtTV1p0ZEJTU0V0YlFtc2xXV3FodFpTV3BZWFdRckxXVWtvaFdHc3BoSkFCc3hCQ0NHWXRoV2JKUWdpQWhHQVFrN2FFSUVtVU55blEvWDJDSVZpUUpLMHRKdGdFc3BoaEVYSHFYNURGeEJZeExDYXlpQ0VaYkJIQlppWkpnTTFFa3BqVDI2ZVhneXdtV01Td0FJb010aXRUNndvUVNXYVdsUDRYQkpuYU53bWtnd3dBVWJyZGlkUzJTTzhHQWpjYm5nS1VEazR3eUxRQmYzTU0vaGNDUFRUNFBmTWJEUDd6MTRPQlAva1BadThZWXpBQmdmZXdvcUtpaUpVNzhXOUowRWNBOXNDVUFDRUN3QWF6eHpjNzN6N0FEQ1pOcVhuZ3FUbmV6T201NEtTWldRSG9aMFlQRWZjU3FGL0lrTkJhWGRZSUxvRDVobWJxRTZCZURkMHJvSHExVDczYWtUMkNFMzN4SytpOWZQbDQ3N3R5SWFKcjdPajQ4YmRZZHVUNi9oYTM1NTA0Uk1XSzlaTzdCcTVjUit3YlF3SWF4WTJQaEU3R0p5cnNjOGVNWWhjM1BsSndzdVY4UC9EMGFBWDhNcjlqMmZPZkJERFR3YTJlbUpBejNZcFliUGYyOWZORU84K09GQzI4UzNoKy9OcVZyaU5hK2RLMkxLbTFGbXhiUWdhQnhiWVdyS1dRU2t1dGhXUkxDa3V6Q01BaFFiQ0pwS05KMlFRNEJPa0lJU05LZVVTUXFRZzRzY1dzcFNDU3pDU0p5R0pXQWtTU1VuTUFCNWN4c1NRbW1jcENZY2xFRW1DUkdzMGd3WVNRNEV5amlCMkFRcHlhZnhoQ3FxRTBHQlVuQXQyOEZ1bmlqS2xJUHhqcEcrck5hMFhwSlprWEtYMmZGWndxclpEWkYxSHFkUUtZVWtVWDBnR20xQWFVcWYzQW1adjFXMmlvalVZem55WGdFb0FJRVJVRHNKajV2TkxCZzJkT3ZOSmg1cnNaaG1HODU5SE11WXZXRU5GZkl0WHA2QVVRQjNDVkdPME1ESkNnUDNnYmpoT0ErVHd6TGpQeFpXTHFZMEkvd0FNRTZnUER5OVF1b3ZTQVJ1cit5MWFxazVydURJTlNHYUdwVHExTS9VdVNyTkF0WUsrZnRWSUFXUUFrZ1NRUGRxQmhBU1FCdGdDV0FGa2dTSXpNTW8yOERlLzF0dzV6T3ZNQnhFUlpkWnFReW5IZ1RGMm1UQ1lFT0ZYcmlhUU4xbDRxMHlHZEdaRlpOOVd3WVNZaVlxMVNoWjRHbDNHbUpCU2wvc2ZwUWxHRE5hVEFPZzZRQjRKSGhLUm1lTVNVaE5BZU5DV1o0SU9RSkoycHg2UTlDSGpNNUFsR012MHo1UUU2eVJLZVVEckprSjZDVG9wMDNTWU4zN05CeVFTVFo0T1Npc2xUa01ua2xSdmV0V3M2Q1p4S3BDOVJlRUp4c1JPeExEc1pKOGRPMTZZUVlYTElzeDBsWUVPckhFbklaVUU1dGwxd081SEk5N3plZmtFcWx5RnlpWkFMNWh3aWF3SkphNXJ5a3draTVCQlJRZXJuTzlWR1N3KytrVmI4QjBMd0o0bEVBd2lGNmZNSXRGS2ZmLzNFb1Q5N2QzNVMvczltNWh1OWg4bmNpWStSb0krQStTTEEzOVJBREJybFJQZ3dNZi9Bamt6VHJJUHJFQlQzK2krZUlLSGlIS1RtQUVINENVcksrRFVNSks0RENad2EvTVVHQUpRMU5KV0VHSGUwdDIxcC9ZK2U1NUpHdCtCNnp3QWZmK0ZMdjNiQUlQb0JOOGRQQmxNUG5qMytCbzQ4N1kyMTNxM1JOVGxUSjA5YVNob1g5cmU0cDRjdkwxbTJOaDhBZnRXeEZ6MndmczZCSGR0ZkhhdVRWdEhRdkJTZ0hEejNqVDNEOTUzTDRidWpRQ3dHWEI1dDI2ckc1Z293RndMbm54dnRQUVlEeVNML3pkQ3BJMGZjN1Blb2dWTUpuQU51Vy9ucFdSWkw5Y2JlcmEvUGFXZ3EwVXhYTzUvYlBHSmZ2MUowalYwYXYwWkhobDNIaXJvTmpjSnoybVA3M05IT25jcnFOc3kzcjF3K0hzc0tna1FibSs2TXhhM1hmMVVBNUMwUVFLbFZWTlFqZmQ4WGF0dzRvWHhmNUhvUnlhd29DUHRTcTVBSUt5VjBLQ1MwOHFWMmJPRW9MVmdyUVdTSHBDQkxrVzhMUVRhMERJVUxwcGRCS3kvZS84WlpTaFU5c2xLRkp0bG0walpwYVVHeUF3Mkh3VFlSN1BUb1RSak1nc2dlSjBPNXhVSGkrdkZVcWlEc2RLUElCcVdLVGpLMERZaFV5aUNSRGJDRFRERktwcytmT3Q3OTR6bExQejFORFp6K252WnUzRVdFYVZKWTM1NCtaLzRuejV4NHBmMXR2SDZHWVJqRzIyemEzTG0zQS9oYzVuc2l5aytuOWs4QlllN2JPR0ptZ2FpSUNFV1pBZVhVdnROSEdQWDdtM1dNS1IwYXAreDFzOFBvT3BsZWIyaThtMEREU2lIVDBISEFyQjJOOWw2WlUzV2xHTkFnMHNTY0dtQktkV1kxa0JxRXVsbFltSFc2RTZ5UTZtUnJFbllPcytvSGF4K3BZbitaS1FjYTZZS0FKS3djTUFMbW9CL3Bvc2FjM2wvcWUwNS9qOEhpZ0tsQ2dha2l4d1RTa0hZK0srOGF5ZEE0UVZZbzhQdlBab29MRWtGcnZsbGNrTkxGQlVGU1dFN0J6TURyT3lXZG5FbStkK05WTUFkQ2hpTkM1azd3dmF2SGlWbXhZRjlyb1lUbWdJUUlGQ093clB3Q0sxSjRXN0xuYkFjTERraHh3TXdCQ1JsbzFvRVFISVRDTTRxMERBYmlmVytjY2F4Q3h4SzVzaWYrNWlXcFZPRFpLcEJCRUJBVmNGTGY4Q0tKaEgvdTNEa1BRREQ0NmRTNDhtMXVpNDNDRlJYMys5Tzc5bTQ5TTFZdHBKSmxhMjExSVo0OGVlenJvdzdJUlZjOVBpTzIrNm5UQUZEeHdNYmJpZUgwdk5yejlkTW52ejUwSkwvR3Rhb2phcGtmSk01MTcvcnlxME9XRlJWRnhsbVRRZzRGSVl0MDZKd2V1RGpCc240MkxqenBVVmJKcGxRd0N4WUorY2N6aWl1ZVBYMnk2OGpiZUJFTUV4QjQ3N3AxVnVrTUlud2NxYkx1LytyM1hONmFtczhXZmViMjJjbnZPUVVMTCtWTnZpTXFXQlJ6TXY1MHJPdFBSdTJ3anFhaWNmMWtVcGpkN2xtdHBUV2Z6VHV5NzgvNzMrcUlac1hLOWFWKzRDMVdCZkh2L1NiYmlVQlZXNXFUMGR0TFJPd0lYaHR0bmRKUzF3bFBETzRDQjY5MzdIenk1UERsODVjK09pR1M3eXkvVGpmYVJwelhBeHR2djNEaDBxVmJwa3lwRThvZkVReW9ybTlhMVgvbStNL0NNMmJQbGN5RjdVbTVPM3Y1ekJvM25CLzJQK2JwZ1I4ZDNQZVZVYTl0eFFNYnErRHpGTDU2Y2RkbzJRSFNWNHRBVnQrQkkrNm8weWlpcTc0NGd5dzE5L3lOL21kTGE5dzhoaTZqeStJblkxeXlFY3JxSHN1MVpIaUowQ0svbyszYWo3T1hWVFUwMVpDMmJyU25nd0V6YXo0VFByWHY3d2FEUXRIR3BsbXNhZnlRWUVEREY1Y3JUaWF4ei9ybHIzc092eVlOSFBIT1pwTHBMMXdBQU15S3JyRmp3ekl5eWhyZG9wQ1hrTzE3bnZ6RldEdXJydHQ0TnhNRkZGaHR4MlB1bU91TnBXanBvNUdwZWFIM3gvbnEvdURrem9zRDZhSlBCVUdlOFAyRURNS09EQWUrMVBuamN3ckhseXp0dlJoN1FmbUJ0QzBwbFZKU1cwSU9xUGpyRlkzckowZ09SWVBjaWMvMHZQbkNaZGJlUXdDS0xXRTlQbTdtek4rL2Z1clU5ZC84VWhtR1lSai9HY0xrM0VWTXQyVytaK2JqelB4bEVGVVFjSGZtOGIzQ3lybVZkZEREMnJzR1FITXFCVTFMRVo2a2RkRERIQXdRUTZmbXhhZWUxQU1pTFlTVkQwalNLbkVWbVRuMHpEb3pVaXdBaUZEK0xPWDNueWF0K2pNajBKd3ExcXlZV1FrclhFaXdwQTc2MzBDNjhETXpLWkpTV3ZhNElzKzcraG8wSjRnUWdMVm1FZ0V4S1Uyc0JYTUFJdVZFYmwwWUJMMi81R1R2SlMxMHFqSitxbmFBZ3BCa2h3ckhTU0hJOXhQWGREQndKWE05bkx4cHQ1T1dNdDUvOWtTcXZBQXhCYW1SOG9DSUNUNkRpQVVKalFCTVJBd2lEc2huS2NPeVlGTDVod1B2Um5kL3o0bkRGS2owWTVXSlBTSW1MOGtnd1VURUUyNWIrdkhlQzUzZkIrbGtNcGw1WFRBSjRuQmsycmpjOFhmZWQrUFV2aDhNa0dBaGJTM0VBSk1RVEVLeTZCVmNlRnUwU09hTUs3dmVjMkpQWWY3c0ZjbkVwWmZqcC9aZEVrS3daVm44Uzh0aU9BN2pTSVNCMk9Cam1SZlZOOCtUekZNRmlYbDlnZitQSi9kc3Z3SUFWZlViRnl1SVpGZmI1Z01BVUZQald2dUdkY3dyR3pkK3dQUDRoeWM2Zm5KaHRFelFPUi80bzBsNVFXVHFsZmpaUFdkamJZbG8vUlAzeFpQeG94ZjI3VHlmV2FlczdyRTdwQldhMkxWamE4ZndBa1NWcXpZdUljVFBvWDdEcEZqYnRzNFJQN3cxcmhVTmVXWHhNODdoWVFOT1E1UXNXNXN2citVa3gxcW44b0hnQVFyMHliSDZBR1YxVFhkWWhKSk8rK1hkU0xmQ1MydmN2RkFrT2FPclpmdVJ5b1lOWlVSU0FqZ2RyWEVua2ZMTEI1TDJ2NTRjSGd3QVVCMVNKUUZKN3ZaelI3WXh6NTZOWDhmUStnQXphcHVtZS8ydjljYXZIWDhUNE9sSUJjY21DcW1mQVBEUnNkNno4ZGFZZ01CN2xPTll5d2gwQ3dNREFPKzdXZHdtNXIvK0tvNVdOejUwcjlJOGd4WDlMTFp2UkRDQVNtcyttM3RrMzZWNGVjUGNTdFhubnp6MC9KUFhrUG5qd1BKRDN2bkV0eXR2QzMyRWs1SG5BZlFOUDM1WjNXTlRIQkVlMzlHNjVRUUF4dXJWRWs4UDdmU1dOYnBGQXVwaHI5Zi8rc25uUi83eUk5MnBQeklGT3RwN2psS2RQMWVVMS9sM2FjWGpZWkdJeDYzRG8xK0IxZEs1VFZWTGdnUEMrT0ZMSzFhc255eHp4RWQ2ZTcyL3p5L0l1eE53andHdUJrQ1Y5ZXVYQzAxeTJzU3BrOEQ2Y252YlU2L2MzTklWbFEyNjFsZjZGMWJSN2VPRXhtM3RuclZyU0JRMnVzYWVGTllQWFU3WS8zQnEzOWJFOEdNRFFMVGVyWVJXcTY1YjE3OTZjbGluRmdCRlZ6VXYwSnJ5WXJzM3ZUVGE5Z3ZxTms0bnFUWmZmL1hHR2t5MlJHNUVmVUZmdkxBbDAwR3VYTlUwankwYTE5VzZlZFR0QVZlRXBMNWZROC9zYU52MDlld2wxU3ZYellJaWJ0L2x2b2dhMTZvSzZROTZQUEFjZ0FUU0dSMCtkQlZkUHYvUG1XMHFWelhOSXdUVHUxdWYvQjdTQVpFSllXOE8yYzdKMkRQdXdQQ2psOVo4WVZwT09Qemc5V3ZYL3pHbk1LUU83dnpLa0Fxd1pYWHVsQWdIaGZ0M2JYbDErTGJBYWhtdG45ZkFGSnlKcm5yOE9vVElpZTNjZnF4NnBUc0xPcmkzLzgzd2Q2S05UWGZHV3JZTUN4UzVvcXJlcjlKRTk3S21uWjE3eGc0R1JGYzlYaGpiL2RTTjBhN2J0UEY2T1FYcTUwZDJmZU5zUmUzR2FKN21NNGYzYkx0dzllWktWTlhZZkRlQkhtcHYyZlRZcVB1dmNTZVIxdmNJOHZNc1pmOWJFTVJQQ1NIdUphSUp6SGdnUDVSWGZCM29HT3Y4RE1Nd2pIZVhEcWhQQ0Z3R3VBQ0Vvd0M5Ny9YakIwNWxscGVXcm5iQ1JYTldhMkx1YnR2MjNleHRLMWMxelJOQ0ZIWHMzTFFMcTFmTHF0NlM0bzdXTGNjSFY2aHhyV2hJMTBNbG54LzlYZ1JFSDJoZXdocUxPbHZsTjlQdGx5RktscTNOejh1M2Z6Zld1dlhyMmFQRjBlZ2FXMCtZZEkrd3hLbDQvT3FGVUdqaW5WMEZ4dzRQYjZNQnEyVlYvWndvTVE2Mzc5ejY0bWpuVU5IUXZGUm9uUTlKYjhaYXR1d2NmTDF4L1dRSnl1bUlPN3ZRK2VOL2Q1UjZ3Y29OVXlPV3FOQ1hMLzRzUC85V3J5K2kvcWRpZnVuUXo3NzViNk52NFlycVdxOU1DMUd2QjlSZi91TFl5NWVHcjFIYytFaG9IQmZjY3pueHhqZFBuVG95dEMyMmVyV3M3TG56RGlXUTcwQVc1Y2J0NzR0SkZWVmcrL2pSdmYvZjY5bkhxVnpsTHlZRTUySkhuaHJNTW8ydWVyeVFpTzVpSU43UnRta3dCYjJzN3JGY0FDVmRiZkk3QUZEZDBGeDlqZU1EQUY1QnVrMGJtYTRlQm5qLzRUMWJMOHl2ZHlkRTROL1gwYmIxaDVsOWxOZTQ0K3pBLzJ4N3k1Wk4wZWdhZTFKRDA0TTYwSzhlMmZmbHJHQ0FPeVVrMWFmYWQyemVOT1I5MWJoV1ZUaFlybGtwZ25WdlI5dldidzIvTGpOclBoT2VFRllmSFdDMEhSMmpvMS9jK0Vnb2p3c2VsQUJpTDdoUGozYjlLMnFUS3hBQXNaMmhFNW1BUUhSVjg4SkE2c2lCdHEwdlIydmNTVXlxdXJOdDh6OWx0aW90ZFoxd1dDL3pQT3F1YUZ3L1diQW82b2pMbllBck9LeWpXdG50dUFndldyK2g4c2IxM3BNbjk2ZXlDdWF1WEQ5UkUxWjI3WEQvTlBzY1NrdGhqUXhXdUtLc1lXQzJCVHdnOG03dkhyaDZ0SXNJMHpOTGlYRGZiWFBtTDNyanhDc0hSbnZ2eGx2enRzeW5OZDUrckRHZVU4K0I5Y0IwUG50WnhmMGJiOWVheXduNjVBMzcrb25oMjVZMU5NMEpoU2JjVmRFd3I0WURQemhraFh1Ujd1VG41dGlyZ2tUZjkrMXA5Z0w0MU5tMTkwOWVINzU5ZVkwN3poYWhlK05zWFFMQUMxWnVtTHE0Wis0Q1lQVmdZWlJvelI5TnNuWHdDYTN4cjVsZ3c4ajlmSDVjVHBHK3Q5d083dUR4azZPQUs2b2FFNHRzNWxsZ0RCRHJsNDdzYzBjRUk2TFJOWFpWUThrS2l5aUhHSmErZFBXVjdPVUxWbTZZU2preUdzZkFkd3Z5bkdVSVF0Y3pOOU5vM2ZvU0pqbWVOTDhtQlkyTHRaNFkwcUdPUHFEbXN4Qlh1bjNybDQ0VldrcWUzelU4SmF0cThwUmxnZElkcC9hNWd6ZWd6TlFFQUZpMGN2MGNvbUFsQXUrN0oxdEdCa0lxVjI1WXlKWXVCb0kzQVhmRTcxaEZyWHRyV01pUFNrK3ZkWW9tMmxNS2N1L3Q5WUkvelFRREZ0YzEzU0VjVWFSMC9PQm8xeFVBS3V2ODkybXRTelhVUHc1NWY2c2VMMlRibXF2WjZ3YUE2ckNxWU1VbkR1Nzh5a1drUnRlbmEvaU5QVmV2dFdTT1YxRzc5bFpoWVhaSDY5YnZJZjM1VHdqcnhvQ2NxNk1GQXhiVWJaeWVFNGxVS0FyK3BiQ2c4SzVrdnhqeUhzdnFIcHRpYzFBZXNIOFJXQzByVjYyZE43UG1NNWxIeWxCVjQ5eTdRT29HMkJtQUROMFoyN245MktMN045Nm1aRkRhM25iOEgzSm42QlVXck9IWGxTb2FrM09aeEhJbWZyWno1K2JZV05lbXZIWkRPVm4yc2xHdlc0Tlh5eDZmYjkrNTlVeGxmZk55SXNXSDkyeTdNR1NkK25WM0VyQTA0WGwvUHZyK20yWlRPTGdiUUpCazBYSCtqYlkrUWVLcllDcEU2bVlWa1pBUGozVitobUVZeHJ0UENuNDFQVy9mMTR5L1BIV3NPMnRhb2lzaU0rWjhFQ1Q4UHRIN3crenRGaTVmTng2V25zRlh4QXZSNkJxNzR2cWNDaEJOeWw1bkRuckhNZW1ReHpSeHRHTkhHell1aDBhdFR2VCswMmpCZ0dqOWhsdHk4MEtOQ0lLL2o5YXRMNm13QjZZQVFEVHE1b2hKVSs0bGlVdStTdlRtaGlmVXhZUGc3TWhnQUZEWk1PZEJFT1hvSzVkR25jSldYdHMwV3dBVkJIa3UvcnExNythU0drdXlYT29oT0pUZFBvcEcxOWpaN2NDTWlvYm1wVG1PL0J3VGZobUxmV09nSjZJYkFWenR5ajgrWnNaalpRTVdRTXA3dEZEUGREMjNmVVF3b0dUWjJ2eENQZjV1NWVzRDJkbU5LYXRsNWJVNTFVTFk5MGhsamZmajluTjk0ZUJPQWhWMEpqQWtsYnl5VWIrUEpIdVpsSFlBV0hUL3h0dUViYjFmUTEzMUF2L25nKy92QTJ0eXdsYmtZekxnbllDckt4czMzaFZvSFRuUUZqbUtkQ2M3WjBad3R3QU94RnEyL0tLaXZubFJSQVQzOCtWTGcwR1A4aHAzbkpXajc5VVhMMjB2TFhVZG5qVDFMbVo5dG5QM2xxT0QxNnR4L1dTSDFHZmk0TzlrbjJ0eDhTT2hhc2RmcklrVGd1Mnc4dkd6MGE3TDVGRFJjZ3E4dlVmYnRyMDUyclV0V2JZMmY1d3UrTEROTkM3V3VuV1VZQUJRMVJETUZtUlZDMHNrQjl2UE5lNGtzcW5JY3V6RGlLNngyUW51U2lJcmV6YTZ4bzVNOTJxVjhIOFpnWk5MTEZmd0pXc2Y5cmxCZFlPS2d0U05ybDA0bnpOZE53YVMrekxCZ0lYTDE0M1BzK3lhZU9MSzMyUi9oaFdObUJzcHdxeWhaK2FLUmZWcW5zUE9LbWh4TEVDd0g2U0haQ0F6VUdDVHZIZTA5Mlc4ZFNZZzhCNUZnZ0lRYVFhRFNBL2VMQ29hMTA5bUI0c0YwWlY0MG1rZjNpR2RYKzlPc0RUUGtjU1RSVUN2SHRqOVpEZjJ1VUZ4bzF0Z2M3ajhPZ2Q3TFNlblNFREl6dDNXOGRHT2JZWFVKMzJkL09rcmJlN1ZzcHExUlk0bDc0MzMrNmN6YWZIbE5lNDRDa2YrcDlMcSthNjJ6YU4yV2t1V3JjMFhrZHozcVVDZHNBVnVaN0pQVjl6dlQyZHRMMUZDWEZhKzlYSnMxRDltcXlVbVRWcXVBMXdRMENGUEJJZGpzVzhNZGtxajBUVTVZVnZlSjZYVkhSRjV2NVBrUkdmWEx2Y2NBQ3hldVg0aXdiNmo5K1NOTmdpeDh0bzEwWjZkeWw5WnY2NllORS92NVN1SHFpUDZJeHpZeDl1eklyWklwZG8vcUppdWRlK3lCa2VucXh1ZVdKa1hTVTNPcTE2NWJwYnRXSS80SG44Myt3WXplSDZySHA5QmpwZ0d4dTFNdURMYWpWNUkvZDgwcWVmMjc5bDJJUnhTRlN5czA4ZlNxV29WdFd0dlpmRGR2VGNTUHg4KzZqNTRqSVl2THBkQ1BKZ005TjkxdFdUZFNGZXZsbVRaYTRTdjlzZDJQM1dqL0FHM25NRzV1SGJoR05JUldrVTB2NmZIMzVINVExMzV2cVo1bG1YZlI0bmt5MGhIeDRVVExKZEN2SFN3eFIxUk1iKzAxSFVpZ3FvVFh0QXB0Znd3Mk4rZlhiK2hyTzZ4WEVlRWZzZUxCKzJ4M1UvZHFHeVk5eUFKeWFmMnpmVFNuOEdkU25ORUplekR4TUdDRytMYWk2V2xyaE55c0xpLzMvdHBWZjI4OXdlKy8rYitGdmVON09OVzFMcTNTQzNlRDQwWE9sdTIvbno0ZVExZW03cjFTNFFsSm5TMGJta1p2cXpxZ1NjK3lENmZpZTNlZktpeVlVTzlFT2pyM1BsazE1RDNWK1BtRWRsL3dNQ2VRM3ZDcDRidm82TFJMUlZrVFFjSlA5REI2d2NLamgyenBXY0JOQzI3a2pBUkhoanJIQTNETUl4M24yS2FERkNJaVFLaGNURjdEblYxZy8rSDdDdHhzYWZ2bWVIdHJIQ2VkWitHUGg2THVRT1lNT1UrYVFuVkVaZjdzOWNwc0NPTEJkRTRTK2dSV1libHRSdktDYlNxM3cvK29udmYxMFpNTFl0K3dNMkJFQXNwS2ZlU2tOTUJxN0JyMXk4dm9NYTFlR0p3bDBKd0tuUWovcXFEbkVYQzF5OWsyZy9aRmpjMC9YZExpS2w4NmVLaG8xREZBQUFnQUVsRVFWVEx3NmZtSVIxd3NDeGF5c0RBZ0NkZXloNmxyVzVZOFVuTjFwR0RMVjhhYkFOVTNML3hkcDQwOVM1Zy9wRFU4cXA2ZDdFZytnZ1VmN09qZGN2eGFQMFQ5eEdyUmIwOXlYOFpMVWlCOU1DRVlIVS9ndzkydFd3L09uejVncFVicHVibU83OHZoSys3VkdqRW9GZDViY2tzS1dtWllubzlRR0svN2ZqNVdvdnlDOWY3bjhzT1lGUTFOTlVJM3p1Ym5YSS92LzdSQ2RLbWhRd3htVHp2NEtFOVQ5NU1YdyttTE5lYW45dS9aOXVGYUYzekVvczFkUldlZUNIVGpodUhjYVdCMHRmYjJ6YS9VbDNmWENvRjhqcGF0dnd3Ky9wYWRuQzM4aFB0c2RnMy9KemIxWHdwWmUvd2xIL0o4a01rK2VEaFlWbVFlY1hqeWxpS09CaTNLT1cvMGJWMzY3QTI1bXBaVUJDcTlEVmV6N1EvVTRNdFdVR2ExYXRsUVlIOUFFT285cVQxdDZOZC8yalV6V0hRYWszYzNiRmowNjdNNnhRT2ZqY3B2Si9Ibm5FSHFxWk0vUlFIZk9pVk5uY3dlYko2NHVRUGFVbUhMYzlKYUJFVWsyMjF4bUx1UUVWOTh5TE5ha3BuM082b2FnamVUK0NUQjNac1QzOXVyZ2psV1l0WTZPNGorLzU4Y0FDd29uRitDV2sxRVZmT0Ria0daWFZlcVMyNWhvRGpBMmZGbm9NN3Y5TGZwNU0vWWViczM4R1FsS0hscGFXcjgwWjdmOFpiWTZZTXZHZXBFNERzSVdDQ0psRUtZQjlxWEl0WVYwcFdzOXZiTm04YnNVbU5hNFcxdjVJRXdxU3hyMlAzSDU4QlVuOGdDdnVDKzhHeU0wOGtRa1QyMHZhMkxmOTd0S05XMWJ1TEdkNkxCM2QrNVdKNWd6dFRRTlYwdG03K3U4enkwbExYa1pIZ1U2VHhmUGV1N1MrTXRvOW9kSTNOK2ZZcXk5T3QycUxGaVVBZFYyOWFsM05tMEFhQU8yL1FqV2RQN2h0OWlrSEZmYk1XZ0hsQVc1Z2FrSFc1dTJYTHpmUzltcy9tVVdUQy84TVhMM3lKSmsvNXdPWEUyZS9lakJ5N1F0dkJFczNlaWNKWmhXdVNPdjc5ay91L01sZ0FwYUp4L1dRQnE2R2paZk9mVmRZM0wvY0Q3MFQzbmllUFpSMmFLaHFhNzBvb2ZlN3dyaTJEYVVpVnE1cm1xVUQxZCs1KzZzYkM1ZXZHczJYL2Q3Yms0d2RhTm84WU9ZOUcxOWdzcktXQ2tZZWsvZTBSeGZ4cVhDc2EwVStBMWFIT2xxMC9YMVRmUEo5QVZtZUxld1NaNlJ6Q1h0cmV0dlU3dy9lZFVWN2JORnV3K3AzMnRpMXJoczM1b3VxK2VRLzMrdjdmSE51ei9VcjErOXhacklKb1IrdVd2MDR0WGkzekxWbXRvUTlrT3ZEUlZjMExvZkJ4QmYyOXpuUmd4Q1puTWNNNjFyN0RQVC84MkVWTEg0M2tqVlB1eXkzSE4xVFdsL3hlUjl1V29aVmVhMm9zbTV5UGRiUnUvUWJnaXNVTkcrcDkzei9ldVdmN3NjejJncXpTaEsvM2gwUHFDeDF0V3phaXhyV3FaL2hyQm56K1lWNkJzNVIxY0tacnovWWhFZjc1OWU0RVMralBRWXZPanAyYjkyTU04K28zM0FLSW1oN2MrTnJ3K1hCVmpjM0xFQVN2ZGUzWmZxVGlBYmVLNFYvcDJMRjVTREFBTlRWV1RrU3RWMG8vMDdWemE5ZUkvZCsvOFhZTGVxRWlQa2VBNnQ2MXJSc0FlRjdsTFVSNjZLZ0owY0t4enRNd0RNTjREMkI5RGlUallKN0dFdit6YU02aTU4K2VPSEN1cW5aOW93NDBkKzU1OHZ2RHRxREsrdlhMbWZsc2R6Sjh0ckx4aVUrUUVnYzZXdHdoVXgrakt6YmN3cEx1ZzhJUHVuWjk2Vnoyc2dVck4weTFoZmpBQVBmLzZiRTlYNzJLa1FpZVhzSUtaM3duT1NsRWRrbXNiZE1QQVZEVW1yVUEycmtVMi8za2E5V042Ky9Sdmo3Yk1TekREUUJWTlRRMWFoSjNkT3pZMURUYTJ5NXVmQ1RFaXFvSW1OL1p1dm54N0cyakRSdVhLY2pPempaM3NHN1Q0cFhySjJxYjVuY2s1TTdzUVk1b1k5T2R4T3FodU83YjlNck9yMTVkOUlBN2g3UmEwOUc2OVdOalhmS0Z5OWVOWjBtZkJ1TlNYc0o2ZnNUYzllZ2EyN0hFd3lTb3QzM0g5cDhPMzc2MDFIV2tGWHhLYWJ6WTFTcWVMYXREaEFUdTZxRnJQenI3MHMxMlpWVkRVNGtTckx0MkR3bjZVMWprVmdGaXRwOVVUeC9ZKytYQmdZZXl4clZGckNGaWJWdU9sOWMyelNiQmtaZGJ0dzltVFN4WXVXRXFnZVowNzlyMlQ5VXIxODNTcEV0akxkbWo3NjZvYWd3K1JKcU9kclY5NmR5aTkyKzhEWXJ2Yk4vaC9pRDcrT1VybjFqRnBKMk9IVU1MZXBmWHVETXRZTEpTZnA5a2NiRmp6OVpoUmZOY1VkR29sb014MEoyZWlsblJ1TDZVTkNhZXd2Ym5NdXRVOXZvUE10TWtLTy9iMlBmVWlLa2UwZWdhRzVQVmVnZ2NUWjZ5TWhrSUZHM1krSENRQ0o0K3RDOThJOXJ3eEdxVjdOK1RuVUZjV2QrOFFpaytlT2xhLzhWcGhibjNCWW0rRjd0M2ZXMGd1bUxETFNSNGRrZkx0aDlVMWpWSHdYeSt2VzNMWUZidmdudDZidE9jRSs1c3ZSbjhXTGh5M1N5Q3J1aHMyNXpkMXFWRjljMmx0dEExcEhHdXZlMzRzNWtCdmN2SGovZm16VjMwRW9BYXBJcC9rdExlcE92NlFIaTBLYy9HVzJNQ0F1OVJudllPT3pMbkdqTlBZZEFrQUdKUlNKV1ExaVg5Y1I0UjlTdXQrV3hlMkFscVNFaUxBKzd1MkwzNUxOSWpucEUrM00wNmNaakpDaHpLV2RyZXR1bWJveDJ6ck02ZG9ram5KMDg3ejBWWE5TOGtCQk1IVGx0RDVzMUZwcXVITmRNbFhMNHc0ZzkxQmsrY3NvSzBPcWNjR1dVZHZPcFlJazR6Z3YvQnJOdHZDT2U1MGRMc2tmNkRBd0JLcTE0Yk9xKzl4UjBjQ1o2N2N2M0VIRnN1eVl0YlR3MU1uclF5WU92Z2tDSjVkY0dEck9sTmFjbGJmUit0QjNlbFV1U1J5V2lnWUFsZnVQQlhaWFZOTTZXRzZOd1RIcEp5WHRHNGZwNVEwSWQzMlozWjV5T0laVWZyMXA4aXVzWU81Y3BQYU1YZjdod2xqWDUrdlR1QkthZ0JFK3VBWCt3Y0ZneElqWnpyajJxdGY5blp0dlhwaXBYclN5M2lrdmJXellQeitQUHpuUldrK2VXeHJtdEZyWHVybE1IdkpMWCt1K0UzMFdqOWhnby9DSTRmMjdQOVNyUit3eTNzZXlVZE83ZjlOUUFzWGZwb3hDL0lxV1BDc1ZocktpdWpzbjVkc1JDb0QwaTNkTzNZZGhDcG0zc2R0TDZjM1JESXFIN2dDOU5ZT1V0ZWJ0bjhlSFZqODcwaTRIMUQxMWd0S3lNbDl3Z3YySnVhNjQrcUFIZ3owN21mV2VPR0o0Yjk5MnRKdndoRExCazRMZis0Wk5uYS9IeEhMOWRCOEdOTHlGdFkwWlhPblVNajZkSDZEYmNRMU84eXVLT2p6ZnBuakNIOXRJZVBLVkpmSHY3elZmSEF4aW9PRU1RS1h6MGFYZFc4VUFXKzQ1MDlNV1IrZjJwZW5Qb3d3RjFkTzdjT1NkT0xSdGZZTkdseWhSYVV4K0FUSk9HMDcwZ0ZKdWF1WEQrUmVvOTlLTkU3c2tiT2hPTGlncXNuVDc0amo4azBETU13L21PMDFrSkFnb2dFbUNkTFlxZXFzZmx1Vm55bjh2dEd6TjJPMXEwdkVaQzU4VUNmcUF3RnF6Z1pmNzVqMkxUTG1UVnVHSTc2TEloM3hYWnVHUkxBVHJVRHhLYzE2NSs4MGpaNk1DQmEvMFNOWUpWa3dUSXNyWW50TFp0K0NLeVcxWTNGeXhsVzBORnk3T2NWZFJ0WHNFWThPdzA5bzNMVnhpVk11Tk5YQTl2SGV0OEZ1dkEra3BnVDEvS3A3TmNYclZ3L20xbFFaeHNHQXh4bGRlNFVKWU55WDFrZDJhUHZpMWF1bjBOS3I5WmFmdmVWM1YrOVdsSHIzaXExZnQvNUczMi9OOVp4UzVhdHpRL25XcjhEMW0rUXo4L3MyN2Q1UkllMWV2SzBlelJwZ1FzWC9uNzRzcks2eDZiWXdsL0R2bndoY1U0OEM3amFGaHNyNE9zREovZmN2TytYTjZ5YkNhMW5LTzFsMVUxd1JiUXhlSkNZcDBBSHp4N1l1MjFJRnFLdHJVVytzQTRzV3VuT0VSUVVlVG94K05sVk5UU1ZFSEg1dFZldi9TaGF0MzR4Z3dxeVUvRkxTMTBuZEp0YVNtU2RiRzl6WDZsczJGQW1GTTNwYU5tU0hReEFaY01UZFFTdWlMVnN5Yjd1VkZuWFhFbWtwM0dRUEEzTHllc1lWanNxR2wxamk0bCtOV3ZFMjl1MnRpTXpvTU82OEVyU1RuMGZkWE5vb3I2WG1XYVF0TDdmMGJabFJOMktrbVZyODZrZ3RGb3pYaVBQKzhtUkkwOTVBQ2o2UVBNQ29YRXF0czgrWGQyZ29xemwwZXhnUUxSK1F5VUw3UWRzWDVtU0gxN0pyR1BkKzc1MkhUV3VoWkJYeWZINHZySzZwanVFNFB6TENmdm1GSXhWWDV4Qk1yaDM0SXlWQ2F4UmVXMVRzV1hybVIwN05nMEpCbFNzWEQvUEFxOWlwbGZiVXhtZVE5cTRRdGh4NXRTUEN6TXpnZklsa1RQOFBScHZuWmt5OEI1bEpVSXEvUXRCNmVlaWFrbThuS0ZlT1ByY3RtR2p0NnRsS0R4eElRaVRGZmhVTEpCSEFYQTB1c1lPaDFRRmEveWl2MDlmSUJHVXNVcnVHNnVhcUVOK3ZVaUlBN2xGL2wyd2RLRjlvMzkvZGhwWlZYM3pwMEdZcG5UOG1kRlMwQUNndXZHSlQvaWFMbWxoNTBIclF3RUhieEtKQjdXUG94ZDY0bnRQdHJpamRwQXE2OWV2QUdQQUM5UUp5OEl0MTZqMytadExYWkZqaTNzNDhGL296d2srcFVpY3pPNjBSdXZkU2kzVk5SK3FId0dDN2wxYmhuUm83WEJ3djBwd1Z5eDJUVnVDN3RWaDJUNGt5bjMvRis2VUxHZGU4YzRjeUx5K3VPR0plZ1ZjN1dqZHNnOEFWVStlK2hVR3Z6amFEYmlzN3JIY0hBU0xKYU5RYTNXaWMvenhFU2x1dGd6WE1sU1FPR045cDZMV3ZkVzI3ZW50cmNmL2RmQWNHamIrdDBEaDFmYWRXOCtNZG4zbTF6ODZRVWkxa1pUZWRYQ25NeVJ5WE42d2JpYVJtT2E5a1hxZElWZXdWdWtiNFdycEYrVFVFYU16VS9Cb3pnZithQklKcTFGcmRiUnJSNnJ6VzFYM1JDMjBkWG5VYXJZQVdFV1dYUmM5ejFZMU5pOWpMZVA3eHgwZlV0Q3ZzcjZrRnF3dnQrOEpuNnFzVjh1VTluVkI0dVo1VGducnhxUkhuUlNvYVFsSDd6OXlCRUZ1WHFpY3BUNEJJWEtrc01iVGxRdERwcCtVbHJvT0Nma1JMZlNoanJqMW85R21YeURWU0pzTDVnOE9pT1QvTzJRS1JlcmFWRnNCbk5pVkM1M1JudG1MaEVWVCttUlBiUGdqR2tPM2VTc0l1dUQ4OWY2aGN4NVhyNVkwWmVwaUNPR3pwODRIU2tkdzRVSW4wcDk3bmlWcUVnTVhoNlo4TWg5aThMcXJKMDhPcVpockdJWmh2SWRZbEFOT0RZd1I0Tm5XNUlobW5rcVNudS9lOTdVaEhhcVNaV3Z6Q2ZZZFd0RWJqaVh2dFFMVlBsb05wb21Sb0VGcDNaRmRvQzhqSk1OYmxhOStNdFo5dHJxaHVTcFFmRDNwKzFlVWtQbnRMY2VlVHdVSlp0OERiVjN1YU5uOFFsVkR5UXBONGtwSDI5WVJnd2RsTld1TGhKVHZqOGVUVDQ4NTViQitReVVSS2dEOEtEc2R2R1RaMm56YnRpb0RqbmRtN3JWelY2NmZhSWxnZVVKYkhRZDN1b09ETEpYMTY0cHR4L3EvSWNRUFlyczNId1lBS1lNMXl2ZmJ6cjcwMVRIdmU0WDU5aW9GV0pyUjl2SW8weHdxNjljVmE5TDNCa24rNStGdHpPSkd0OENtOE84bUZWbzdkeC9kZmVTSTYxVTJicnhMKzFxOXZPZms0T2h6V2MzYUlzSDI0Z0hQZVNuN0drVHI5YjNFNGc2UWFPL3dYc3pPRGswOVZZRHBHampJbFk0dW9aQTFPR1d6b25idHJSQjZocjU0Nlo4TFpoWlVLS1preDg1dHU3SzNEOC93NWhLaHIzMkgyeDFkOWNVWjBHSlNSOHVXSVhVbkttbzNWb0ZSSEV2SXIyUzN3UmZWUDE1S1FrZVNRZEJCbGoyOWw2NlArTm5nY1pQbWdlMkJ6R2RlWGJ1aG5DeWVlQ1ZocDJ0ZHVVSk1DdTVtb1dZamFYMW50QXhQd0JXNWVjNHlNRkhQdGV2L25DbDBXVmIyV0E2MG50dC9XaDZvcUZjTEE2MGpIUjRHcjA5MVEzTTFzeGpIZmZvMVJ3UjNrUmY2ZVdhNmIxVTQrUUNZWDlPMmRFS0Nsbms2MFo2cHZUVy8zcDBnclNEYTIrZi9LTk9QS0t0ekowdWg1MXdlT0RmazBkcFZqYzNsWkl2bFN2RCtqdFl0TzRiM1VTcnIxeFdURlFwbnY4Yk1zVFBIODBiVW5qRGVPcE1oOEI2bHRTWUJTVVNrbUxrZkFEcGJ0L3pWYU91VzFaWE1FRUExQ3h6dWFya1pXWlNUcHBZcTBoeHJsYitvcW5VYUFvMVh1MGV2ZGt2UmhpY2VWcjRmRTQ2NlV3ZmNGOXM3NUlaRjFYVWJsekpSZWF4MTAvOGE0NVNwdXI2cDN2TkV1MjM3ODFuWisyTzd0cDJ2Ym1oNlNEUDEwdlVMZTg2T0VVUlkvSUE3Uit0QWRpVGxnY3F3L29BSy9QMG5kNldpdmVuMHBzZGpyU2UyVjllWDFIb0ozbmxnNzliQnlHNTF6UmVtQWNHVVBsdTlVQURuayswdFcvN2k1cDVkVVYyblA2Wlk3RDh3OFpYemxmVnpIN2tlZUgvN2k5YW5idFlrV0xIaEZqaXl2cU4xODJBQnVhbzZkNEV2Y09YQUR2Y1Z3QlhWRGNIakFYdC8wOVgyMUtnVlRTMktWR3FnaUFTT2RyZWwwc2lIWHpzTmxDQ1IrT3NqODArb3FwNDUxUW1kZkNtZERrVVZEVS9jcjhsdjc5NjFmWlNLL0trUmh6QUZmd0FkZkwxOTEvWWhON0lsalc2Qmh2Njk5cFpOVDZER3RhSXptaityKzRPbk81OUxmYzZWZFhlV2cvbTE5cDNiem1DdytxMytuR0xkclpNREx5QmRSMEQ3ZkxXenpSMXhJMHFOamsvNzR2WFhybTB1bUZrNGl4MTVlNnpOemM0YW9XamQrc1ZFU0hTMGJqdFVVYnN4S2trNjdidTJEdjdCcjJ6WVVCWXdYNDZFK0M2ZjlRdUgvKzNKaStVTnpWVk1FT1Q3dnJCRDk3ZTNiUHJmSTQ0N1JUMEcxcjhNZEhJdjltMGR0Y3B4MGRKSEl4RHlJVjlZM3oyeVk4dVFtMkIxZmZOOEtPUzA3OXI4MDhyNmRjVTZFQk5pZXpidEhyNlBPVXMzM2lhbFhOM1J1dWtQaHk1eHhlSmV0VGpnUUFEY0syMVpuU204Q0xnaVJNRlNYK09nRXlyOEg5N0F6YllYTTE3cjQ4U2ZJN29HVlpPbjFDUjhmWFI0NFVMRE1BemozV1ZwRVlGa0M2bm5BU2E5NUtXZUFvaitqcFpOSTZhTTVlUmJpOEVxaHlUbXhOcTIvdE5vK3l1dmJacE53UHlMMXk1OWRkZ2lFVzNZK0NubDh6OE9ueEtYVVZIcjNzcGFUM0xZTzg2T3ZheWpkZk8za080TU1UaG9iOXY4eXBKR3R5alFtZzYwaVJFREUvUHIzUWtoVXR2Sjl6OS9aTitYUjNTMmtTNElESUdQd2FkL2lPM2VmSFB1ZGsyTmxSOEpQZExSSXI4RWZDVkFPcnMweHc2V0RaeTJmcHc5TUpSS25aY2ZUM2pxeWNON3RsMm9xWEd0dm9qNnN5REFQM1NQOGQ1U2JUSC9mUUhKSEdqdWpPMGNXVDlxU2FOYm9EbHd0ZTgvZFdEdlUyOE1XMHdGckQ0a2dOamhYVnM3a0M2K0RPYVNsL2RzSDh3a2lLNTZ2SkF0ZTNIaXRQelJrTUdzaHFZU1FYb0JCNnF6ZmRmMklaOXRkWTA3allWL2QrRHg5OEtRWlIwN056MXo4N3E0bHFCZ01ROVl6OVBrS2N1MFlOMjlZOXVRR2thelZqMWVLSmdXZGV6Yy9LM1NVdGRoNFMrbEs1ZWV5ZTdVenF4eHc4TG1EMnFmL2lJN3kySm1qUnQyV0MrNGxPeHBteHpPLzZQMjFzM053NjlMOFlyMWs4a1JzOXBiM0I4aDB6bG1NYUc5ZGN2ZXdXdGJxMVl3ZUlIdzFiKzE3OXM2Nm1PeUY5ZXJoWXE0U3BIL1Y1a2FVbGk5V29aNndyL2Y2NnR2Mjdja2lxU3dveDB0V3djTC81WFZOZDJoRlkvdkhIZDhUNVJMVnZvZXh3NmtzbDhwbFlsQ2liNSs3NDJDd3ZERDdUczJaV2N1VTRTOXFPOVRaMmFLYWxuWlk3bTIxTDhiYTlrMk5EdGk1WWFGclBrZUVuUTAxckpsUkgyb2FQMkdXMGlJY3VYM0h5UGd2dlRMRE9BR0VCdTFUMkc4TlNZZzhCNGxjNE5DZ20wemc0aGhqN1hla3NhMVJZcXBscGxlbzB0eThKZXB2SFpEdVNhK05aYXdkMWJVQi9mclFKL3Qzck50dEE0blJlczNWRUR6YVhKRWdRNTAwTFhYR2RLcHJhcmZXSzFCUzcwK2IvTlk1MUZWdjdHYVNMQmw2ZGxKalk3RHUzQytxcTdwLzJMUWhEY3ZYL2oydVRHQ0FSWDF6WXQ4clNkZHVIVHhwY3JKMDFhU3RvOTI3dHA2RHVrYlJLQzlGVGRJL21tMGJtNVZBTHg1WU8rV3dmbDRwYXRkaC92MUVrTHdlbTRpL0tDK0lnWnZES1dscTUzUURCWDFHTjAza2pnYjdabDNqeUx2UjcvSUNvak1YYmwrSWl4VXhoTHlHNmxYWEZGUnExWVFmTTZNbkZjMytoOWpwZ05kYlpGRG81MS90R0hqY3Nrb1VSd2M2bWdKRGEza3UzcTFqUGJPV2NxZ2xUckpmM2NwcWZzcmUrYzhTSlo5NE9CUHRsNUVxck84VVByYzB6N21qUlNZRUZZZjFWcDNkKzBjR1F3SUVOeC80ZnJ4N1V1WFBocng3R0NGUXJDais3a25MeUVka1NiaS9JNDI1NmZJVkpBTnExWE1PT0w3UWZlaGZWKzd2bWpsK2psUzA1UkxuaHd4TjcraWNmMWtKcm5rd3JYZXJaTm5GRXlEeE8yeEhlN3dSeS9OWlNJbjFycjVwOUZWelF1a2hQMXk2Nlk5bWVXTDd0OTRtd1FWUTVDdnROcmYzZmJrNjFYMUc2czFjWjVVL0NxTDBOemh3WUR5R25jY3d2NEhvZlVaTmFCM0gzeHU5SkdPa21WcjgvTnluYzhJUnZ1QkhlNlFySXpLK25YRllEM3h6YjZCbHhmVWJad3VpSW84bVJqeENNZG9ZOU9kQXZTSlMwZFBmejc3OWRJYU55L2srSlVNRlJka1hWVVF0M2UwYmhxc2RCdXRTMVlERXBiZ1VpOXhlV2p4UlFKUG03emlqcG1ScVZWZ2ZkZ0VBd3dBVXdEOEx3Q0hBSXhaSStRdElnQ2g5TmZKc1RMQTNpWmhBT01BZUFCR1MzbWVsdjczd2xzOER3dkF2L3VJczdkZ1hQb2FtZDlGWXhBTDVCS2wyc0VDbExSc1QzVzJibW9idnQ2aSt1YjVncmxLZzE2OG1wU2pWdXlQcm5wOEJnbjZqUGI1MitleUNpRWpkWjk1a0RSclhMczA2dE54b3FzZW4wRXlLQWZ6ZWJLZDJlMnRtNzZGOU1pMUpoN2YyYnF0cmJKK1hYR2dkY21GbnQ2OXdGZUhaTXNWTjdvRllWYWZUSUszSEJ4bDVCMDNBd1lQS2FYL3BYdjM1c0gyek5LbGowYUNVTzR5TDZuL0hraWw4TStzY2NQaFVMQ2NBNy83eUpFdGd4M3Jpc2Ixa3lXTGoydU5ueHplcysxQ2FZMmIxeE1LUGtZQmZ0aTlhOHVvTmFWUVUyT1ZPLzVpSlpFaldGL2pLeGRIRktJdXJmbHNucS9WN3hIRVg4ZDJQeldrclRXenhnMVBjdFRIQ1h5OXZXM0xicVRiTWxvRUMvblNwU0dERTJUWnk3VHlmcDU5enRWMUc2ZHJ3djJCd2l1ZHU0YldKQ2l0Y2ZNNHBKZDRjZjhINFp4d21VajZnNE1pU3hyZEFxWDlXbTNSRVFtL1ZEUDNkTzBZbXRsUldlOFdRK2dsSGZHZmZhK2lkdTJ0UXZyTEVtenZlaVhyOHk5dldEZlRRdkE1eGRZM013V3drUTRlMmFRcnZVQTlQeUdjZTE5Ny9qRjMrSFdwYUZ4Zktsa3M2bWpaOGowQVdQU0FPNGZoVDBzRXFla01NMnMrRXg3bitKVmFZQ21ZZDNic2VYTFVSekZYMWpWSE5mQmg2ZXUvanUxSlpWRVdOejRTS3V6Slg2VUZmbXhKa1JNU05MZWpaZk5nTUtDaWR1MnRGdUZPcmYzOVZiMGw5WnJ4eTh4Z1hObDlUWE9rUkY1NzN2RTlWV3BlWFR3WjdNZytYbFhkaHZsZ09kQzFWNTVCT3RoRlVpK0p0V3pLQ2dhc2x1VzFzeGNLSVplVFFIZDd5K1lSMDVEbjE3c1RKSGxsV3ZOcGFZKy9WZnRaRHpTamRBSFExYXZsd3F0MzN1NGw5S1hzQXRmR2I4NU1HWGlQVXJEekdiQUJGcWwvUjVxLzlORUpLaEFyVWhza240L0ZVblBibHpTNnBjSVNFenJ5ajdkVk8vNWlBWDIxYzgrMlVaOEdFSzF4SndMV0xVUlV4RHFJRi9wMmQzWnFkbm50aG5JSXFnV3JuNHoxZU1HcWhxWWFGalJPUTBzdC9KY1A3OXg2cHJMQi95Q0FRdnRHMzdlRzN4d0h0NnZic0lCMWtDY3VuZi9aclpPbkxFYWdUOGQydW9PZDNvQjFmVEpBUjZIMm9wcTE2a3JLVjdJYm1UbDk2cE5LOFNtbE1UVkpvaVh6L2dFZ2N1dmNFaUxOQjlvMkg1bmdxUGxhaXQ3dTFpZUhwUGZsV2xhOTE2OWZURWRzcWJMQnF5WG1pKzNwT2VUUmh1YlBnWVY5blc3c0dTMWR2Ykp1WFZSb2VidG05Zm9OMmRjOWZKMUZQWFBuRXVRcVQrTWZ1dmJhWjZZVjV0NG5mWFdnL1NmdUx3Qmc0VXAzbG1SeDZ6WG4rcGlQRjZ4cWJQNDh0UFo3WmUvZTRjc0NyYU8rd29Hekx6MGQ5L0x6eXJTbHpuYTNQbmtLQU1vYm1xdkpvZ0pjdnZ4ODVyd29FdFF3STQ4RDc4VkRlNTc4UlhsdDAyeEx5bExyZXQvTDJZOVl6SkFzbHc0azFVdG5YL3BxM0hJb1Nzb2ZPcTl0MWVPRndzTHNxMG5aWHRHNGZoNVpQUEZxVnJwYjlBTnVqaDBTRHpHUUNPQy8xdG4yNU1uS1ZVMXpsUmFSeE92Vzh3eGF3aUV4dEJGUjQxb2k3Ti9IRUpUc1Z6OGU3WEZFU044STgvT2NUelBFeGZha05hU2VRV1c5V3l5a25LOURkc2ZFU000RWg4VFNnWVRWTVR5RnNyanhrUkEwSGxZK1AzM3ExTTE2RktXbHJoT09CSXUxMHVjREZYNkQyTHFqbDY0TlRtR0oxbStvQk10Q0ppdndJVTVxbGN6SjNpOUpPODhKai8rRXB1RFZqcllUWXo0ZTBmZy9oZ1ZnRW9CaUFJc0JOQUNvSHJiT2ZRQWVCL0RvTzNEOEpRRGk2ZittL1Jycmo4WUcwQVRnM3l1RytUQ0FOd0dNVnM4am5GNzJKb0JSSDdYMjc3Z1B3R3NBTnYwYTYvNG1QZ3JnRklCUk0remVKaEpBM20vdzM1aEJmdU0va1JZUllwSklOU3lTOFlRY2NaOWZkUC9HMjJ6aWgxVVE3TDJhUE5NKzJyMXlTZVBhSWtqN0lRVit0blAzbGlHQisrcFZUUjhDcUxpMzcvOW43OHZqbTdyT3ROLzNuSHNsZVRjWXN4b0N4R0Jqd05pV0REZ3NVYkNSTEpLMFdlb3U2YjdSTnI4eTAweFR3TmhPYjdFTlNacE8wMmJhVGpQZDB1bVh0cE8yU2RNR0wyek9Tc0NXYkF5QkxFNlROR1JqeDZ0MDd6bm4vZjd3bFpGc09RbHBPMTltUGorL24zNlM3eWI1YXJublBPL3pQSy8xVUNLclphSHYxcW5JdFZJVHpPY0FNZmxRbU8wRkFGaGVXVmVHeUNqVXZLTzFxTktZQzZUbFd6VFlsa2lTbjZIVUY0SGtrZTVtTGFIS0VBQWdHZVZIa2ZDVnJvem40OGovY0VacWtRQThkWGpmY0NFRzNCdjFLUzd4YVI3UnVtSTdLUlY1alV4TzJsWlFhbmVvdFQ0RUFKQ2txd0FuNmczdTFzWW83NklvY2E2Y2k0em1NR0pJcDdTMlJPZkE1Y3BjeFJpZENMYXd1RW5oWEsvaHluTEtUekNHNTlxYnRZZWl5OUVsbHBPd3VtS1BWYnJodHM4SUVNZGlReHlMQTlYWml1Tk5BUERHV1ZON0NrWWh5U0VYRTRoZVo3SnJmUVROanFpTklUZXd5YW1VdUFLNS9pU3pWSTVFK2Zwb204ZVM4bTNUa0luNXZYRHVkMHZGeWpSa2prSVpIdGdkYThOWXVucnJKQTBjbjJGTS9udW5IUjROdzdsR2x5Rm5jODd4Y3cvcERsekdtWDVnZEVlR0V2L1dYSlI4ZWtlei9sdXdyWkZjcVhtTTYvWll4bUJaanRuTE5NNldXMFN0NDlsUWlpcU51WXpoUnl4TGZmL1EzcDBqaFpOSm1MVUlHWDk5NkJYdFZRZkQwc0h3U01BZ0xQUWFVN2ptckZEU2FnZE44eEhDYzFHN3JOdTlVWGM0SWUvYytRdUhQTDJMcmdHbS9uSjA3NDQ0T3drQXl6Ly8wdmtPQUVNVkZCZ09UVlB1WG1SN1kxOVhzVDkvQ2RlME5RRHFVQ0l5b0tDZ3l1RUVjYU5GOGsxRm1LcXM4ekZqS1NSU3BKYVUvL08wa3Q2OHoybTZZOTRNUFhuQ292azNZa0loOEQ0Rkk1NE9CRG9pb2ozWUdBV0RPZExVQ3RBZ2IzQ1EzWFdzN1k1K3NCazFrOHdacHk0TVBiVXNzbkE2NkpnT3B4UDNvQVd2VndPWGRSVXFSUVRPbzUydGQ4UmR5SmFXYjUzUE5lMEdHWTc4dm5OLy9Mb29sbFZzTFZaS01BQ2VEV2E0cGJQdE82YzlsYlY1Z0hqWmFaUC8rOHNIdmp2bTRnbDIyQWdBemVCbjMyeXpzcWJtY0ZDOGM4OEx3ejlXWGtOek8rVVhJTXgrNTNDb3k1UkMxYmw3UjJ3SUhKYjZhc3FraE1PTXFUUUNlQ1AyUjdoNFRYVTJhZUFPTlRYK1l0bTZtbG1jWTM3N0x1TmlWYzVyYUNVTzYzUGgzdjdmUFhQZ3UrZGdtUGhZeHBDZjdOaFRmeHdBc0NSdzIwMmtwS3U5cGZIN2lWNS9hZm5XK1JKNFBqR1YydEc4WTB6Rkx6ZXd5YWtEZmdtVS9GVjNhK05MN29xNnBVTFIrUzZid1MxZVU1M05kWFZqZTNQRHR4TytOd0JZVWxsN1BSSW1oVnJIZGgzdytHdVdLMUxZM2Ryd1VvbC9heTRpVGV0czJua1FiRVpjRUdXRW1vZlpkUEFhbXNjbGJrRkpUeXF1blFpMTNQRlh0OWVZZ3N3cTZHaHBmR2owc2QzdWpUcE1uZmJQWW9qLzVObnM1L3BLSzJ0dVZxUWVETWFvSzNKek56bFJjOXpXMFZ6LzlhWGxXK2R6MEQwZHpmVy92SGdVZzRGbFZVbUxCWm5HWEozTkRjZnlWbTFPWXpvc0hodzYwNXh5V2RZL25RUHQzcDY0Z01ZcVh1S3lybVhBcDRZdDhkRFJjUWdvQU1BcHJweDFDRWlobHUxeEtkREwxdFhNQWhTRkhic2EvM1BQcVlJQUFDQUFTVVJCVk9EMmZuMks3a3BaRzF2Wkg0SFgwREtVM0VZb253cnQyWEU4ZHJuRHFRSW90ZWN1eVA2VFUzVCsyZmJtaGhINXA3dGl5eHhFbHNPVk9taHg2NHJETFkxdDgvS1h4VTNDTkQxOWtSTGlCMTM3di8wNFRPQi9DM1FBK0IwQXBOa1R1dlNZVzBxQzdaOEFnRFV4ZjBkN0pqY24yUFp2UlhiTTQ0VFZ3WGVCdXdEZ253RGdzemFaa2FqNi80K0dGd0J5QUtET0hwdHMrenNkdDl0K3p6NElBRDRBR08zdC9qRUFYSDJKeC93R0FNVCtycXdIZ0RHdFR0OEcxUUJ3T3dBOEJ3Q3ozdVUrQlFBd3B0WHRCTjQ3R0lOa1F0QVFBSUNHRlFLeDYzTnpOemtkRHZaQm9kVCtycjIzSnh4SHJRZ1k2UmJKQ2dad3JyT2xQbTVpWEZSZVYwb2FyZzQySmJaYTVwVGRrdVJnTGc4TnFLY2NxZnBIT3BvYTdnYjdHaTVKdW9JdGprZnpWbTFPWmNMTU96a3d0SGNzR1ZERjNmNjhyeExTbVZEemp2M2ovSnRZc3I3bU9nV1FIbXpaL3NQWUZjT1RONW9SYW1td0NUNkRGVThXZ2RQaEUvZkZoVGE3aldSMGlTLzI5Wm5mZWU3SjRRbTMyMWU5Z2pFb2JtOXVIUGQ3bWh2WTVHUks4NFBDTStmNStRZDdnbU1EcFpldHE1bkZrUWZPd2JrdEFQZkVFREpWZkVxU3VJYUlXWWZTamo4TThJQ0toaTRDc2RQQlBRM1I3d0o2S21zRFEySDEyTkY5dDQ5MHBjb3B1eVdKRTcrQkdGMEk3aG83emlrb01Cd014VXFGK1Bvb3VUdGtZR1lSY25WYWtmUVIwS0ZReSszeFFjdGVyK1p3YU10aGFPQkFUMXVXVmVJTEY0ZTUxblVzcm9Xa3daeHA4bG9sMVdNZHpSY240bTczUmgwbEZFVUd6TWZTazlPdkV3U2hydVo0ejM5QmdlRUFGSVY0K21RendMMXFpYTltTmhET2lWR3ZvTnR2RmlId1VoQ2l2WHYzem9Sa1FFN1pMVWtjMVVkQWlsL0doaWdXZUc5T1ZhWTVDODZkM3A4eWUvckgwWklQSDJ0cjZJZG84Q1UzUDlEUnRPTm5SWlYxcFVUbXNjUE5kN3dZL1o5Z2lsa2xRSHNxYzFKR0NTcDJxcjFsKzBqN2NuZkZsZ3lPZk5XaGxvYjc0S0wxOCtaemNQNW5QVTMzUlBQRGNFWEFXQ1JKK1VoQlI2SXNESUFxbmp3Nzc0dG5UMXUvbXB5dHJ4SVI3U21wNUJMT0x0YXd1ZTVNZHVwcG53T2ljNkVZVmVvRTNqc21DSUgzS1JCVU9nSjMySThkdHByalloRGVCcm1ZRk9WYkVYbi9zYmFkSTE5a25ZbTFvT0JnZHFvK0NSRkt6cDNYSHUxSndNam1sTjJTTk0yUjRnZENYV3J3Zk9jb3lYVmhZSE9PUTJrQkJYSlg1LzdFM25sUFpXMmVJbHdBaUJhR1dVdXdyZkcwMjFlOUFoQXF3cWI4eWN0dDlRbkpnS1hsVytjam84djdCc0pQSjArZW1lMWdZbEZmbjNnYzRBRlo0TDA1MWVrVUs0VkZmK0lhWlhQZ1RuWDJWQnl6VzFScFhDYVZjSkVVaEtqcm9aYnRJeFYyZDhVMzU1QXUxb1NhK0M5TGZUV3pDY0hiM3JUOVZ5UHIzVVl5T3RRcTA3UjJQWFBndTJmdHlmSnFWR1MyTjlVL0JjUEtoUW9GS2prVTBmODEwZXN2OEg1anV0VDF0UWhxb0NPcy9YVDAra0pmN1R5ZDhPTUt4Q040K25SbmFia3hIN2lZZGlhaVB3SFJGajZhZmtWSDgvYnh5QUR3Vk5aZUNRQ1QycHUzajBrS0xpbmZWZ2lJMDBNdERRK1grdXNXQStHU2RudGl2S1I4MnpRQ25qL1lIMzRhYkZsOXVsT3NVZ0tibGNabUN0bi9SS0h2MWhRRXM1UUplbUwwc1JmN2pja014UEpCeFg5MklYSWg0dTVkdE5aU2FuZlg3c1kzWXJkSlFySDZ6UXY5dFNYK3JibUVqc3M2bXJiSGtRSEZsWElGRVRMT2dIVzBiTisvYkYzTkxGMkhsVEpDN1U1SDVobzF4SC9SMDNZeFlIS3UxM0JsSlltMVNEQ1hVRDM4ZGpKN2Q2QjJQUkVWaW5EL3Y4Y3V6eSt2em5Kb3VJaWh0cWZBZTNNcXVWTGNacjg1WmdMbXZ0WklCa3QrUmlrNDN0bXlZMFFldXZUcXJaTmNRcml0aURnTUdxa3B6cFFyTytMSmdBelU5Q1VTWlEvVDliWGg4T2ttQUFBQ25JVERJVGNtSWpxRTFYL3M5TWxqRTJUQS95NVlBSkFQQUF2dHZ3a0FCZ0FnbW5KOEdBRGVIUFkxd2dXN1NoNEZBc0ExOXVOSDRPK1BLQ0hRWjB2NTN3dDIySlgwK1FEd0cxdmxrRERFOHgrSWJ3TEFTd0R3VTN2QzNHMi9scjhWeCt4amJnU0Fid1BBbmxIL1c1WTlLWSs4Qzd1Q3l5Ym9FNUZBQUFBdkFFQjBjRDRIQU1vQTRIa0FpUHFXNTlrcWtpak94dGc5RXNFWm8vcVlVSFQrblNGUkpYTkNEUkFCR0VXMEFXY2NJWkNSbS80QktkVWI3T3lwTVhZenNLOEpGb2x5cG9EM0RaaHhJWEpMeTdmTzV3NWFPVGpFYnh2dithZG5wRndGQUlPUWdxczdtaHEvQndEZzNsQzNWRVJvV3VjYnp6K1dVNWJqVEUxTlc2c1U2enh4WUVjY0dlQjJiOVRaMU93YkNQQmNzQ21Xakk4REZnZXExNktFeTRQTjliZVBmbjBBZWttb3VYNGtENkVrSUx3bzVmT3haQUFBTU13V253VEVwMnd5QUlzcjYxWUNVWVU2OWVZM3gvdmZscTJybWNVa1cwT0lMd3ZOZXFGbjExZ3l3TzJyemtmR2IxWks3T3hwdWJqZVhiRWxBN25UQ3dSWlllcDdJRm85THlyZjZsRUlyTFBaR0psRUZtK29jWk5VYng3ZHR5Tk9Majg5SS9rNkFCREJYWTFqeG1oRjNxOWxNcWVvVWh4UFdhVEZ2YmNsdmpvM0NKcWhnQVpJc2JiZ25wMXhKRnplcXMxcHlVN2RaNWxtNTdtSUdpZ05xS3VWZEwxd0xDYklyNkRBY0xqbXdJZVZJaDZyVENqMUd0T2xTMXhob1hiSWxjUUtKZVBIdTVxTk9GWEhzbXRxWnVsU2xJa2hiVTlYOE43Qlljc0R6NzNBMmJBbDJMMVI5MHpKTGdiZ2VRVGlHVGg3Wmt6ZUJZeE03Sk8rcUtSNkpoZ1RSSjFmWHAyVnpMWDFKdEJCeDlUcFZ3NUp1ZWRvMUdiaU5UUUhWMnRwaUQxYzRxdHpJeWhuTVAwdm9aSG56VEs5d1BoeFJtWTZLalRiVzQyWXNYa1ZKNDJ2akppd0IreHhvaUp6aGFuNmY5blRFaVVEREZaU2FTNFJJSzVFeEtlQ3pmVmpiQ1lGQllZamFiWmFGWmJoZlpPekhWZWFZVFBVM2Rady9ySzh3amlGcDhPVlhjYVE3bWx2SHI5Tjl3UXVEUk1YbVBjcGtHTjYxQ3FnRVBUNDk4cXJBY0dIbEtLRGgvYzZSNWhMQjAvNkNNUEkwMkZ3UkRnNnJrQWxIdXM1bUREVkg3UFRra3NaeDF3QjVtSDIxcW5Ec1FPa0F1L05xVHJwbjFBY1hnazFQWitRRlY5V1hyMVFBWll5d0FpS3lMNWdtM0c2eEZmblJ1VFhoazMxay9FbWRJVysybmxPcHVXYk1QaVVscHFzYzY2dUpHRTlHZlgrSkxzbXI1VUVMeUxIWkUxamM5N29HK3djTFRGakpKZHpvRERUMEJWc09UNGljOG92cjg0aWpSYmhTZjNCcFZlSE15VGlZcE1pZjRpMUdiQ3BzdFRTckZlNjIrNDhNVnlSTnNzWms2KzN0elkrQlhhclFVUytXZ2Z0dDdIaEwxRXM5dDh5T1RuSjVVT2twS0d3M2pSNm05SU54blFIZzNXazFBdG53NDVIcmJUTWFjQ3QwZ2lGRDBTbGhrcGpxekV5Tk1hekgzdHVDWEMxQ1BmL2Z2UzY0dlhHVEs2eG1SM04ycCtMMXhzemlYQm1lOGJ4MzRGTk5MaDBkbzB3V2Z2SStVeDFyQ0RTVGlESHRTZ2lUK3RuZWswbkpuOUJjdXBJbFBMclVzS2pRQjErcHNVNE96MDlZeWx3T2gzdGVSdUZFODFTRTgzUUZHZUdFNGd2T25XaEw0NndLZkdINTNPRUZZVHNyeDI3NjU5MGU0MHB1cE1YRHNIZ2ZuRHdYQW5zMldCOFcwYWNsZ1JGREhBbENldjN3YWFML1dwSHd4TzRMUUNLVmlIZ2cxMHhiSHp1aWszcHFUcS96b3BvSFFlSFlERFpPZm5URVdMdENXd3V5QzNMRHdUbk8xdnJSeVliT1dXM0pEbVVWaHBoNXJNbXVFNFQwd3ROaXNUTElCMUpWUmJUZWpUaStWSkVXbysxL2REdWYwc1pNTndPSkFJQVFDcHkzanI5UnNMV21oUDRINDF5QUpnTkFCbjJwREFOQUtJRDA4L1lrK2lQMkJQUDJJSHlDbnUvVndGZ1RHalMzd0ZSUXVCdnFSNi9CUURSZG1IcmJmdkEvd3Y4QWdDaUU2Z2YyNHFCdndjYTdBbi9TM2FlUUNKODlWMUkvY2RVR2tlaDFTWldQZ29BVVhWWlU4eXlINDNhdmd3QTVvNXptd2NBMGQvV2c2TklwZ244SGNBSWtnbUdMUU9nSU5LbkRZeU1nMHA4TlI4QnhiTFJwYmNra3JtdkNCanBwT25sakRBMUlzWCtXUDl5VHRrdFNRNmRmd1VzL3NkamJVYkNQdW1sdnBxUEVGQ3ZBdVk4RTliL0JBQlVIS2d1VUVKTmlyeWhQUWJIRm91cG1TbWZBQkNoV085NUZITHlsTVVFTElWT3ZqVldBUmY5SC96RzVZellzZ3NYZXUrTlhaNWZYcDJsTzEwTHd4RSs0djFlWG5uYjljRGdqV0RyenVkaXR5ME4xTjRwRkIzcGFPSUhBQUJLeTQxNUhIQWxTT3Y3NDNXYmNsZHN5ZUE2THRWQURSQll2WWQzOVl5NXB1ZVhWMmNoNXplU3FiNFhUYTBIZXlKTEdsOEpISXFIaUQwUWJjOVk2TjJjd3pRdHF6UHRlRnZNOHl6bENsT0hYblVjalIzbmVkWlhmNEFJWi9iMW1RbkNINnU0NWtwZHl4SG1pYkI2dEx2SkdNa0FjdnUzbFFCQ01tZWttMXdjRCs3NVZ0eHZxdHU5VVU5TGMxeWxMSGo2aUhUOWRYcEd5bnFRc2l2VzZnb0FtRFJYZmtoRE1Tc2MwUjZJanZ2YzNxOVBrVTVSWkhHeFgxZm1WQXZraFZDekVXY1hMUTVVWnpQQjh6bG9yVjF0eHZtaXlxMXpDV0Y1ZjMrNHcrN1FoZTRwVTViYTE1TkJpOHhEd1lTVzNDcnVZSzVQa0JRdjQ1bVRMVkhiYUc1Z2t6Tk4wOHJSRExmcGpHWXB4VjQ0R3RQWnFpUkpmVVNRZVJ5ZDFud2lrVHIwMStjUFJja1k5NVNaU3dtb2QrZzhmNFVCeXpuSGUrUHNrS1ZYTDF4QkRNOGMzcWUvQVY1RFN5TGx0aVNFWXR0cmVueG1BU08rVmlFZDZHZ2FTd1lBQUNUUHRnSUs2S3hUY3kwSlcrcmc4RmdkQUJuRUVnSm9XcjFIVHcyOU5tYU1QSUgzamdtRndQc1ZoT2t3VEFRQUF0TUJDdGh3b1FQUTQxdjlhU0k0MDJWUFlnRUEzTDY2RmNxS0hNQnpGODY0cHVnK0U4ekh1dmZjbGFpakFMZ3J0c3htbkhrbHlZY090OXp4VE56S0FzT1I3QkpmUWNWZWJXL2UvdWRFKzVmNmFtWVR3elVBd0FjajdLRmpiWGYwRjNpL01SMlJOa1EwOFoyakxZbWwzbTZ2TVFXNXluL3pmTi8rOUFzWk1tV084Q3RoN1JxV29sZng0c3E4cTRXTUhBY3R4ZEpRclQ2MGEvdW9Qc0JWM0JOWStCVmx5c2VJYTdPQ0ViYmJUdW9IZ0NxZXF2TlZKb1pEM2NIa2NJbGZXMnNKOGZ5UnZTTytjWFJYZm5PVmtJSU90KzU4SGdDd2VQM0NZZ0I2NDlDdTRiOUxLK3M4eFBEVGtSTXYvWE4zOTMrT0NiTExEV3h5SmxQcUJsS1FkK0hGQzl0N2VrWXgzbDVEazhJcVo1eFplT2JrSDV5dVRKY2pWVjh4OEtyKzRMRmpqU2FBd2R4KytWRVUxdFB0YmQ5TzBCWm0rS0tCdW5adlIzTzlkOHpLcWlxTy9jbzlaS3BENEFYR05MRmNER2x0OE1BRE1xZnNsaVRTdFVCSGM3M05oaHVzTkdCZFRZQW5nTVNLanVhR0h3RVk0S25VUDl2ZXZQMmVNZFcvWWFYRXAwM1VXcnFiakRkeTEyektacWhtSGRwVi8rREZqUXptQ1poK2t2UlN2OEsrU1M3cjg4SG14amdWUllIMzVsUkUvVXVNMUNFNmRlb3h0M3VqRHJvb0lZcy80OElVajlEb1ZIZHJ3MHV4KzVSVTFPWkxVbjdMNHI4K3ZQZU9jU2MxeS8xMXl4UlFuaFRzejExNzYwY0dMVGxsdHlSbFppUmYzZEhjOEZPQUt1N3hML3B5UjB2RER4SWRvMmo5TjNJSldGNS9mMlJrdmRkcmFBTXVlV05rS05JbVRyNTBNbWxPL2xmUGhFLzg4R0tWeEdEdVNuV2pDbHU3U1dkeklrdzcxTDNuWW85ZkhKYU5BekFIQTJVQ0tDRE9ULzhqZzkwbThQOEdKOTdGTm9ud2Nmdit0SjBqOEhiNEN3QWtUREIvRzF4dTM3LzBEdHU5RXg0QmdQc0E0TlAycEx3TkFCNnpwZllMN0cxSzdQdlpBSERycVAxanh4TTNBMEIwb0tvQUlLSGFhaHpzc0MwVzZ3SGdCL2J6LzYxNDFUNVBvOVBMeDRQRHRvT1lBSkN3VmU3ZkVSb0FYR2RiVW1MeExRQzRBUUI2QU9CYW05Q1l3TjhSaEpqRTdGQkJRSXhvTHRkd0pmcHE0d3FtMU5LT3B1MEppYkc4Vlp2VExHVldFcUJUQWg0K0VoUG01blp2MURFajVXZlNITnJhdWU4N2lhNW53NTJIa0Y1QTBJb3ZuR01Qdkh6UUNKZHVNS1pMRUhQd3pNbTl4NDdkS3p5VnRkZVNVbitPblN4SFVWaDRhNHJHMmI5MERQSFBRZkRlaEtxVzNNQW1KeU54YzhTUy96YVNLZzhBQUFaTGRvb3lBdXZJc2JiR2ZsdHlmNlZTN0lWUTgvYmpzZHVWK01WWFZEajhRTmYrdXc1R2o2bEEvQk5aOE9OUTRvNVZBR0F3eGtVcEVaUEVLRFBVM1BpblJGdWxhSnBmQVIwSTdZc3BBRlJWY2EzWHRZWVQ1QTBNbnI3ckl1bGV4VFduWXdrTnlpQzAyR3FCeXExekNYUjNzTG4rRjdIbnRyaXliaVVBZlNqWTNQRHBSTUdtSlJWNUM1R3c2S1dYSXp0UFAzZVJ4SEZYYkprREFET1FRL0dBMUgvNFRIUGpHTnVVbWp4em1TTDU0dUY5RGE4VnI2L3hJTEVYMjFzYjRscEZGMitvY1lQQ0pZZWE2Mk9zRkZXY3U1eHVTNXJkVnBnemw4N21CbmMzeE9ld1ZGVng3T1h1TUdkZG5idU1YcmQvMnd3a1hOYlIwamd5NlMxY2UrdGNRbDZJU1AwZFRkdEgvMTZNd0IzSUt5ZUZHR3pkR1VkZ1RxYlVFaENpUzdoU3BuSlF6dmFSOXQwRzh3VGdCaG14bnREUnhVRVQ2WjI3ZDQ0VVJBcDl0NllnaWh6T25HMnVkUEhaam1idG5saDdoenRRZXprUTVIWHVhdmc1VkZYeDBvSDhHeXhsSFRyYWVudTBNSWpMeXFzWEVHQWxJM1dvYzFkanJBVVlvcTloZWFXNW5pUzlBb3l5dWFLTzJNSWlLaGlNbGtVUlFjbEkzeXV2eEN0Wkp2QTNZb0lRZUorQ0FOS1lyUkJBSWowMzE4U2VIb0RpcStvS0NXRk9zTGwrcEFLMWJGM05MQVJNUHlPU0QwK2VxcnVacEZlNlcrODZtZWk0YnYrMkdRQ3NTaWw4UE5UeVFod1prRk4yUzlLMERQVmhSVEFZYW1VSldlZmlOZFhaa2xFNUl6RDcrczJIbm52eXp2NUNuekhWd2NUSGdLamx5Q09KeVlDNTNxOWxTb2NxMXBGMW5qanczU0hQK3JwVmd2REZ6ajEzWE1nTmJISk9ZdWx1UmZpU1p1bTlGcW1pTjgvM3hmM1lEYmNmekY0aEJUek5ORzIyVkt3eldwMmY2elZja3gyaVFxTHM2VzVLZnIwa0lMeUVkUHBJUy9RaVhjVkxLaGN2SmlVY25hMk4rOXp1amJxY25MVWNHV09oNXZvT0dHWm1GeEhSYW1sRmJrdEVCZ0FBcEt1TXF4U2pTZHlTL3pxYURCaE9wRlZYS1dRcEp2QmQzY0Y3TFk5dm01Y3M3RHAyekRBTENneEg4cXhJcVJKNHRIMmNKTmhTcnpHZG5OYW5Cc05ucmhtOXJxREFjTGo2MU5YQTFiT01tLzBlVGJzYVRkRWRiR3M0RHdBd0l6MWxsUkxtWTlGdGt5K1RwVURzVFFUUVNLbURBS0NLSzJWWjJJeTBqU1lEQ3J4R2FvcExyUmpDU052UnBvWVQ3b290YzRqci9rUGh4MFo4ZFc3M1JwMWxXYVdXeEFzS0hHY3pOV3ZkYURJZ2I5WG1OSmZEK1RFa2VlUkN2Mmlla1RhVGVwMmlBa0dkbEVKTUE4YjdEemMxeE1uYkN2M2JTampBMVFUcTBjTjdqNCtyREZoV1hyM1FRdklBc1NOZGU3ZGZWSzFVVmZIcEY5SzhZVXZzQTZqaW5zcThOVktHSDB4NERQK1d4UnowTHlyQi9qVmF6Vm5zdjJYeUFJamxwa243ZFpBUlBTZHZ3MUNZMzN1UkRLamlKVDVaQkNSZlJBZGtjS1d3czRuSFZtc1lJS1lCQUpDTXZJeUlpd0dCMHVhdHpTeGNsajg1dHZvd2dmOHZrV1pQc0FFQWl1M2IyNkhsUFJBQ3krejdoT0d0bDRoYmJYdURHVk5KLzJ5Q1NmbDhXMzQvSHI0VjgxaGVJaUZBQVBCRkFIZ1dBRDVnS3k4dU5YdGhGUUQ4OFIyMitTd0FKSnlzMkprQ2Z3Q0EzWGJ1d0x1RmJpc0pJTVlLa0doWkxINWdxMG9hWTVRWlZmYmpVd0FRc084bjhQY0dRVElCY1VRRUlqRDE4K2RWaVg5ckxncFJKcG44WHFKZFZnU005SWcwVnpCa1lWTDRTckMxZnNSUzZiN1dTQVpUZmdxaytMZk9mZDk1SmRIK25zcmFoVVNVVGNDZENxMkhldzd1N0hWWGZITU9LYkVFaGZWa01IaXZWYlIrVzVFazY1WE9scVF4U3N2UzhxM3pRZWRmakNqdDFrUXFSaGp1OXo3VlFlcG1CUHAxTEZreG5NK2sxa2hRSjdwMjdYZ0ZBTUJkVWJlRWlQY0dXNStKYTJWWVdpbXVrd0J2QlBlbnRvTWRmcWhUMGplVVVuL28zTk00cHUzaE1LcTR4NmZXS1FhSXBGeDA2bVRDQ201cG9PNUtJcG9WdE5QendaYng4LzdVNVF4eGlpQm9POWIydytGeG1IdWpYcHFWWFNrMTZJbUdEQmNIcXJOUjhmejBDUDlWN0hHTEE5V0xOSUJWNFQ3eHo0bklnQUt2a2NwMDZiY0ltbUxKZ01WK1l6S0FYTTA0T2djRzJkMkpWQjBlbjdHRXVKamMyYVR0S1YyL3JZaVFKclczMU1kVnlZdlcxeTVnQ2l1bFZMRmpwMlNhTW5XdE5PRUZjT2w2aW1RYjJwdWZqY3NzS1BUZG1xTDNPcnhTd2ZQSFdvdzM4OHVyc3hScUJTYXhxUFVRUGI1dGk0SHhKU1RwZFJQRG85dGJYendINjJzOFNMQllNaEYzYnR5QjJzdVZaS25FU1NHS0dlMU5EVkd5QUlzM1dDVkswZk5NQnhOQUxCNklhQ05LdHJ4Vm05T2M2QXhJUVVlVVpwV3JpSDVmYklCMmNhQTZHNG1XdHpjMS9yelFkMnNLNzB0ZUtVWDRTTmVlTzBmeUhFb3Fhdk9aam41U0dHeHYyZjRZakVFVmQvdk5aUVQ4TEhEUU5hVUdEN1Uydmh5N2hTUVlpQWxUSTBDU1k0OHpnYjhGRTRUQSt4UUlsRW9FR2lLQ0FuSlk0VEN6L2QwZklCbnZxOVNkek45dlduL01jdXBsakZoL2V5dFAyTUxPN1RXbUFJZ3ZFTUdUNFJQc3lZdlY5V0ZNeTBqN01DUEZCaUxhZllsUzlXZTZqV1NXckc0aUtmOUtaMCsxUEJlOGQ3Qmd3emVtYTBwOEVnazYyOGRKVkMveUdwbk1vZnlXYnJaMlBYTDd1UkovM1JvbGxkWFo4dnhSQUlCSk10MHRGQnM0MWR2Zk16VTk5ZHBlUE5kODRzQTljWDQ1TlRWckFTTU5PSmRyd3BhNC95SnpXTVd6WFdwVlJNRXozVTA3WHlyMjFhd0Z5M3FqYzgrZEl4ZXNRbC9lSEs0Z3RiMjFZVCs0TitvMGFjbzZ4dFNMb1piNkhyQXZzSXJZQjBqSmgySVRhdVBPWGFEMk9xYmdNbVZaRHg3YWUwZWMxTDdRZDJ1S1V1SUtZTGhZU1BwMWQ2dHh3dU92K1NDUS9tSnczM0JIZ2FUWjVoTEdXYVJqVjJQQzlvVUFBTW9sdjRDS0hycklpbDlFOG1XcVhCRHJORjg2L25weXpxTHlzQkJQSDkwN3pMNTYvRFdmSklSRDBVUmdWNDVjcWtqMk1RVktNbTFhaHVub2RQdTNYUzBsZiszb3ZwUXhWVVJYa2xnZWtmQ1hvNjNmZnFsNC9lYVp4UFNDc3hIdFA2R3RiV1N3Z1ZPbkxRRUNxNnU1dnQzanI3bXhyODhhRmN4VnhWUFRIZVdreURMSi9QMXpUOTQxa0ZKWmM3MEMyY21KVGVZYWs4R1d4amo3U1VsRjdTS0djS1dRK0JnNys5WlRveitQSStlK1lzdFN4ZGxDQkl6MHhxVDlBd0I0K2hkODJqVERyVWZiN256TFhYbGJGYUVLZGU2K2MweEZ4ZTB6OHBHclQ0ZUYvTTdSUGQ5NkZhS1ZISmEyWXNnVUlXZUtvdzh0OUZKNDZJbGpiZDhaT2YrZXlyeGNSRWhWRmo4TGpDNkxuTkJhWTc4Ymt5Zm5EZy8waVNJQUtNRlc5S1FrNVZ3OWFFWVNKYkZQNFA4dmZNNG1CY2lXakkvK1hmMFNBRlRZVXZsSDdCeUNTd0VEZ01YMjQ2dEdaODI4QjV5MkovOUg3U3dFc1AzM1VabXV4MVk4OU5nVDJWaG9NU1JCcloyeEFPL3g5ZlRGSlBIZmFVdnhMK1U0MnR0WUE2TGp5cmZ6N3FOOWY2bEtuNDMyTFJZMzI3ZnhzQU1BMWdGQWpVMmVQR2gvSG9ac1pVRFAyK3c3Z2ZjT1JNUmt4T0c2STBPS3BPZXNTR0tnM3lDNSttM25yckVkYnZMTHE3T0VqS3hoRXM0UW82R2dxY1dOZVdSWTNzUzRlaXU0dXllaE5XalpCbU1oa2lvaVVFTTBJUFozUHI3elZLR3ZkaDV3dWNDVTRVZTc5OXcxNEFsVXIxS0tXQ2lTZEdEME9NenQvZm9VcVdzM0toQS83bTV0VEZqMHlWdTFPVTFIOFRHbDhFK2gxdmdKcThjbFZsc1I2K1RoL2NQSzBPSU5OUjZTa0JSK0ZRN0dYbjg5bGJXM0VMQTN6NGJaZ3dDR2NsZHN5UURtK0FRSjlmdk9QWTNqMnA1S0EvbXJoV205eHBrelY4ckJqczRFbG9MU3l0dktRZEZhazhKM1JyOWZlYXMycDJuSnJsSWxsRU1odnNaT3Yza3N1czR6YmJxWGhIZ3A5TWhGRWdLVmR0VkFmNlFwOUdURHlCakY3ZDZZak1TclVORXZ4K3VJbFp3a3Y2MU1jWC9YM3A2UkVMN2NGVVo2RXFvcUFzV3R3WUg3ajdYZFBXYjhWZUtyYzBzVWs5akprL3RMcjg1ZXFhVE9nbUhjSC92N1VPeXZXOFk0YlpCQzdldmFyYjhJZG5HR3BvbDFnc3d1cDZZaldMaG9LSlAvTXZaY3ovVWFMZzNnS21GWm5ZZjNOYnhXNnYzR2RIUnE2NlFaZWVRWlc0V3h6RjlYUUtneUdlSWtDWkhIeGl2NGxaUnZLMFFPSDVFbzcreHN1dmo1TGZSdXppSENNbUtzbTRHWTNIR1JESUNpOHEwZUVxQmJnRys1R1BlZVEvWklUNVFROFhxMUpLZSt6dFRWa3d4NXZxWmtSNmpOdUJpYzZEVTBKTE9FaU5vQXFyaVRKM2tVcUplRGUrNGNLZTY0SzdiTVlUcGVUVW85Rmt3WUlBaFFVcmxnTVNKUHNxUWlwa0NGSmoxL2NQUnZyeU1wSjB1YUk4TnpRc0QvN295Yi8vV1lJQVRlbitCQWtJa01FUUFBQWJWd3ltWGFWQkEzQXVDTGd5UkdmZ3pjZ1ZxZk5NWFRxUnhuTUZKNHFLVWhvZWQvcnZjekxuQ2ExeEd3OWxCcnc2Z1dkZ1lyQ2FpUGtTU25RdlduUk94b2J1NG1aOFpVdFJWSm5RdnUxdjhFY0s4bzhONmM2bEpKSDJSS3ZkVGUycEN3N1V4dVlKT1RTK0hWdU5ZVWV1VDJYcmV2T3A4NFpZUmFHdjg4TE51djhRRHhwQXlUSGRJeVU3ZTFOOVdQYVRsVlVHQTRPTWgxU0xKSHMraS9PdlpkbEJHVitDK2ZaNUxzNjI1dGZLblFWenNQR05ORHJZMGpmcTY1M3MrNGRJYUI5bWJqaHdDQVM3T3lMa2VOdng3Y3RXT1lEUERWekFiT3ZxS0UrbTNuN3AySk9pbGdpYjl1TlNPNVNFbjU1OWcyUENOdkZ1a2VRTWl6bFBuSDd0WTdYaTRKMUt4VVNwME50UnBIQVFDV3JOZzJqVEZjY0doWDQyOFRITjlPWXAzNll3bHdYMmZyanFPajEzc3FhL09Vb3Y2dUZ1UGxFbCtkV3pBNmZiUjF4MXZSZEYwbHpJN1FuanVmZ3loRHpXZ1dFYlFEMHo3YTJiejk3cUwxMVZmb3hQcUN1NDFSckxMQmxtOFFHNVJRTDNlMzduZ0p3R0FjMWJLd0VLSFkxa3B6dllZTFNPV3JVMi8renJQaE51UE5jMzEzakU0NzlsUmNYZ2dTRmtlaytzblJ2WGNORkcrbzhhQ2tWNFFZR3RJY2FmTTdtaHJpRlI4Vld6S1E0N1hBc0xPemVmdVlsak5STEZ0WE00czB5T1hFTGg4TW4vbGhUOXNQSXhkZnUvem9vQ1lmT2RxVWZNcFRXZnVCaUdKSGpyUnVINk15S1BUZG1nSW9xcVRFL3hQMXk3bmRHM1dhTm5VakRBNzg5aWlrblMreDVDY2lsbW82MnZhZGtXeUQvUExxTEFUMEN4Qy81aHFyQ0RZM2psTE5WUEdjd3V4TmZXODlCUVFZQmlJQ1JPRE9qSHhMOU5aT2g1a1hFcmJtbU1EL1JLd0VnTHNUTEMrdzczK1pvRUxmQUFCYjdjY0lBSThuOElGSDFRTk5DU1RqN3dZTFlnTHVzdTBKZThKQjF5Vmd0TGN6dG9yK1Nac1FPSkhnZkxoaUNJRWYyK1RDZTBVZ1p1SytGQUErQmdDWEVoNzE2RGpqbXlwYmdkR1g0UCtNUlRTejUxSUhuY2NBSUJwU050OG1hWjZKeVk1WUFBQnJSKzN6aXQyUllyZHQxZmlhZlM2dnQ3TURKdkNQQVFNZ1Y1VDdJV0F5ZFZMZXh5SUQxbjhrbWxBdTlodVRrMEN0VmxJOWh6cGJIbXplZmwvc3NVcDhOVlhJSVRQWTFQaVRSRSsycEh6Yk5FM0t0Ukx4VlRTSHE5MkwvY1prVG1iK21hSFg5Ny9jOW91d3A3STJENlJLRDdYdUdOdXh3bXRvNkpRYkZjRCthSHZoUkVoTjRlV0U5TmRRUzBNY0dWRG9xNTBuZ2ZIRFUvN3lMTmlCZmtRd0k5UlNIL1A5TmxqcEJ2a2hVamg0c1R0UEZVZnUrQ0FTbkdqZm80LzcyMUo2dFRGZkNLR0R6bk9KekJPSmlpdUYzczA1UUhMVnFZaSs4K1cydThMUi95dk5KZFpJaXdZMGp0TmlyYW9sL3EyNUpJVVlDY1h6R3BvblNYNVZEUEZmeEdZMkZCUVlEcFl0Zmg2SndHM2QreHNTV0tjTVZob1FueWRTajRYMjduejg0bjVWRGxlbXVCRUJMdXNZcDF2Q3NuVTFzNUJUVnFpcG9iVzBmT3Q4a3VnSUs2QzlpZ0FBSUFCSlJFRlVObityYmZRMkhHaTFVdkJjckpYWE5kTXFZUXBmNkE0bnY3bmNJU3E1a2dlT1BkQVFGL3c2U1pjckdLTVhRdnNhWDF0ZVhwMGxHQ3NMN2FxL1A3cCtydGR3Y2JLS0NKZ2wwUHBkNSs0N0U2cUYzUDV0TXhoam4ycHZhb2l6Y3VXVTNaS2tPUjBCb1lidWR6R25UNTQ2TlJLa3ZNeGZ0NWlSbW45ZWllYkozUG1CanVaNG02N0g2UzJSTFBJQ0R6dm1FVlBuMjJQeUJnQUEzQzVycFpKNEpyUmJmOHRkdWZBS3BXUmZzR1hIeUJpc2VMMHhFN2o4aXBTME85U2FtQXdvOU5YT0E4QkNrcUtEQVo4WjJqTjZmZ0pRdks3bU1pbk9mTHp2VlBRalJZQVVyeEFvS0RBY3g0NFo3elZVZHdJVGhNRDdGTG01R3JKaEdUSU1qeVFkMHliUG0wYUQ4aUhsNHBrcDU4LzBndjBsUVlCMFJld0NRNzd3OWQ2K2hFbTRBQURacnB3TkFDalVxYmZpMm5PNDNSdDF6QmFyUU9Fa1M0cld3M3QzanFtdWxwWGRraFRKVFBzRVNUb1JiTlYrQW1DbzNNQW1aeEpOQ2lDU2RkclVFbVlOQUFDbXFZdzFoTnJSZzAzRG5pZ0ZMS2VQTHV3ZWx2RXZXRXlTTWdhczB3ZVZjNG8vclBpL2pUN0FZcjh4MlFWbUpRRHZGSWlxZlYvRHlFV21hSDN0QWlESXMwNW9yY05XQ0ZVQXdub2l5aXk2L2R0bUlNRDY4ejNuZndwZVF5dHh5aklBZ09DdStzZkI3aFpBREQ5RUNuZDE3azdrYVJxVzl3RmhvWkM0dTNQUEhXT3ErOFcrbXJXY1lhNUVPbmk0S2VsNG9hOTJMaU53ZGJUMFBBN1JObldNVjdRMzFmODgwZkZ6VjJ4S2gwbVpuMERBQnp1YnhrNk1DellZMDRuRVpRTjlrUU9leXRvOEJUaWx5KzVUN041UXQwUkU0RlRYM21FMVJFbjV0a0xna010UjIyT1JyQXcyYi8vdXN2THFoWnd6Ykc5dWpKTnA1UVkyT1ROQmVnVGlHNkhXSFVmZDdvMDZUVldWeWxJOXNiNnRVbC9OYkVCUkFlRklFMDdOcmxSbTVMdWp5WUNpOWJVTFVNY3ZXQmJkZlhUdmpyZmN2dXA4a0R3TlViM3UwbEo5SFUzUDNSKzdmYUYzY3c1eXgzVkk2dmpBb0Q3dVp6YS92RHBMNDFoS3lKSk5aUGRmVkU0TWR6R1FRb1NPN3RwNTB1T3ZLUldTL25wa3R6Rm0vcjMwNnEyVG5GTC9HQ0Iyd2NrM2o4R0lQTkFzMHlMeU4xTFR4SEpObFVkTXRmdG9ETkcwdkx3NlMrbmErdGRPOFo5TW00cFhEbHNTWWxCVnhVc3U1QVhFMEZzcE1Lem9pWkQ5dVpOaTRDK01wUy9xZDhxa21IVHhDZnpQUnFZZERqZ2VsaVpZWnNRa3hJTWRrRGY2OTNXMmZUL3VBUDhkTUZyT2ZzM2ZnUkI0Ti9oSFoyUkViVk5uN0M0QXRYYWJ2NytsS3BRR0FOR3VJZDk4aDVDKzZOam9VbVdwKysxd1FyQVZJVmZaWFEyK1ppLzdUQUpDQUd4bFNMbXR4RmhrNy9Qd0pUNzNCQzROREltY01GeDNBZDA1YWI0UThLdEVaSUE3VUhzNVNiRUlDRTl6blhMYm0yTEpnQ3BlN0Z1NGlqT2MzOTVVUDZZckVFVHRkSnl0QWNCVGlpSnZodmJkOFdLaDc5YXBxRVNSUkRQNGN0c3Z3b3ZXYkp1aEZNenE1WDFqSmtSdXQ1SE1uT0tMeE9ENXpxYUdjYStaeFpXM2xRUFFuRkR6czNIcW5lSkFkVFpLV3FMQ3ZZOUQ4d095ZUYzTlpRUTRzeGN1eENuOVBENVZUZ295TzhMc3AyQlBSb2RiLzBGcXBOLzZFMEI5d3U5ZlljRElrY3Bhak1ET0kwY1pmS1JoYkJzOHI2SHBEbkc5a3ZoZ3RPQ3cySC9MNUNSbXJpREp6ekNHVTFMQ2JFVDk2cTdZa2dIZ3lETUh6S2NBRERWOER1QUtpNnlIdXRycVI2clVSVjRqa3p2RnAwSFJEN3IzTno0MzVua0JvTVFudkFwQUcwM3FKK1hrYlVDRXpQYm1ob1JrZ0x0aVM0Wmt2RUFPc1VQRjY0MlpDa1R1VUZoN2F2UTJ5Rms1b0RvYmFtNGNVUVdXQkdwV291SkpwaG84NGs1eVhRTVNEbzhPY2k2dXJDNGpwYXlPNXNibjhsWnRUaU9ORnhPVEl5cElkNkQyY2dTNUNvUjZVVEhxaTYzNng3MEc5MGFkSWI5ZUFQOVovQnFEemNpVXk2V0VrQU9kbGNUMEo2TWhoRVdWVytjNkFIUGs2Vk4veUpveXRWeEZXQndKVmVJM2NrbUZNeEYwSnpKeUJWdnI0OVNaSlpYYkNsSGg5TWhyenoxY1hKbS9nb2hocUtWKzVIMHY5TlhPWXlnK0RLU2VDTFh1R1BPWmpyNEdwbUN4Tk5WK2gwUFBId2l6TVFSb29hOTJIZ2QxMDlENU4zNW9XOGdBQ0VqaFJZWEE4dkxxTEtsYjYrQ1k4ZnRFNnVZSnZEdE1kQmw0SDJMbVlBWUh3b3pvMzBTZ0Q3MzExS25PeDNlZTZ0cmQ4RUl3ZUsrVkc5amtaRTdNQTRJakRpZjM5dmVITzhiMnFCMUdTV1hOOVlwZzlrRDR6TzlHcDhLcTdDd1BFQzVCWWUwNnZIZm44NG4yTnpOU3Y4Z1VoRU1tL3htQW9jQnJhSm1RK1hGRXVTRFNaejBZVzAyT2Y5NjZUeE9LbmxDTDBRTmVyNGFnVlF6Mm13ZDdtdTZKdUgyNUM0QjRSbWZtQzIxSmpza1ZFWkxkejdRWWNTRXU3bXVOWkNlYXBWTFJLNlF3ODF5WWQwWUhvaVgrcmJtY3FZVm5UVzJQTXl1U1FZVHJOT1o0UEdoTHJKYVhWMmNSUXFGSjV1OTdldDRVYnFlNUJzQjZJOVF5VEFiazVnYWN5VTdINTVEZ1NMQmxlMXVpMTErdzRSdlRnZkNEeEttamMzZmpHRHVFMjMvYlZRb3dIUURlNklYZXpyS3lDMDZkTWMrYkZ3WU9BandnM2Y1dE0waHpMdEw3K244OTNnQTZjM0xtaHdqd2pmYW03V084ckl2OXQweDJTWEd0QnRyVHJvemtHUUNRMTR2bjJxRE5FS1grdXNWS3lhbm1HODhlaG1pb2kwWVpvZWFHUDFpa3lnU0xQTFZzWGMwc3p2bkNDOWc3UmpXU2JxVVhTK0RuUW84TVN3cFo5dFJyRlpsSFFuc2FSbVI1eGVzM3o1U01DclRlZ2Q4b3ArNGVHRExiZzZPQ2hKYXRxNW1sY2JnSmhMcTlhM2ZEQ3lVVnRZc1E5SG1JNm5Va21FMm5ULzBtVmg2M2JGM05MTTNwdkFLUWhoalhIeDB2Z2JuSSs3WE1GQTJ2SnhSaEpkU2hXQysreDJlV2s1UkR3ZGFlRnp4K281UnhVRjJXWTR5eUlqZGdwT3RDKzVCUU1ueHFpTzBPQnUrMTNPNk5laEl6VjFoa3RoK1NCeTRvemVrSkkzdm04TDdHa2JDeG5MSmJrb1RHUzhPVzNEOWppcm9LVE91Vm8zdDN4RW4wM0gwTHkxQ0R5d2Y2WDN3Y2h2bnFJUUJrQUFCY1M1NUZJRjdwYUtxZklBUCs5MkMvUFhrZmZZdCt0L3lqbGkrUElRbWlnNXk1Q1k1N21YMy9YZ21CYSszNzZHLzNKMlBrN3U4V0x5ZTRMUnhuMjBzOTludEJla3htd1Zkc3BVRStBSHpvYnp6dTkrejJncDBBY004N2JCdTFFeVJNVWY4N1lhRk5mRVJ2eTIzQ0lteG5JSHgrMVBwTHlUS1l3RHNoTjVjcHdCSGJpQlI5UFYzbno0NVMwVlh4NHNycU1vVTBpNU02QVRvbUQ3eWl0OFJ1NGZFdFdNUTVLK216NUwwd0RsTFQ5QnVVaGt5QitVeG55eDJIQzMyM1R0WEJkWVVhRXUzZHJYZWRkRmRzeVVoSlFXL1kxQTcxTkkxcHo0ZVlKVDhxaURwSEsrMWlVZXF2cmRSSUxUa1Q1dmZHWG5PTHZFWW1Bdk1wYytEeHJyYTd6K2V1MlpUTk5Dd1dFRDRZKzF5ZXl0b054R2dwUi82YjRXd0NyemJaS2J3QXVGQ0crZjNqeWZEZC9tMHpOQ1d2WUlUUEExQks4QkdXVVBIbmNjcHZFV1BQQi9mVUh3VzdLT0VVcnNXbWRBUVZnM2xjV0UrM1JUTVIzQnQxMFBWUGhZRWRpRDR2eTdJOGlpSW5ScXNqTkpmNENDRjd0cjIxTVdHclgzZkZscVdNUXhrTWFRL0VMOTkyTlRKWXdIRnM2Mml3TGJMSUhaKzBrQVYxaDVYR3VWemJQMmdlaUIyekZQcHVUVUd1ZjRJQWtrbUlrWTROeFpXM2xhUFN6UXN2bm52S3dWemxTbWlIRG8wS1UvWUU2bFpKd2toWGErT0JJcStSbVpidXJBcHJJaGlkOUpmNGpWd2ttSzJVZUlsUUU2R3dJNkVWR0FBQXNxZHRsd1JIT3B1TXVHeUhrb0MxWEJLNmdORmwvVUsxdGR1dEVRdThONmRxek9FK0dXYVAwcFNwbnhGSzY0N3QvTFMwZk90OFJGVU1qSjFHVk5UUnVuMTM3SEdYK0dwbU02Vk42emh6OG8rdXl4YVdJTWlCNk5nYUFHQit4WllNbmVISEdkSGp3WllkQ1Z2dDVnWTJwV3ZFbHduVDdPSk83dTN0Q3g4YVBSNTBWMnpKY0NCOWpCUi9PREwwL0xORUZ3bGF0RE1FNW5vTmw5RFJBMkY5L3dRWjhMZGhRaUh3UGtRNCtZTG1nSlIwakk2OUdPaENwTVNSTjJraUtRc1pKUkhnZFIzTjIrOFk1MURvOW0vekFtSnhzTGxoZEM5Y0xLazBsaUtKS3lSWGozYTJKQWk2cTZyaW5yNjhmeUlpMXRGUy81OGp4M1NhZmlLZUtjekIrNDQ4OGQxRUZ3a3NxZHptRStISW51NjJPMC9ZQ2ZhM25NZHozKzk1OHA1SWZubDFGakZlRUdwKzlvK2V5dndxQm5UdzZDZ3BFZ0FBeU1oU1Rsd3lSc1VkTGR0SDFBT0wvY1prQkRNUFRwOXVoYlNaSEZQWTZsN3MvZDNJeGMxcmFKS0xOVWpxWUhmclhRT2VpcTNGU3VKUWFNL3RQUkFOS0p3NjlRNGdPTjdlbk5qcXNDSmdwQXRsZlYwaEhRanRhaGpEV25vcWEvTXNxWFJkZzJVZFRRMk40RFcwakhTeCtVTFB1VHRQOU53VGdhb3FqbjJzMUZMczZWQkNvc1pnSHI5MVBRSk1EcVVkdjIvMDJvSUN3NUdFbHIranVlRS9pZ1BWMlp4WVhrZHo0OE1BQUFVVlcrWVEwdXJPNWgwL0J2dkNpb3F1Z05ObmZsTmN1YTBjVUY0d1RUNlVxck12ZGJUVTd4ajkzaFJ2cUhHajVFbWhKdU5waUxiYUFYdzE3a0piVmNWNW42TklTcTFMVHVJZnR3WWp6Y2ZHZGtaQVRjY1BDY0JkWGEwTnI1WjZ2ekZkYW13TzZleFJ0RlNGRmVsL3JDdUdnTW9wdXlYSm9jRnE0alNsWTFmaUxnRFI3VmhTU3BVbFlZK21PUlozdFl6MDZjVVNmOTFxQlNMYzFicnpjRW5sdHFXa3hNeER1eG9UdEFJeldMcFE1VnpEalBhbUhYZEJWQTB6SmZ0TGtUNzVmNDQ4OFVwdmlYLzFlaFBWQzBlYnRwK0kzVzk2aHJoS292YXlrMGZtRXFtaHpyMDc0eTdFSlJXYkZ6SENheUxLL0xrWVBET1RNUVJFTUpFNzBrbVpJTXorbnJkT0gwdFlxWmpBLzFoRXh1a3lFSlVvbmh5MS92TjJVdjJmYlUvNENqdWhQM1pRT3Q5V0hweTE5NzlVcE5wcC9BQUFkd0hBdjlnVFo2OU5ZTHhiWEpaZ21XT2NiZCtybFA1UzhERUFTTEl6RFA1b1Y4eS9aWHZzSDNpUDZvUlAyU0dDWVpzMFNSakdGb1BvUlBGU2svMHJZNndmMFphSlY4YzhqajNYTjQxcVR6a2FvNlhuWndCZ3lpVytuZ21NZzdsQ0lPckRuM01pSXBLUjh4Qnp2Zko2RGEzZllhNFh3SWE0YWYyRk5HMVZ4Njd0Y1JWbXQzdGpCakMrU1pDMTg5bTl0NDlwNDJ0MzV2bU1OT1ZmR1VJNHVPZjJuZ0t2a2VwZ3dtT3E4TzRqVDl3MU1OZHJ1TGd1dm55b3FTSGhPSzdVWDFkQW9Lek9GdjJKUk9zQkFJb3FqYm1Fd3QzWGEzNy81U2NiTGhabzNCdDE1aExyMUpEK1NGZmIzZWZkRlZzeXdLSGZGTnpWRUJ1WWlDWCt1dFVFcWp6WTNQRDFrV091djJJSkFsU2NIdUsxNHhWOUNuMjNwcEJneS9BOC83UE1FaHZNUG0xZmdra1plZ0oxbndXQ1YwTE4yNGZKRksraFpZQUlnQU9PT0VoY1M4TGFIWlBOaENYWjA2OEJKWDVuRjRuUTQ2OHBGVXhoWjFPc3JkTmdwUUdyU2hIeWtlT093dEx5cmZOQjEyOFdndjYxNitLRUY0dDlOV3NROGNNZHc1MElFcUNLVDgrV04zUTAxLzlia2Zkcm1aU1V1cUtqcWY0MzhadFVjVWRmMHNlSmdZd0k5Y2hSdTFqaTlsWG5rMkFEd1QxR3FIaERqVWVTN09uYzNSQm5ueWoyYjFuR1NLanVscDJoM0JXYjBoMU9jOE9ocGgwajFmMkNBc1BCbUNoU0VsOENZTG5CMXZxRWR0UGhNTDY4cjVLZzl0Q2VoamhDWk5HNm1zdVlZZ3NKNEZXTmFjODh1N2ZoREVUSFFhN0pYei8vL0xuYnB5eWM5R0VhSEhvd0ZHT1ZkRmRzeVZDY3J4b0tzd2RkTHVZN0d6NnhLL2E0QlFXR3c4WEVVZ3F6UTRWWlUzTVlzclNPcHUwanVSSUYzcHRUa3pUSERpWHhEOEhkalhGcWlwSG5jRy9VZ1RLLzBIOU8zSmVjNWJvaDFMVDlQeEp1b3pscWllU3U0Sjc2SXpQbkY4eHhPTUMwcncwRUNoUUE0QlNYOEJIWCtrYTFzcDdBZThBRUlmQStSS3FaeEVHTHNRd1E2RExaaWxkemNJZUhBR2NwR2ZuUFJNY0FBQ2hhdjIwWkExWVk3aFBmSGJVS2w1VlhMMEFTQVdEd1hLSVdJTG1CVGM3MDNzd1BBbEZ2c0xWaGhFRXQ5ZFdVS1dDemdjSHV3L3UrbTdDRms5dS9yUmdJVG5XM0piK2VHOWprekVTMTFoelVmdDNUZGsvRVhiRmxEbW5hMmw0OC80QzdjbUdaUlhEa2NPdFl6OWZ5RGNaQ1FWWXVBZXZ2NncrUFRKaHpBNXVjU1ZLdFFNRHU5dUM5bHFleWRoVVNlNzZuZVpnTUtQVGRtcUtqNlNWUVIwTXR0NzlaWEZsZFJxUzdRaTNiOTBNMFpUWkpmRklTSGd1ZWVpdWhqTC9BYTZRS0ZKOGx5VHRDcmR2SEJNTXQ5OVhPVThTVzZCd2NyNzQyZUxmN1dpT1pXMnBOeEtTZjlmVGNFNW5wTnBKbjlnbXZJdTFZZDZzeFpxQmZVR0E0a25QTUt3RXdiMkNJZngrYXhvYnBKYzJ4bGlPeGJ2QjZOVTY4MURJcEJMWVAwY2xoYVVkenc0OGhLdWtuZG1XRWh2N2d6SjVXaElnT3NpSWR5YnEycnFONUZCbmc5V3JGK3FvaVRXSm1lOHYyUFJBTmZBRTIrWTBML1NOKzJweXlXNUttOXFkVkVJblhOSzRXRGFHMTc0amRDellXSG4vTkp5VFFpYTdtaHZhOFZadlRwTXUxVEVuMUY0MWd2V1ZSeCtHMnUwZGtmZTZLTFJsSzA2OVVwTkpFK0cxNmVWZFY4V245S1d1WXBHYzRZMWUyN3pLaTd6MFdsMWN2VWdqaHJ1YWQ3ZTUxdFpjVHlZeGdhMFBDWXhXdmo2eEJqYytQU08yWE1HSVRVR1VVR2ZpTlkxSmF4Rk9adDBhQmV2MW8wNDY0bGtmdVBpcFRxSjFsSUNLRWZFNm9wU0V1M2R5OXJ2Wnk0UEFoUlB4amQvT2R6ODNMTDF3SWdJQk1UeUlsaDBQVVNJYmZHdnpMTzAwNEp2Qy9HejhBZ0M4QXdEZHN5VHNBZ0h2VU5xWDIvWHYxaVgvWW5yaVQ3Zk9mRFFCMWRxamRwUkFDMlRHUER3SEF2TGZaTnVyci8wY21QSC9adnYrTlRiajhHd0JzQm9CQ1d6TDZUdDBEUnVNS0FQaDMrN0ZoZS9yZkNjbjIvYVYyYnJnOHBnMWtGTG4yYlRTYUFlRDhxR1hYMjVhQ1g4ZFlQMHBzRW1QY2xxd1R1SFNZcHNrY1NlQzB5eTUwa2R3eldQRTZhM2FmcnBZZzQ2OGppQWh3NTlLTG52cGgyQjJidmdBSS85N1ZOTmJUSCszTVE4QjZVV2Zwd2VhR3ZZVytXMU1jb01wTUJjZTdXKzhheUNtN0pXbEtrdkthUS8wL1R2UWFTM3gxYnNYZ0EyYWZ2QnVnTVNFSk4reGZsNTlRU3Z2TmMwODI5TVd1YzArYlZpSXQrWmV1TnVQQ2lvQ1Jya0N0allqQk9LTEo3ZDlXREFpbC9YMldFVjFXNnE5YlRJalhFWW43eHlNREFBQTBscndhbUhpZFpZdEtRT2g4NW9BeHBsVmZVV1dkaDBpbHdxbFRQd0lBV0xwNjZ5Um5rbHBKVWo2cmdNM2lRQWRqczVsS0ttcnpVZEhyd1ZiSFd3Q0F4ZjY2UWdVMHViTnBaOHkxMkdBbDVjSUh4S1lGbSt1L24raTFMZkhWekhad2RnTXB1TDlyZDBPMHFHRC92OHpUMFZ3L0Roa0E0Rm1mdnhLVTdISzdOK3JrU0MwSm0ycU0rcUM0YjRFWGdDU1kxb0dqZSs1NEZXemxLaExPUGlQZ2NYZEYzVklnbWh4c2NzYlpKMHJMdDg1WDRKaDhNc3dPNUFZMk9UTkV4a3JpMm9pa3ZqQ3dPVWNINGJHVWRkeUIrb3oybHNUWlU4UFpYOVlHUXVnTnRjUzNNQnhPL3RmZFFOYXpra0FMMmtVUGQ4V1dERUp0blF4cjM1dWNtMWtpaGRVZWpDRURBS280NlBvS0xsVm5ra3NGTEtVOSt2S28xbjZ1SE11dkJQWklwNXltSWVSMTdMbzRSaTdkWUV3bkpiNnNnUFoyN3E2UHN5ZEhzWFQxMWttWTRsaHJLdmFydEVsVXFwUVlZemt1OGhxWjZCUWZWMG85Rm1yZHNSOEFBSm1tRU1nRXdLUmhScGpEOHNxYTZ5UkNUbkNBL1NqeE9ackFwV0RDTXZBK2hPa1kwaEJvaEJBZ0FGMEtNZkplNWE3WWxNNFExMWdSMnBzb1VSMXNabFRqMmsyQ3lURlNyMExmcmRtYWcxK3ZBSUxCMU9jU3RsMUtVK2tmUmdDdHc5UkdKdVBGbGR2S2djTThWSEFrdUlzbkhGU1YrbXJXTWtKWE1PTG9CakJVSm1XVWtiQmU3VzR6WGx0U3ZtMGFhYzVGSnkvMC96NUZwUzlEUmVjUHQvQXg3V3VLMXRjdUVFSXNaQXI2eVZKSFk4TmpNbFRHbDlGa25lMnRqYTh1OTlWZUE0Z1gybHZxajBNMHdKQWxyMVRLMFJscXViM0hVMWw3SlZQT2MwR2JEQUFBY0Rtc0QwcEpaMUhudjRJRUNiZ0FBRWxPK1ZGUzhHcW9sVDB3ZWwzUit0b0ZBbUN4UXFra2swKzkxWDNYQUZoV2lZWFdxNGYzTmI1V1VGRGxtSlpsWG9tS2pvUkdlcnpHSTNsV3BGUXhObjh3Y3U3N2lTVHpwWUc2S3dsQnRLYy8rNnpIdWZwTEpLeWpVVW03cHVGS2tNTWVzeVhsMjZZQllwNTJvZi8zdXVKWkFKamUwYlM5Q1IxT3I4WGxHQnRFaWV1S0FrUkc3UzNEcW9oQzcrWWMxTFJWRVFvZkdMR2JlQTF0ZW5xYVR3ZldTY1F5d1RKZk92TElXUFdJeDEvM0tTSmduUzM2Z3dCVlBEWE4rVm1oMVBPY3FZWDl3bm9pVm9LZnQycHpHbkMrbWlFc1VoYnVqbDAzNXJpOStSOEhva0dKbUQ3d1YzNy9TTkp3WmUxQ2RQRHAvTlJiWFV2S3QwM2pMbGpVeS9vVGVxVTl2dHZXYTZpVmhaWDRZM2VyY1hMWUpxQldLR1lkQ3JhbG5WVVJ5eU1rdkJacTN0RWR1OS95Z1lYRlNNSU1EOEZSSkZnODBHL0doWTZ0Q0JqcDZJU1BTbEpQSDJxdUgvWnhFaVlCQUJDcGZrVDIzMUU5bmNEL0RKeTJKL3pQQXNCaHV5SzlJaVk1SDJ4Wk9NUUV6bDBxb3I3MDNiWUgvVDc3KzFKbGg5ZGR5bXVOM2taL2RrL1lWZlhvTFRxeHJoaTFQRHhxY2p0NnYzQU1tZkIydUFZQWl1ekhVUlhSV1FDSXlyRWIzK1Z4b3NpM3laSWsrKzllQVBnNUFHUzh3MzZUN1B0eGVxMlBpM3Z0cklJME95OEFBT0NITWN1K0hMUHQwM1l3WSt3dGFqTnFqVmtXZlUvR1hJOG04TjVoV1prTVJpd0RTQVJvQWdDNEE2S0NhN1J3UUZoUGs1TElCVXlDMDIvR2VlMXpBMFk2TVBZcElOazZualdNc2lZWEtvQUZTc0xaVUZoN2VLWjdZNUtUT2E0UFM5SGRiUmRCcHFhblhDbklQTjRWUTU1SHNjeGZzNXd6dUk2YjR2dmp5ZldMMTFSbmF3NjJqVm44L3RIakRiZXZiZ1VvcGR0Mk9sS2dBaEU1ZUxDNzlhNlJ0c3FsL3JyRkRQZzFqUEg3bytNczk0YTZwY0NvVWlxNWIzZ2NseGdsZ2RzK0xvbE9NQVhUQktOZ3NLbGhUS0R2SXYvWFptaUVINHhZOU50ZzhGNHJiOVhtTkZlSzVqWWxDNUpFQnhBTWRyVHVHQmxMRm16NHhuVG1ZQVVYK1BrdUFFT1YrSTNMR2VEa1VJc1dkLzZMMXB1Rm9LdnA3V25QSmxRYWxwWGRrdVRpN0VaRjlIeXNsRDF2MWVhWndOalZKcmNTRm9NQUFEeStiZXVscmlJZDVsUFBzcW5UL2huTm9lN1lYQ1VBZ0JKZnpiVW8rUXdwNlhEUXpwWWFEbWxrQzk3c0czcGlza011VnB5bXdjbVRjVEoydDY4Nkh4eU94Vy8xOWowTjhES2txNHlid05KQ1VTbC9ZY0RJY1NwSC9wa2hyWTJqYytHcGlEYStLbVI5cEF3SjVna1JqbXRUNi9VYUdsTzRIRWhxaXFUc2FtMGNIcXQ0RFExMGZRWFg5UU9hU3hRSkJXYXd0ZWVGMkgwOWxYbFhLOEkreGJRRllXSjdSeGUwU2l0dkt5ZW1UaXRVVGk1VldxajVJaEZSVUdBNGlNVG5GY0pqc2N0ak1kZHJ1SnpKRG85VTRYWUhFeDdGNElWZ3k0NDQ1V2x1N2lZbmQ4b1BBYkhuUTYyTkkvTVRaQmhEMmlHNTBuT3V0QlJ6Qm9lMEg0M1hmbk1DbDRZSmhjRDdFRW5TeFVpRGxCaXpwcTZreTU1c0dDd3pVMzJTbEhpdWUvK09oTExrUXQrdFU1MU1yMnR2M3Y3NU1UM25Dd3lIenNXWHBKQkI4elhuWTNCc2RIVzZpbnY4QzI5aWdETVB0ZFNQU05pRzJVN3BBb1pUT25iWEoweDdMdmJYTFFNZ1IzdEx3Mk1BZ0VXK21pc1VBZ3UxN256VzdkNm9NNGRXWVEyeFI2YWxKeTFpZ09udENWSkhpN3hHSm5LeENFbEp4ZkN0MEw2Uml3eDZBcmRWa2hMLzFkNW12RlZTdnEzUVluaW1NK1ppUElreUM1SEpDNGVhdDcrK3pMOWxzVlNrT2x2dG9MbXFLdTRleVA4aUtyTGtnSHc0MUdva3FQd1l6Rk9wUGtLa3Nucnh3bjhDM0JOMzdvWkQ3bUFSU0JCS3NiOTJOdGUvc3V5cXVzVUVtTkxaMVBnRUFJQnoxc0pDQkhheXZiVityQVVpMmtOWTAvMkU4cWVKMmd0NkttdnpwRlRUUTYyTi8xVzgvcloxd2pJZjZXcTc0Ni9nTlRTM1MzeERodnQvRkd5Nys0TFhhMmo5M0N5eEl2MEgybk5lTTB2NkZyblJzaDV6QjJxL1lnNkcvM1NrN2M1NEVzaTdPWWNSTHVob3JmODkySk4waDh1NXVxTzVQcTdxVWVxd2xsdUtYZ0dtTFVXRko5cjNqaVVEU2dOMVY0S2lTUjJ0amQ4YnRqNHN2T25zS2ZPK3pLbTZtNW5xZUp4MHNxcUtwL2M2VmlpQVhCR2hYNDFQQmhqTVhhbHV0Q3pyYVYzbnVXSFFubzRteGhaNXQ4NUZoTFdocG9iL3lBMFk2Wmtndm5Cb1YwTmpvcU40QW5YRnBGU2hWTFRubWRiYmU0WkRNNmQrVHZaYmYraDgzSG1tMUdldEZBU0RzUlVEc0Z0eUtpVm1ubzVvclpNZDFvMldDVzJ4UkpUYnZWRW5FditDQU4wS3pJc3lPSTFuZ0ZMQW1KNnFsR1Z2VHdROWpuOTA2Tm9FL3Z1Qk1ZbitVVVJKb0tTWVh2TmdEMXlpQTUxK2U2Slhhc3Y1bzM3TTYrejdjUWQ5YjRQeW1JeUNhSFh4UmJ2cUhBQ0FhcnZsNGQrS0FUdnhQb3BVZTl3UUdhZDY3b3paNzcxOEIycnQrLzBBRUJ2aWVxZmRvbkd4L1grTmtaZ213R0w3WEUrT1dYYXJiZFVvdG5NZnh2UjV0eEdWOWljTThVcUFGcHZzVVRIWDNLamR3TEkvQTJBVEJqKzlCSVZGTWdEY1lELytyM2ZZZGdLWEFKb3NFZXhRUVVSUUFEcjNCT3ErS29SOG9tdjNDMGZjL2tWckZTUFYrWC9aZSsvd05xNHJiZnljZTJkUVdDVVc5V1pabFpMWVFLckxoa1FLTExaVFRTZHhzbWxmVnRsNDQvM1czenBXSWVXZHNFaDI3R3l5eWVaTDRpU2JYdTFVMit5VWFNdE5JZ0JTbEVSTHNxellhbGFYV0FITXpMM24rd01EQ2dUQXVNVDUvYnk3Zko4SGp5aGdBQXdHNU13OTczblArN2JVeGN6RWF5eE5taDlHcEZQZTlCTUp6WWlYYi9yU3pjalVWU2pGbndObjFPZGN6bk1JV1ZrYnBTbWVQTnp4Y0g5NGxNRDhrRFQwSTlGNTdSSGtlclFwS3BvVkk4Uy9kcVNqTHE3ckRsWnh4WnptWncyaWIvUjJhR091MCtGT3RUbmIyN3o3Q2FpcTRrV2VuVnRrWVBoM3ZWSGQ0THpLN1lzazRUOUNZUGpCU0plNFlMTTJnNFM1bWdoZTcyNXRTSkFYRHdBQVdPeXAzZ0NTZWhUT0RTbTUwZDJvdlI2N1VZNzduaFFucG43ZE1JeWRoenQyWHdDM1cwbXoyOWFGbUhKWTEwUENibGRkWFkyMW80VjVUazZWTFlrYzkzcWJhcXNoSXBzSFk4M0lhZlhYMFVYMW1qWDNPVTFGK1VSd1VHK0E1bmgxWlU2T1pqUFR4WU1rYUQ4RXhLZ0I0NXoxMnlhbnBkcCsyZFZVZTJ2c2N5S2ZxNkJzWnk0Z3FkMk5pcit3Yk1PZHA4NEd2bjJoOTZ2RFk3WXAzNzVhR2hSVWJKRHRiUXFyYTRzcnRXbFM2RGQzdCt4Nk9yZmlnVmtJNFZTQzZCY1BKeWJoZ3E3RzJpZm51VFhIRkVmcVJ3NDAzL2o4THRjV0Zja3NERkh3cFd5SGM2dThkT0hCMThacFdpM2Q5Qzl6RlVXNXo5dFVGK3Vyd29hZFJnVUNzeVBSUlcvTFE1YjNsY1pjTnZOMkJaVGpwaW5tRW1OMmYrc1k3eXgwbFZldmt3aERUQW9ISS9RZWFhMGQ2K25sMmI1RVNFbE15ajVVbkxkNm00K01lZ080WEZ0VWxtMXFwbVMrN3FnRzNGaFU4UXlic1ZsS1BNR1pJdytrZWNyWHVpdVdSTUwwbTFOTE9RYzQwRGpXdDRCelhSTFpkQVFBUkdhVHdyaDhhWERvai9EaTF5YklnSGNKRTRUQWV4Q216ZUFjZWRLTmUxQkpJb2xRVmNWZEEzb2VJcC9HREVvVWdRVkxTclpuMnJoeWw0bFNpeVVEbHBWcEdVNFNId0RDVnpqRDd0aUlqcHdjelpZMDI2aVFnQTV2UzMwVUdiQjFEaW5tUWs1cXV1UXM0VUtzWUZQMVhJWEJwT0hYbFdjdEQ0RVZCTnpwYjZydFdGWjJYd2F3NUZ0TU03aFhzU216aUxHc3JwaVRaUVRNWnE0SElDNEpyM2MzM2NpN0xTemZzUUtrdU9KcjJYVSsxMU16RDVGbCtwdGZIcjFnRlpWVnI1U0NKdmtQbWRNV0FBQWdBRWxFUVZTYUcxcGRaVHNLQ2RnVWYydFk3ajNQclRreUJ1V3RRQUlraUdlNjl6MFV0OGlMekFzQ3NGbjZzUG5ZaWVmR0d2dmt1TzlKU1ZMNUtpSW1nRUhBMzFMckt5cXZXU3dKbHZtYmEzOERWdFk5Y0RQRDEzUTBvVlFxcjJ6bk1rTDRyQ1QyNCs2bTJnUVhVRzBhZ0htenY3WGgxNjdTblNza3A1R2V0b2RlYzkyaEpXRklyaE5DLzNGa0RuQlFOVGRLeEc1dW42UVhEaWEvRDB4NWxGUTEzOVNOanQ0WWVYK1JaOGR5NEREYjI5VHcyOGg5cWNtTzFUcXlzYTZ4dDlVc0pVT21JNkppRWwzdWFhK0xTMVVvTHRrMm55U3NJcEEvQlFBbzlzQnFIWmcvTTBzdEZnS3ZqU1VRTk9hNmJwWklodk9GNU04YzNLT05Td1lVbFJsRlJPcXJOczRXU3lsZU9kSmFmeFVzeHB3SmMzbFhVLzMzVnBac3p5U1FwVjFOaWNrQVYrbldPVUMwa2hoMGQ3YzBlRmZjdG0weUdyYlZJeXp3UjdpUzNGOVlBU3VGWkx5N3RXN01JaTdzd0d6ZUdqVGt2a3k3dnNZZ09OaTdaOWZvdnVhNy8za1NzNldWQ1lBL200clkzL3RVdU1QaUt0MmFQblRsNEhJOWVCNkVHVHdOUURaRUJNQy91UVA3QlA3L3dWd0FTQkJwQlFBQXNiT1NEMGRGRGdJQTdMRUlnUTlhUmVwS1MrSi9HUURHVzNpUEI0eWFQVDhWNDBiL0RZc1ErS1FsdFk5MyszNTdXQnp6LzMwQXNONHFyUDl2ekdNT0FBaEVQZS90em5SK0lpckpJZGJ6NXJ6MTJiWlpjWTVQQUVEQ3JxbUZaVmIwWUNZQUhMUDJLOThhNGZpTXBVUjRCZ0EyamZQOGlLbWlCd0RteEhUMkU0SGVnaS9CMjlrdWdvOWF5b0o5RnVFemdYY0p3akFZMkJ5V1Z3WVJZd3FPQlBpUFJvQ2JSZVdMTjBoSkE5MU5kV1BNaE1OckpGbEJpS2xrR3IrRHgrTUwwbUpQOVd6SnVZZUVQQVVJUFgxOW11NHFyMTZQa2w3M3RqL2NEMjVOS2JJYmhVS3lWN3JidnhLbmtGeXc0RjY3Q3VaSEFQRlBSNXJqSmZnUlpOckZod2lvcjdmNStGaGxnRnZMUWpRWG5SOFlmbnJXbXZ1Y1V3ZFNWNlBRMjczUmMrSVZOVGNEc1RJTXluK1AzTCtrWkhzbWNyRUprRWE4QVhYY3NiN0MwcG9seEZHUW9ROGlxdm02RE1hdGQzTGNXb3JUYm40ZWdiNTlzR1AzY1ZmcDFuUlM3S3QxeGs1eVkwUW1xZlk3dWtiWTZManJQTGZtY05yMWtxQXV2Z0dXK3RHaGlvMWttbi9xNjJzWVhhY1dsMmp6RGRYOElvWGt0eEttUVpSdVRVZHVsSm9BdmFqaXNlN1dzRUZmM3FicW1UWTcrOWkxVjY2TmE4eVpYNjdOVlVCbWRUWFhOZVo3cXRlaU1GKyswUHRvTkJrQWhXWGF6VndhYzBoaDlwRUEvdzFZNndNaDlid1EyRjUwbFc1TloxSmRIbFRNTVdOZ3F5cTBOQlBNWlR3a1hnUUF6SERvdDRZVUhQV3Zjcm0xTEhMSURTQ05sKzA4YVpVUllBLzNqRU1HRkd5cW5xdlk4TzVyd0dNSVg0MFZsaG9yQVNBSmtGMjlEc3dQMXUrc2ZaYXhHcVY0M1VCRjU4RHRYYzNhR004RlYwWE5mQTVnazVLR2tOQVJHeStZNDlaU0VPUk5FdWtjTUtYOFFuLy9ueUxHbGN2S3RBd0c1dDhKSVk5M1R6cjJoMFJFOER6M3B4MlQxZW1yQU1RNTVNd0pRRmU4TFhFUjI2eXcvTUhOQ0xEb1FHTnRYSDJEQVNSd2hCVUNSTUlJamx3NmZNYmZuTkJJZlFMdkRCTWpBKzlCU0dGblNCQkZDSkFpN0lMQjR3Q0JrSEZPa1BIajJQaVNDRkpVL2tWSjR0bnV4b1l4ODRhdU83UWtHOGxWQWlpWlNEemphOWtWTjJwZ24ybVdTMlNUZzZkdmpBa3NLZG1lQ1lxeWtSSEQ0VkNneWZka2ZHZDllY21PcVV5bDVRTURJWDlmbjZZdkw5a3hoWk50U25xUVBUTnJ6WDFPR3pvTFRFNWRaRENiWU1yVTFJQ1NNSUtrWVBPT0VzYUFBV0dBWGJrMHl1eTZQTnVYRUNqWmwwTm5lL1BkV3JvTldhSENtQzl5UWlyZXZDTWZVQ1Q1MnVyYmk4cTBsYWphRkg5TC9lZ0pMOHRocmthaW01Z3BXdjB0RHlXVThROHBZZ1Z3dkptQ3lnOWpMelR6M0pyRDZjajZNRW04UWlRRHZoYjJ6UEtTSFZOSndOemdhZjRIc0lwcHllVk4vZEQvVExURDcraG5LTjA2UjJWd3R5RDRpYjlaU3lqRGN6amtHbDBxM21KUDlXeFVhTGFqZjZnSEFJRDBrRXR3NDJ4MzIxZk81Ymp2U1dGY0xaYW1mcUM3OGZnWkhqSTNjUzRPTXE2azZrVG5ZNU1pOHN1M3pRUEdzcnhOTjNLTmk4b2VmTDlBdXRqYmRLTkFMeWpabm9NbW15OEFoNGxvb0tlNUxpNlpZR25aanVsU1ZYY0tRLzdhMTdMcmpjTFM2dFVTaE9Bb1pwbVNydnRieHk2ZUNzdjF6Y0JwT2tvNHBKK0ZjUjF5WFo1UXNXVEFpT1RDa0lISGZhMWg0NkFGQys2MTI4bGNpWFpsajh1MVJUVTVXeHRrZWtJaXFXRHpBek9ZcXBZQndwV3JBZVVGY0dzS0R5bDVoR1pQWCtNakY1Sm1HL2tNUkNoYVBnald4UnhCWFUxMnBWTmxPSnNoSCtwdHZYR2h5c25SYktvOXBZaVluTUdrMkhQd3FiREN3ZVhhb2pMVmxrOUFrYi9UMFVVTFNpQ0FQdXVpV01WemNxckdNMmlid0g5TkRBT0FiNXpiZUlSQlpBNzA0NWFMZmlTYTdvbTNXU0NDSlVYZllQMWNGL1A4WmdCNDBaTFZQL1kyNWZWdmhwU29ndjM1TjluMjdTTGRNa1lFQUdnY1J6WHhzRVV5VEluYWRqellMVExna0RXVEgxRUM2QUR3WVl1VVdUeU9xVjhTQUJSWlA5OXFLUlBlRE5sV2lrVDBMZUxOa0piZ3NWbHY4bm9STExhVUJnbXo3U2Z3enBGcUpqT01LRm9JcERCSEx2ZDFha09aZHZFaFU4QlpmeXVQSFFYQTVGbkdhbUp5Q1RmTW44Y203b0JWK0FIRFlnWXdnQ2g5dnBaZGJ4U1g3YnhMQ0x6Z3RhNHJLeFN4VkRKZzNTMUg0NUp4QUFEU2IwNnZsZ0s5ZnltbHByQjh4NmNCSU8zaTlaSDIyUFVHMmt3M2tldys4K0xYQWxQU1Vvb01NaTkxZFRoR1ZRaTVIbTBLQS95Z05NV0wzcjNLS3hCSjlWSFZUVWd5UmRlcGZUd0pka0ZsOVZ6a2NyNEl5VE5nczYwM2c4cXowU01JRVRnZFJnVVJuZkUySzgvbWV1NVBsb3E5aUV2Umh5UFhMekxGdGx5OWR2MTMwZTh4eVNGV0VNTHB3eDI3TGk1ZTkwQ3FuYkU4Q3ZMMjZHTmNzRm1iSVZWeGx6VGhlNzQ5OGVNSkFBQ2dxcXNBd2NZSlh2VS9IVTVNeXNtcHNxa3FmRndZOVBTSkUzRUpEZ0RXdUttQ1p0SEFZUEJBUWZtREpjQ0U0VE9kWThpYUZldTNUV1pNckNXT0lxUVlUL1oxYWtPTDF6MlFxdHBUUHFnYjBIUHQ4cmtnMnBUM0JVelpmZWpwRzJ2STNOejdrMG1LMncwUjdEblFzZnVLcTJ6bjUwMjBIWW1zSlphVmFSbmdOQXROeVo2WFRKMXBrSDZvcDFPTEd5R0o3Q2UzczQrWWhJMG5tclNCNk1meUttRUJLRGdEaUtrQk1laXpIa2ZuYkgyNVFqUVFKSGFPTVgzaE5YNWxERm1SazZQWkVLQkFHS1FEWWxKWDYvRzRjN3ZUcm44VWlBWVVvR3k4Y3VuSjZCRlRKNG83QmNKcHYySDdXU0tDREFBd00ybDJIakRsT21QS0VHTThkZVMwMmhPN1VZR25lajJRbk9FTlB2dk5SS1FDSWlPTXBMNGdTcFRHQkJud0xtTkNJZkFlaEtyb0NvRTlKVEl5Z0FnS1NRY0NQQzc2T2lIVzZSMGdJamZLbnZMTm9CNTY1UENlUjJKT2xob2ozYnlGY1ZxbU0vR0Q2Sk5WNVBHQ011T0RqRUdlcjZsdXRETXp3NlVscFNqaWZ3SEM4NEF3a3NCbFBwenpibUtWdDZYaFA4QTZZZG1JZmFDcitjajNBWlpSZ1NlcDJEVFVQd2Z3eXVVMGUvcm4vTTIxaVdhK3NMaDhaNUVrbE1nZzAzNXQ4RmN2V3V4b2JvVTJDNlZSM04xYys5TjU4ejd0NEV2bC8vRTIxWTd1WTdHbmVqWXhuT1J0dGoyN3NsSmJJS1daNUgycVBpS0ZDcWNzRU12aFhPdy9rQ2hKSVRLTHI4cFA2cUIrdFRmT3FiU0taOXJGaHhUa3Z4ZGN2L05LNE53dndQMGFzOXZXcjRHQThseGZuNllYYkg1Z0JwTnluamVndEVIbk4rTXVwRGs1bWcwVThmZEN5SmJ1MW9hRDhYdFF4WXZLbDM0dUtFV2pvak1kN1BoNWIzTjluZVgrdTRFeGtONm11ajRBalRudGVyRWg0ZldldHErY0t5emZrU3RJbnBNbXBUSnBUanJZVmo5bUJHT2VXM01vSkc3eHRoeU5qSGlncSt4Qk40QjRvN3ZseG42NFNyZk9BYTdlQkNKMGluRjdscSsxTnU1a25lL1dKcWtvL2lraytkYmVQWFdYQ3N0MzVCTEJUQzdGcTFMeTYvNjJzVjMzNHZLZHhTWmdCZ0tNZU50cXh5c2VzS2hpWno1SnpPSm9udFdsZnJ4MzcwUEhJc2NzYVk2NXJTdW9ORUFRb0hqS3RMODNoNHduRHJYR2R3VldyTjgybVhPbEFwRGQ1RzJzL1I2NE5hWElLZTQyUXRUaGE5LzF4ckl5YllGSmh0TFRWQmN6b3FJeHJwb3JEV0RkRUJwaU5tYWYyZFY4OUtub3g1Tm02YmRLcGl3d0JHdnJiZFZHV1hNemErb2loZVE4a0NaQ09BTEhsRVNBZ0NBQkNTd1NUb2IwVzVrVUwwQWY2RENCL3k0NERBQ3J4M25zRXdDUXlPaTEyekt6VzJaMXVEOW0zZitUdC9uZUdaWjhIZ0RnRlFENFVZSnRxaTFGZ2dzQXRnSkFiTkxJTzhYZldiTDRTekZ5L25jRDN3V0FxWmJYd1A4ZVo1dnJsa0xnKzliWXdPK3RGSWRFOEZ0a3krY3RENEpvNkpaUzR4OEI0TjhzODhKb2JMWSs1K3ZqSkRBa3dyY3RvaUVSUG1QZG9uSDJMWklDV3kzZmhMZWJkakNCTjRGTWxjZ0Z0ME00TnBhSVFIZTV0cVQ3VHZNbklFWTlDVllIV1lMWUxNSDhoaTloUTZhS215VExnREJUQk5tdmVqcDM5YnZLSHR4b29INmdweTFzT2xoVVhyT1lRQzd4TlRVazhvUEFvb3FkZndkQzdPdnUyUFZpZ3NjQkFORGxxWGsvSXN6ME50ZkZLT1UwVnVneFBtWXk4L21lNW9mT0Y1WnQzeUNsS1h2YmRvOFNEN21lKzZmWW1IbS9OT2hQM2UxaHVmczh0K1pRYkdZcGtaeGhHdkRFNFQyN0VvN1J1Tnova3NVRWZ1QWFHL2hPbWkydHNwK3UvL1pFWjN4RVl2N203V3NSY05rVi9jeERBTU5vZzRWcmhTNk9kKzFSenhaNTBzcDBDQjd5N2YvbWFERmJYTEp0UGhEYzFOV3k2emNBR2t0Sk10Y0E4YU5qWE9PcnFqZ09taDhYa3A3dGFXK0lVMVZBVlJVdkhsNzZTWlBvSkFoMnNidU5lU0dpN0hSbS9ZZ00rcksvdlM3K2VaWTZkSmlFMW5XSy8ydmViTXBYcERDNldoOGEweENadGVZK3B6M0Z0cDJrMlNRNW5qejA5RVBYRmxUY2EwOGg5VU5kemZVL0RLL2hGbi9hMjFnL0pzSXdKNmZLcGt4MzNIV2dwYzdhcHVaL2VadnJ2anRhOEZaVmNmdUF1ZElBL2JDS3NoaE1mc3JYSG05UUNaRTFQcVEvZ29SLzdHNnBIYk9PelBYY242d0lVUVFNMHJ1YTZrWU45bHlsL3pvYmdXWmZVNjd0blFUcDkzcGoxWlZ1VFVseW1QOG9UTnFIRE5OOHpmV3h6VHAwVmRTOG41blNLeG5PSEFueFovcDhqNDFFbmx2a0VKOUZnSkhnS2VVcDZFdE1JaTF4YjV0TElkTW1pWjFoS3F2d050ZkZrWnNGbGRWek9lR0drWUR5NzlEWm1mQjFISmtMczRPQmM1a2dReEQrazhWUkJmVGlkUStrQWdCRWozbE80TzFqZ2hCNEQ4TFUxVlRWanFNV0FrU2dTQ0hHVlhQa2V1NVBSdWI4dUVUNW96Z3l3SzBwQmM3UU9rYnFYQW5pdVVOUFB6U0dlWFM1dHFnaTI5eXNBSnZaRlVVR3pITnJqZ3k3ZVlzVThpQ2drdUp2amkvcWNqMzNKOXNsWHgraTBBOEJBSXJkWDVvR1lMdDFPS2o4M09XYXpDQkxYdy9FUnhRMkVzeWd5UjhhT3AxNDNDQy9mTnRjSXB3RFFQYVFHWGk2eTJJZmw1VnBHWW93OCtuS3BkL21ldTVQdGpISHJSellhR2NvYjFQMVRPSjhPUm1oRjF5VnVNeVVPTU1mVk1MeU5iZGJ5WE51V0VFZzgxREFrUU1Ka2hUQWtxQkoxZmpmWkxEdjk3WnJjVTc2K1o1RnEwaklrd0toVWlBOW1aazZqMlhwYzI0amtJZDhuZHJsWE0vOXlWeHhMTk5ONWt2RXF1ZDZ0Q2syWm42Y0pQaXU2V2ZqUEJOeWNqU2JZN1pZUll4ZUNLTGFuK1l3U3JxYWorOEMwRmhlaGNoaktCemV4bDF0NE5hVWZKdmNTTVN2OXJUVnZWSlFXVDJYU1p3bEJWM2xYSm5xYmFzZjQ3eGRVRms5bHd2amx2TURJNDlIT2dnclM3WXZGSWlHdC9tR2Q4UGlkUStrb3FJdVI1SWh5ZmtjWDB0dHdzeFk1aEIzbVVRZHZhM2F4UlVsMitZenBrekZrTjR0Yk1xOHF3RStSaTZkNjlteFhJTE1VUmxlT2RCWVA5NkNIUXJMdEp0Snlra0M5U01nMkUzRDZ2QUxZSkVQekNFMzZqTDRhQTZrT0p4T2M2MGVvajhkM0xjN2ZwN1g3VlpVdTdvWkFQandDTnUxb0VKTFN3ZHpOUk93NytBZTlZMmlpcDBGVXBnei9hME5jZnVSVjJZVW1ZeGRrcnB1MkJTbit6cmp6YVBkRnJlbUZLbWhWWUJzR2pBNE9nSlhicmdVbDI2ZGc0anJFZms1SVlMWElQdzNhaUpZZjdNb2FjR3FqenVsS2RkSlFhOEtybWE4QTNPeUNmejN3OWV0MmZkN3JmKzNXOTM4dHdwdXVjOUhvdWUrTUk2NllLOVY1SDdVVWhENExlWEFYd083NWZRUFZ2SCtiaHBuL2dNQWZNVDYrY3NBa0ZERlplRS9MVEpncldXaW1BOEFDZjFhTEhQRjhUQWNSYXg4elNJUEl1ZkY2SlNEclRIUGkyd2JxNkJLOUQzT3NoUVZKeXhqeVdna1ZQaU5nNEczc00wRTNpYWtZVEJpcWkzTTZBSXhJTVBuZXl6aGVYcDV5WTZwS3BnZk15VzFkYmZ1amh1RkNhY3BUYjRGaUp3bWdLK25VK3N2cXRpWkx3MFI2R2wzbkFKcnJsOEFMTzV1VGtnR1FFSDVnNXVBeUhHZEQ0NDdRcFMvZVVjZUlNelZSWENzcExxcWloY01pcFZJOUhKUDZxdW5pemRyZVNZWjJOUFdNTHB1eS9Wb1UxUnVmZ1FsN1BHMk40d3FjQ1k3OUhVQUxKMUE3ajBZTlNvMzl2TnBhVWptV25ucDR2L055SjVhcEF2eDV4TnQ4ZDMyb29xZCtVaDBHN0RRTjVKZ25sTGswVGRJeWM2RXpoOTdvNmhpYVptSjVodTlqVGRHR3ZNMlZjOGtGVXE5elhXUDVlUm9Oc2NjZlNPaXZPaHRxaDlWdU9hNDcwbEpHcHg4TndGN3JhZTFOaTdHYnRhYSs1elRCcE5YRVZJUENwcUp4c2hMQUYrVjF0cnJVeExZby81MkxTR0JtZU8rSjJYSVlkNFNvT0ZIaXVZazN5U0oyYnRhNjhZYy84WHJIa2hOVDNXVVNpRTdHV0xJMTlqd09nQkFLazFlRDJab0x3Q0FxM3pSR2xPSkgvMXl6bDY2VGhwaUR3QkFjZG5palFhWUhSRXlJTWV0cGRpSDVBWXlqZGR0aWpvRHBMenVUVENtR2RrVzdlYW5wTVRuL0MyMVkwWTBGcXk2TjgzR25KV0FvSmhramlwQmkyL1Q1a3RoYkFpUSt1UmtrVmJSMWFyc2pqdHVEbk9qWUxRUGdXY09Ed2JqanUycUNtMnBrQVlSVStZYU5QSmlYK2VqUTVGamttd3ozZ2ZJVEtudzM4V09IMGRRVUxFOWh4UExNM1I0bHR0Z3BTOEJHVkJjdG5PWkZQUVJ3NkR2SmpMWkJxamlCV1h6bDRPcGZ5dzBjbWFZck5RZVJKU3oxdHpuekVqbHFTcTM1Vis0UGh5WEJER0J0NGVKa1lIM0lKQ1BPaHhIN2xHQUpJNjN2WjA3dndCQXgvMkI1K09LWHBkTnVCUlNaa3VVcnd6QVFIZWNGQ2NyeTRNQTA2L2g5VEd4TjVtcWVRc3dwZ0puNkc5bWJiR3ZDd0JnQTBlRkhnSi9iK3Vqd3psdUxVVTY3Ym1veS9hK1RtMUlUczFlSXlSY0MrajhDS0p0aVRCRGpZbE9HdlBjbWtNQnBRU1JFUWo5dWQ3V1IwZGRUWjFrYmlMUy9UN2ZZeU0yc0swMURIRml2eVdUV2w2eVk2cXE0SnJRb1A0U0FzNUhBOUw4UWRZUktjcGR0alVMRktEMWpOUWViMnR0ZSt6N2dqVTdMbFhqYnBQWVk3NEVKK0xDc3BweWhvd3psVThXSXZSc2Q4cUpxMkNhNjAwcCszeE45YS9tNUdnMkRzNlA2Q1k3bUNoZWNGblpmUmsyRk9WQWRObUFZRnRzZkFzQVFOSXNXS1FnbUw3R3VrT1RoRnhsR09JZ3dPT2lzQ3c0WHlWSzl6YnVhZ01BTEhiSVd6bXcwLzdXT2wreFc1dUdCT3NseURQSXVkUGIwakNHRE1oeGYybWFJbkRoK1lHUkp5TFNyaFhydDAwV25PZkFwVGRHWjRybnpmdTBJelhWZHJjUU1rUVNBNzZXWFFuSkFGZjV6bnVBeUxnV1VwNER0NmFvcXBJdkJGMFVqT2VaSXJnL09wWW8xN05qT1VPOEdZZ1pReU5LWE5KQjlMRkgwQmNUNktjWnFTdjdtYzEzb3VtYklYQnJDblBvcTRMQndJdTlyYThIazVPTVFxWXJKOFl6STNUWk45ekZrRkxKMUp2N09vOEVKcEZaYUFoNDVVQnIvWi96Tit1NWpNRGhiNDBuSlFwTHExZmJKS1hhZGZPVVEyV3JRc0Rib3lSNDZMTHJ1Ukw1WkVCbURGMFBlazgwaFJjL0JSWGJzNldpNWdOSU02anJSNFE1YUVVTjBxaFVEa0ZSSnFYTnZrMEllUlFaSmlsTXBzYSsvd1QrUitMSFZ0YzVndGc1K1RmRHYxa3o3V0FaMHlYMEtySHdUMWJSeVN3U29lQWQ3Rzgwdm0xSjNVY1NlQWY4TmZBQVFDUVR2Uk1BSG5tVDdRa0FQbVh0UjRhbEVFajdLL2ZoZWF2NFAya1Y4R1ZSY1lmamJUdGlLVVVpNU1GWEFlRE9tRnVrYUhzNndXTnZaUXhoQW45RENPRmdBR1NaWUJKSlREeTZzMkw5dHNrT2hkMUp4STZIenFndkpaQXpZeXBOS2dRcDV3Z2hYK3U1ZEtISDVkbTVVZ2laT3FBT2RBTm9jbVhKOWt3Z1pRbTdkTEVwMFhzVWU2clhNaExybUdIK05uS3RpZHVtWk50OFJlRlZCbE4rR3l2VHorMWZQSWVCNUw2MFZ3NjZyaXllQndoSjNibzZXdUM1WEZ0VU94ZWZSTWxPZFlXVTBmVlFvYWZtZGlCbEVpQWU5YWUrTW00Y1p4ckpOV1R5SGpNcnUwQUMyZm5WeTNIYjVtMnFua2trYnpQQWZPelN5S1hyeVE1OUZRcjVxcis5L3VXa1dRdHZSVW1uZWhwM2phb1BWMVZvYWN4T3VXU2F2d2JRV1BKczh4WkNPdTF0ZW1oMFZHTEJnbnZ0VG52bSt4aXhJYmgwUHFHdlFWWnFVZ0ZJZVJrQlZ3dVR1bjJkWDczc2NtMVJiY3o4RkFBYzhUZHA0NmE0SkRreWlnRGcxU1JLU2dZcDU1c1VpUE5jU1UxV1ZnT0FncHlGdWl6SC9rSlA5VWNBalRkODdRK2ZMaXF2Y1lOa1JvL3oyQmdGYWxIbGd4OUdZcGU2OXpTY0txcW91VE5vbWlkN21oOTZQZng5YUVrT2gxeEhwTDhNaXFJS0NkTGJ0bnZjTVN5bnc2aVFSTmY5TFhWampFVnpjalJiV25yNkxSSWdUWkxvNldrT2swK3UwcTF6cEc0dWVPUFNwY2VkYUs2V3V0b1JiY3dJQURndExXa0ZBbDdpcE9ZU0d2N1k3dnJpZFo5TkZTVFhTQVFtbVBIQ2piVjVGVTlOVVQwTWdZMEUrRzhTalJFREFPU1ZiRitra0RyOWN2RHM3N21DQldpYWNhUENMcy8ySmNUZy9hWkIzMDI4eHROWW9XZEpQb0phS0UzOWlKU21SY1lSS003TU9WbnA5cWsyNXZnZ0JCVC82QmpEQk40eEpoUUM3MEV3aFRMSDNJR2cyR3kyT1BMRzVkcWlZbGIyVjBpSUgzaGI0d3c2d3AxTUVNc0FNZVJ2YW9qNVk5UlljWm00RXhnc01VVGdxeWRhUnk5Q1dGaSt3NE5TTWhUTXZNNzc5OGE2N1FOVThTTFBrazhaNWxETHdUMWZPd3RWVmR3NVpKWktVem5nNjZpL1VsQlpQVmNoaHZMcWhTTXAyZE0rTUdMSVo4UE91akdvcXVKWmcrYTlVb0tQVUZ6cEhzMmlyZUt1OGtXZjBGSHA2RzJxUDEvazJiRlpFRjQ3MkxIck9GanNwTk9tckJ4K25mMHBlYm95U3pCenNyKzFibS9rUXAyM3FYb21ZL2hCa05EVjFRTFBKblM3cnFyaXJKOTlDb250UGRoV0YzdHh3OEt5bmVzWnlLc21rUUlHdnRiZC9wVnpMbysyQkVEMDk3VFZ2UUtnTWVkc2NlZlFVT2p4eERLbEt1NmtGQTh3Vk9uU3BaLzBKakNJV1ZCeHJ4M0lYSFdndWY0L2k4cHJLb25NODRjNkhqcTVvT0pldTBKODNZSG1ZejhEaTNVM2lBWjZXcldqT2U1N1VxVEQyQkI4WFgzY1BrZi8wTUNyMTM0Zit6c2g3YloxMTVqU0ZqbEI1dVJvTm5zSzFYaWJ2L3d2MGQ5LzVtTHhpWXREeG0reVUzaXB0N2t1UWRkQ1kwWGw0aTRBeXZHMTFIL1I1ZHFpWm1aTitSZXAwNis0U3ZuZXRvWXg3NTNycWJuSkFUQlBBT1FHVGg5OXVLL3Y4WVNzOGVKMUQ2Unk0RnV1TStXYms2VDRnTGVsN2llUjcyVGxnTGdMSkh1eHJ6UDVZcUZuc2RzMGFLQTd4a0Y1ZE44cTVRY2xBWElKM2dQdEo4KzZ5cGFXa3pSZTdXM2QvZWRsYSs3TFVKZ3k5MEJ6YlZ4bWVWRjV6V0lrU09scVVmZTRLcUNVQ2FQN1NPc044NlppdHphVnBMRVlHU25lNXZwUitiZkx0VVZGZ1VYQVlMbzA5V2NQZFh6bDVMd2xLOElMU3NZTUlFSUFBTlU1dWRBUW9aMWdkNkJDNWh4dmMvMmZZdmRoQXY4alVSRFYzUWVyeS8xV0ZRSmZzb3A4QUlEZXFKL0h3eVZyZk9GcEFKaGtqUkNVQThEK04zbGVMTGhWcEVjazcvOEVBQW1qYnQ4QjFnREE3d0RBWnIzbVI5K2krLzRKYTZ6Z2V3Q1FDd0IvQklBN29wejgzeWxzRnZHQlZqRWZweGlMd2lSci9PUCtxQ2pHQ2Z3WGdsT1lERlNiSFFBQUNZaUE0cTdSTHRjV1ZTYnpUVVRBZksyMXYwMzBPc1dlNmxrQXNrQktQTmZkMnZCc1FjWDJIQ1lwMWRmUzBBN1c5VmVvOG5iL2lXdS9naFB4NjREQ3NtMExDT0ZUdnVhR2NVbWl2RTNWTTZVQzI2UVowbnJidm5JdStyRjViczJoY3ZORHZxYUdyeTViYzE4R1RzSmJ1NXEwLzR3OG5wT2oyWENLK0ZlUStKcTNaZlI2aU1XZTZnMG0wSURLYWRHQnhycUVudzFBWThVZStURkJiTC9CVEs0UXY4bmJVdnZyMksxY3JpMHEydkR2aWRnelBTME5wMXpsMVd2UmtLY1BkRHgwc3JCTVc0QUtESGM5clVYN0NLRWh6Q0pGeUdOZEhRLzN1enpibDBpQ3dlNm0zV084aHRKdVR0OUlTS2tIZ3MvOUFIeHhVbklzS05tK0dwRnhJSnd1RE5sNWNFL0QyZHpjKzVOWnRxT2FFRTk0bStvYXh6bWs2Q3A3MEMyQWdrSUdycW5NK1FsZmM5Mi94WDcyb2twNUIwaEpKc29yL3FiNlBRQ0F4UlVQM2lGQmV2MU51MDhXVkZhN3dKUk9YK3V1TVk3OVJSVVBsa3M5Mk9kdlR6cFdWTDd6STRIclE2MUhYdnhhWkkyQmtLV3Y0b1o4NVRyU3RjbUtMUGExSlZhTkFBQVdsajZ3Q2dobkJQV3JQNGg5MERGTHJHQU1wa3BUOXZyYnd6SEt1Wjc3a3hHVmdnQU03NXVXUGZXdW9KUWRoMk5HWVhOS3Q4NEdnTm1FTU4zYnBIMHJibzNzMXBRVWgvRVpLZlRUcE9CejNVMFJkYWJHQ3N0bEtVazVwYjlmK2ZtSi9ZazYrbUZGQStmRzRvSEJZR2RteXV4UFE0Zy80ZXVzSDFNRHJDelpuaW1ZY3FjdTZPZTlpUnMrbUxkUkxHV0lPUUJ5NE1LSmprNDExZkVQNFFQSUZBYXFVd1cxTWlUNUUvR2p2aE40SjVnZ0JONkxrSHl5cGQwd0FFQUZJazVXc1JGQmp2dWVGTEpuZkl3WVBPbHZhb2dqQThKeWVyWWFVQTZhQVhWTWgzOUJ4YjMyTkdsdUpNQXBURGUvMWRzUllaczFWbGl1TDBmQkNEaWdvWXVEVVVRQlFPVEVuekYxWlVEbnp4N3AvTnJaSExlV2tqeGdycGNram5hMzFaOXpWZFRjak1DV20yQzh3TEt5UENicDNZYzdIb3FiU1p2bi9yUmo4dUNNZFFUMEdtY2N1NXJETTFFNU9ack5PY05ZaVZMMTlhWWZlY05WdGlQZkpCenVhYk1rLzFWVlBIblFzUmFGUE95Y3hlWkxiczY1R2xCR2kzNVhSYzNOS1BFT1F1d3hnOHdidzRwYXgwNUxjZlNMdXdIaG5MZTFMazRtVlZSZXM4aVVVaEJqWE9HWTdHMnNmYUc0UkpzUElCY09uK0V0QUFBRjVXSVZnVGg4N1BtdnhKMFFYYTR0U1pBMWJTT0F6QlNDLzc0N0FSbXd2R1RIVkFmdzJ3WUhRNy9KMzd3akR3QkdmQzI3L0s2eUhkTVIrT2FnRER3QjhMZ29LTnVaaDVJeWUxcU83UVVBY05neVZxTEFjODdaNHM0Z0JacWpUWElLS3Jabkk2cTNLQ1BzK1JPZDRXNTNqbHRMY2RyTTBzRkJYUnZ6R1RlTE5RVDR4dFJrNVFQaEdiaDRGRlNJRFFSeVZpQ2dibHRRY1c4YWlmUmJkQnI1UlpJdEpjZEFZOHh4VzE2eVk2ckNvRUFTSlY4VDVqZE9qa01HTENuWm5wbGk0eHU5QWVYaFFvZGVFalNoQlNKUlFnUEo2eVNTejN2NTRwbGlUL1pxSWhieXR0VW5HdlhBUW84b2tFUVp6QlI5NHFyOWxZS0tCZXVscERQZHJidVBGcFhYTENaQ2w3ZWw5cGV4VDF5MjVyNE1RcGg3SFpXWENqM0JBaUg0a0MvS1VkZFZ1bldPNUdJOUlsNDNRUmxyaEpnNXRaQlF6Z1VwdXYyajd0RE1XbENTU2Ridm9CRzRzcDlOc1dWeE1CZDZtK3VmU0hRY0p2QS9EZ1ZXY1o1c2RaZVRyRUw3c3FVY0dBOW9TZHZ2dC81L3lZb3JUTmlWaVVHekZlTzN5eXBnTzZ5NStmSGU3MzRBdU5uNmVablZBYjhkQVA3WnVtU1pDQWdBQUNBQVNVUkJWQzhTbWZkdTRIYXIwNTVzamROVS9vVUl3RVQ0dnBYVThQZFdsR01uQUx3UEFNNjloZWVPaCs5YTM5TmhBTkRlWk5zSWFmOVd5UkZ1a1VGVHJOdFU2MzNHelhtZndOOFc1Q1JFSWpYOEp3YkVKSTlUQ0lqTTdHS0Y0WkloWFNRa2ZRb3F0bWNUb1llQUxnVjBwYjJnc25vdUV6UjErTFR5TEZoejkrQXdOb0pwL2dFU0dOcUZqZXI0N1daQWpSMU5HWVdyZEdzNktuaVhJUHhXZHd3WlVGQ3hQVnRGc1Rsb0JyK1RXL0hBTEp0MGJQUTIxWTZTQVl2WFBaQ2FsR3JlRFZJZTYyclo5Yk9vNXkwVmhGbklXUHJWNDljU2VaNkV5WkJzVVNTQUh6SjQ4SXBxS092d3l2bTRmUG5GNng1SXhSVEhKd1dKVjlsbHRyK292T1lXSUJvNTBMSDdlTEduZXJZZ2M0azhmM0ZQZE5GWnNIbm5MUXpsVUZmSFF5ZUx5bXNXZzRENVhrTVpZeGhjVUw1OURVTndDUkNQeGMyVlYxVngxOERDUENMbUZLWjVobFFsczd0Vk9lWnlhMWxnRjNjUzBLdVhBNmQva2ZpSWFxeW9RdVNobEJ5Q3lpdmM0VmpyalNVRDNKcVNaemNLeWNBQWNsQmtRUEZET0ZvNzE1UjBxcnVsL3RYOGNtMGVtbWFhdDdWaGpPckRWYnAxdVJUNlJYLzdWMTR1MnJ4em5XR1kvbEV5b0txS0YvWXZ2dFVFdklDcWxCbG8rN0EzNWVnNDUyT05GVldFMWdBb2xTVEZmOFRHVkJlVzFpeEZoR0lpZHN6Zlh2c1NSRHk5aExKUkloeDBVbkt1d2N3WERqZnZIak5TbFYrK2JaNkM2aWFTNHM4QTFCTkxCc3hhYzU4ejIyNVVFdEFBNDBxZnQ2bitFbGhxamZTYnpGdFJRczZJRXZybGlmMzFDVWVaY2ozYUZKc2lONWdqd3BlV1lsdG5vTkhjMDFrM3BtQmZVckk5azFTK2hWQzI5N1kyeEJ2eHVqWEZaZGR6QldFbWdYbVZtL1FTSWljQWFRQXdJQ0NCREJXVDRQbEU2dHdKdkROTWpBeThGNEdVQVFCQVJPRTVRMFNGNUZoQ0lNbVI4UVVnZU5VZkxvYkhJTmR6L3hSVjVVVW9KU0ZnYjZ4amFScWwzNGJFcGdaTjhYaDBXa0hCNXBGcEFNcDBVbUN1Q1VwZklna1B5NTZhYjRJWVB0SUpKMTJ1TGFyVHJoY0xVRTc0V25jZnpmWFUzRVFTRmdiRTRENG0xZVZNc2IwOG5xdi9KTWUwRlFydzJRUjhvS3VaamVhV3FyUEZRb2tROUxZZWVUbi8rdUw1alBIVUhsMGRuWGwzRFN6NUNPcnloQ25CQWFoUHZ4STQ4MnhFc3I2OFpNZFVBcllhRU00SDVPRCtSRTZ0T1RsVk5vZEQzSWxNWHZOZHZ2QjQ3TWt3djF5YkJ3QTNLeVNSUzVIaWJYeDVqNnQwNnh5VG1jdUhkYmEzcjAvVFhaNmRxeFFwRVM5ZGZqbjIrVGs1bW8xbFRWbExETlp3cHYreHUwMkxXNkM2U3JlbTJ4UldZQWI0NzFMU2JGTlVoYWQ3bStzN1Y1WnN6d1RHVmd3T2hIN2YyL3JvY0hHbGxzOUFaTWpMRjU4QmVGeTROdGQ0R0VndVVLUUZnVGNmYVJsbG5NUFJlTUFMYUlROTA5V3BqWm8vT3UyeW1BbXpOMXJGVUZ5eDgxWlFjUnBITUx0YWppVTBOY3ZmdkNPZkFlV1NnVS8zZFdwRGt5aTlFRUdjY1BLazI0bXhnemNZWXl2cVVvWE5DTVJORlB0T0puQmZCbXVCa2NiNUdsMG96eFk1ekVwQi9NemhqbDBYQVRRV1RFL0pseVRPZUp2cmp4VmtUYzBSd0VMZXRycUVFcnFDa3UxTEVhRVltVHpoYmJPL2lCbWhBalQ0eGU2V3VvTXV6L1lsUkd5R3IrWG9yeE45Tjg3MGxEc2hFUENuaWVCQ1lMYXM2Tit0VlJYYUxGRFZKUkx4Z2dsNHFTZjF5QTJpd0xOOWlVUzVTQ0tldTZLL01Ub1BUT0d1SWhDQ3dMQVJHWEI3MnMwa2NMSzNTWWxiUEUzZ3Z3VnMxbng0b3R2a0JOdHZ0aUx1c2l3enZvVldwandDd0E4QllJZjFjeXpTTGJsL2hBeTRBZ0NsZnlISklCRjJSem55SjFzbWhEOERnR2tKdG52RTZ0QUxxK0N1c0xydlg3Um0rOTlNNWs1V2NkLy9GendHRUFEdUE0QS9SSkVqN3dPQU9DUFR0NEF2QWtBa1RjWmxIZHU3eHptV2Z3bmNHb1A0dEZYZzN4RVZueGhCN0ZwcHB2WHZLY3Q0OFBNQXNOMDZoait3REE5cnJHMitZSTBnbkxjSWdIWUErRGtBckVpd0wyOTMzeWZ3RGlHbFJNczhFZ0JRSXFjeFJXZGgyYllGREpsYlNIenFhTWZ1dVBpL0hMZVdnbExaQ0lpcExLanZVMnhEU1dEeUhCREMzOWVuNlRudWUxTFFaaStRdzdJelVTSUJBSUE5VmYwQ0NmbmllSzd5QUFDZ3FwOERLUTkzdC9BeFk0MHUxNVlrQnJ4Z0pDUTZWTWtWUmRxV2o0VFlHTlZlV29ydG80QVl1TTRHL3hENW04ejExTnlrQ0xZQ2dJakllR284NTMyY2xyVVlBTURmckIyeW0vd1dsRWF2TDZhNWtaT2oyWkpUSGFWQU1qakkxRC95TE9HU0hDNTRXeG9PRkd4K1lBWXlXSTNTMk9lTEdORUJRSEdsbG85Y09Md3REVjB1ajdZRUpKdC9mbWg0YjdRSGs4dXpjeFVEOWdsaDZqK01YbXRFVUhSNThRS1UzQm5VbFFPcWplZUdnbGNPdVZ6bk9MT2JIMFRBUzJRYVR5UWEwUVFBS0M0SnpwTkFrN3RhNnR2Ukpvc3BHSWhyQ3Jsc29RVU1LWlZ4WERBU0RQbDdPclhyQldVNzh4UUdrMEtuK2N2ejNKcERZZEpsUW5DTTRpclhveTFueURLQ1p4eUhDc3VyUDBpa0R4enNzRWZXd0ZqVXY5U2pjbkVlREhtZG83TG9jb0QvWWh4bmZuQ1ZpbVVFZkpNd1E5K0tUUVVyTHRIbUE4cFZSUElzWEdiN3dTSm1GSU90Tm9YeUVnak1NZ2d2SFd3Y216cVY2OUdtS0tEa0FPSnBJRDdpU3prV2EyQ0kyZWtwK1l5eG00amhYbTl6L2JISS9aTVdwSzhCamt0MFVIN2UxeGh2TUE0V0FXWmpabEV3WkQ3SDdPcHM1T0prVC9OWWs4UWN0NWFTclBJdElHU1RQeXBhL0FZMFZwQms1Qk54NUV4TUFzYU9IdWpZZlVWUlZJbkFEQWdyQkpnVXhuVjIrY0s0NlZVVGVQdVlVQWk4QjRIaDJVZ0Fndk9BTUEwQkZDa2xneHRqQXY5bUdPS2JzUkZ6WU1uSEhJcTVVZ29CVW1FWHU1dnFqdDE0dElxN3lwWjhoZ0JNUXYyNTZNNTkyQWxmTDBkcC9sbVh0bjJIV3JXNEUwWCs1aDE1Z3ZHcFBjMTE0Wm5zTEMwZm1ianVhOUpPNUx2L2VaTENZQ21wU3FlaUp5MlhRRmQ5VHllU2VnTzROdFhjekpHdE5nbU9CMCt4dlpFdWZ0N3QxVE1WQ1htK2xvWmZMRmlscGFsTXVydWFhaU5HaEZoY1ZsT21HL0laaDExRkllUjhiNHZTQWZBakdkbC9oeUx2UkNFdUQ1OVJmOS9YOTdXRUhXcmJuTVZyQVFCOHpjZC9GeHZYNHlyYk1SMUlsQlBJUHlLcXk3MnRMKytaWHpvL0JaaGF5SzVjZkxyUDk1aVJWN1p6R1hJNXJhdXhJVTZLRGdDZ3pqYnlBWEFORHdUK1kzK0NWQVlBUUdLcVMwcDRWYjhJSThsejJXMlhBdXkzVUZYRnhSQjNTVk0vZk96NXJ3em1sMitiSjRSSTliZnMyZ3RXZ1k0Y0ZKQmdDR0JIajdSRTVSTlhWWEhiWU5JcUlXVnZsRE12NXBadFh5OU1mY2pYTVpxdWdQbmxPNHRJNGlSQVlidUtBNTJKSWhLTHltc1dJK0w3QU9DWnJ2YTZvMFdsTlc1aUdHQk1XZDMxMnRFZlFGVDNmL0c2QjFKVDdLeVNCTDhLZ2s3MXREY2tkTWdGdDZhZ1RYekdvTkJUS21QTGlPU1pneTI3am9UM1NiaVFRUEcxN2o2NnZHVEhWTTdFak9pWXhHamtsMnZ6VkNiS2haU24rK1hnQ3l2TFUxWUJZeUZ2WS8zTEN5cTBOQkxtQXYvbDh5M3huNnVLSjgwUm56N2ZQL1RUR2FuSjB5U0RxZDdtMmxFNTRlSjFENlNhVXVZSm9tc0t3blJ2Uzkzb2ZIWjRZY01LRkdBenUxS1AvZ0thYjd3MklqRUFCRVZOblNQTVlCcVFDVUlmZXIzbjJ0WG5BUjU3TjQzWEp2RGVRY0ZmTUxLTEJscU8vMSsyQ3NvOWx0SGRWYXR3dldnVnRRMVdsL3V6VVRKMWoxVllScHpvendMQWJlK3dvL3dseTcwL1VxQitIQURlYiszYmZ3REF0NnhaZUdrbENXUlk5emNDd0pNV0tmR01kWC9RS200VHpWdUhMQ1VDdDBpVGRNdU0wR2I5RzRuUEs3TzJ2MnA5cG5GbmZOOEVrYlNBUDFsRVNZWlZhRzhDZ00rOXhkZVlaKzFUaVpYYVVBNEEwZWV3aTFaSGYyMVVGS0ppZlg4QUFNY0JZTkZmR0JzZ0FCaTBpSVlMVWYrZXQxNHYyem9Pd2xLTlJHSWRKK1poLzhZZ2NpQ3c4QnFZRUVpS0c0VEFpdHUyVFdiQzlnbkpwTGU3c1Q1Qk1wREdIRTY1RVlXY0l3YU1YNUJxQkcwczlTNXZjKzFqQU9GcnNtTWdZejBKM3RlOTc4dnhacmhWVmJ4d2FNa3VFS0xUMTdvNzhSaFBWUlV2R2x6OFQwQnczZHU2SzliSENURjd5a29TNHRSaFliOVNhRE0rRWdLbGFkU1V6ZTFXWFBaMW53UEVvQUN6NlVSVDJOWGZWYlpqT3VkWVFnSmVFNFk0ZGJBamdWRnZaRVJCOHJ6dVp2Ykx3cktkVlZMUUlmL29TT2NOT0dZWWhRd3haK1NNOGtqNmJGZ3VnWWY4VDJzdjU3anZTUUdtcmhrNnBmNnhyNjloZEwyd3ZHVEhWQ0gxcWY3VVY5cHpQVm8yb1RuUEYxTGE0TVd2alI3N2dzcnF1VVIweCtYQnF6V25udnQyWEtyUWdvcDcwMERTU205SStlVktwN24xM1BYaGY1TzZpWTdNS1Y4a2hHT0dJZzRlYkVsTXdJVEhOTlcxcGdqODNsWHg0Rll6d0w3YjAvblY2N0hiSUtuclVNTFEyU3ZuZjNUTzk5aEllTllkbDNjMTFmN2M1ZHFpSmptbmZ0azdzcTg2V3JtUXY3bG1JV2VHcTZ2Wi90TkNqMWtKSkE3NTJoOGViWWdWVm1pckpNRlpiOEIrdk5BcEsvUkIvYm5YbnF0UFNGcUU5eE0rS1VIOE1KRXFSRXA5Tldkc2ZsZFRmVGhscHFxS0ovY25GWE1CeDFBUjJjQW8yZGRVUCtiM3l1WGFva3JRWFNEQklBbkp2dGI2T0crdzVTVTdwbkNnS2hHaWYrL2UwekRxZDFQbzNuWXpBTnhxU1A3dDhUcnlMdGNXbFJ6SkxzYVlYMlhHYkdEU09CQkRTSUJiVXh4TytUR1FzcVdyYlZjaUVoZ0x5MkU1SWs4bGtNa2c1U0ZmNis1WEFRQXdhL2xVcnI5K3N6QUdBVWdZb2NENVYzekgydVBVdHhONDU1Z2dCTjZUQ0NzRUFNTVNTaUpTd0tiaWl2WGJKbU9LV2dYQy9GVWlNZ0FBSU10aHJqWWxxVXhpcUx1bDdwbkkvZlBjbWlQTEpqY0FtRG9COUVSMzd2UGQyaVRWYVpTUnhNT0FtSlFaaW5ONXhxTHlta1VDMlhSL28vWVVBRUMrcDNvdEEwanFhcXBybjdYbVBxZmlTRjRibEhUSVlZb0NUbWozdDhaR3ZJWGhLdDA2aHlsWUpxUjVraGo1Ky9wMjYyREZDNnFHMk9SdHFmdEp3V1p0aHNMRnBxN21vNlBTdDNBOG5iektBQlNEOUNWU0g5a1A4SFVKMWdsU0VYSVRrYnhnS3RBMW51TnB2cWQ2clNKaEhVbjlQMklMeG1WbDkyVUFZeXU0Ymo0dVZiNXF5RFQyQXp3dU1wU2FkU2pKMStWN3pIQ1Y3Wmd1U016d2pyeVEwSHl2cUdKYkFSSGJwSnZHVXdjN0gwa29meTN3VkcrUVFFR0RqVnh4ekUydGtncHJNVVA5V0R5MHRGSUs5a3AzVy8yNVlrLzFiSko4NGZYK01QTmI3S21lTFpIUEJBbFNJRjdzYmFrYjdSQ0dIWGd6YmhGU25QUzE3bzZ3eU9FWVJ5U25yNk4rMUhtMXVHVGJUUUN3bUpCTU1zM0dFKzN4bllHQ1RkVnppV0VaU2pqWjFYejB1Ynl5Nm1JRVVJQkFJYUlYSVdZVUlEWEZzUWxJQmhERUpXOTdRMEtIM0Z6UC9jbDJOTmVFQ05xNHdpY0JDY1BYdk1zZk5vd1JCWndvdmF1bHZqMS9jODFDaGJIVjNxYmFueVY2SFZmWmp1a0F4cTBtOGJPbUREMlR4dE1LREdEUTNWam56Uy9YNW5HU3hYRGw0dE1RTjZLaHNjS3kwRnFTNXJOU0gwWUpxUXZNSUJ2dEN1UzQ3MGx4MmgyM0FJcCt6bkNLdCtuR3JPZzh0K2JnM0xoVklxYU02T2IzNHRoOFFnWUlJTTNRTlNBUmRyOGxNUUsreDk1dXR2d0UvdXRnSUlITGZDeVlWVVJ2c0lyQ1I2ME9jdVQzUWxocEF6NEErSWFsSWpobXphNy9YMnUyUHRuYWRyOVYrUDQxcy9zN3JkakQ3MXV2cTFydlBja2lBY0FhSjRpTTJReForM0tIZFlzRldTTnR1bldMa0FBMjYrZFlCQUZnZmxSbi9aZzErbkQwci9oTVlCWE9sZFl4KzV4VmJQL3JXM2hlbGtYRzNHOGRqNThCd0QxVzhSNk5Wc3VMb2NNcS9nVUF6TEFLZVdrcEtLNVk0d1p2eE53aWhmOWZXclJldFZRbElXczl4cTNYZlNlS2lRbThEWkFrUklhcU5URkFSR0VQZ1p3Y3plWVE0amFCZE5rL1RrcE9RWmxZQVpMbW9HUWRMQ1BwT3VpT2pTR3VQdzVXM0N3TnlnM0VqRlArbHZxNElqb25SN001cjh2M1N5WU9lRnNURTk4dTF4WVZCcVpXQWNLd3Q3a3Via3lub0h6bmFtUlNta0g3K1h5SDZURlJmZVpJVTdoSnNHYk5mVTdEbnVSaFFLYWh5NzNkZThKRi80cmJ0azBtcVJRSkFXOEF3ZUI0YThqbG51clpITEhVMy9UeVR3bzJMeW9FQnFmOExmRlJmK0h4VVB5Z29acy9zRTNIUEFCTThiYlU3Z1VBY0tvWmF3VXF2dWkxMklLS2UrMUpnaFdQR0xMTGRXMStpbVRTUlV4NG9iUCtCaG13K1lFWmlzQVBDRUZQblhydTIzR3FpWUpOMVhNWmdWdW4wQk11SjI3U3lmejVaRzUzS05rcFpZendKRWYybXZjcExhRUJjVUhGOW13a3BTeUVvVTZWSE90Z2FPQW5QZnUrUHVZOWlpdS9OQTJFdlFLWWNRSVJCOC81SGh2SnJYaGdGaWQxN29HbTJwL251TFVVNXBRYmpRRGJIVTBHaEgycjRHWmZjOE9QWFdVN0NrR0kxOGVRQWVWYUxnbXdtU1BCWTBVcFNpVVpScytoNXg2T0l6dkFXdWNnS3A5blpMYjdtbmFQUGU1dVRXRlNiR1lJazk2NFBqU2FHbERVdjNDVElPT2FxYkJVSkpydGI0cjl2ZFVZWnB1YkdVbEVZTnpiVWg5bjBKaTNxWHFtYW1QM0U4bmZScE1CUlJYYkNvRFVUNWlDdnRQYk5qNFpBRm5UMW9NcFQrbWdUMWRWbHAyb3FWTnNreDhta05lOExhL0VrV3d1MXhaVlptVG5jWkRwaG01ZVlRb0dmRTI3ajRaVEJwWXNCM053NGJXemh3NGo0azBBU0lqc3Jmak5UT0J0WUlJUWVDOEMyV1FJUjVsZFJBeWJDdHJ0VTdMdEtiYVBtMEJQOTdTZGlITkNCY3M1WFpMcFlLaUVyZy8wUHhmOVdJWmR2TStVa2pqWUR2aGJ0TkZGMkR6M3B4M01aaGFha2gxVkNKZGNZOWVhdkozZkhGUE1MQ3U3YjdJQU5vdGRQTjhPQUZCUXRqVVBURWxkSFZvN1FCV2ZtcDUwRjVsOHI0T2IweVZ3NFcvVjR0eEVZYlRvVmd1bEJCa0lHYjYremtjdVFTUmVVSnJMcjEvdi84T1NrdTJaeU9VS2h2eFBrYUs5c0h4SExoQ2xteExQTWdlc1FOM2MxOVA1OVg2SXpOY0pOWjlRWmdrbTluWTM3bjQ5MFh1N1BEdFhBY1BiZGNtKzN0dGVIOGNlSjdHa3phR0Evanc2N2U4bktacU9kdXkrVXVTcHVaTVlIdk0yMTU4R3FPS000U1lGMUNjVDVhUVdWRllYQWJIVlVzb1hqSE9PSTRtTURBczkyMXdjMFRZd3BIZW5wQ1d2TVFScjZ3M0E5YUxVMUkwU1pKK3Z0ZmJWVlJYYUxJUE1ZalJESFNmMlB6d0FBRURJQ3dHRmpVZ2U2bTdaUGVhN2N5aVQxcGxnOXZXMDNwQmw1WHBxNWdGQ2txK3BmblFtYi9HNkIxSkpWVFlENGZuQm9lQ2U4ZkphbVlvZklBRnZkRjIrOFB1Q2tnV0xnY0Foa1FrRUd2R21IaHRERkJWVjdQeWtKRG5FSkozeXRqUWtKSUFBcXJqSzdBVlNpak1BeGpBbmRTbGR1dFFKQUpCWEZsaktRT0ZkTFEzdHJ0S3RjeGlEdWZMeStWOGxPbll1MXhZVlVQRWdDQjBDd3gzY25qUVRCQmpkclhXKy9ISnRuZ3J5Wm5tSlBSMHRUYnl4bnlKUEFqTjhBZldFSzJ2cXA0T20rZVRoemwzWEk4Y3d5VDY1QkZBZUphSUZ3NFljRTEyVDdUQXJKYkZrS2FqemFNTHNhYlFCQUNCWGtraElHNUFBZW5jajJTYnczc1BMVmtmNkwrSFhGaG53WjJ2T2ZieEVnQjhCd0xOV1FWdG1GYmhuTFNmOVgxaFMvb1kzS1NyZktuNWxtUmgreCtxa1IwWnl2bU1WcE5GZDdoOWJzdmYzV3gzMzJWWVJiSXU2cVZIL29rVjJSUGFUWW01UFdrWHkrd0ZnR3dEOG4zZkJCREFDd3pyR3pWWVJuckFnaUFKYXg3dktVaWRzdHp3SUVpSGluMUFHQU11dG4zVUE2TE1pSFNPRit6K004L3czd3hFQVdHOHBLTWhTaU5SYmhNa0Uvb1lna2tpZ0tOYU1CakZyWk1BNVR4UVFRVll3RVB4Vm91Y1Z1NzgwVGFJc2tVQUg2ZHJsdzhDbTNHWUFIRHowOUVQWFhLNHRLdW5DSlNXZDdHbmIvVXFpNTl0bkdhdVJzY21oVStxUHh0czNtWm05aGlPa1hBN3l1SkUrVjltT1FoVEFydUhBL2d4bitqb2pSRWQ2OTl5SVRBNU9TblV6U2RsazhqM2RlN1RSOVpCTjhGS0dFQlJBQS83V3VvU3FoSlVsMnpOTnhHVVhCNFovVmJCcDBTeUY0YVN1SmlYZUhiNmk1bWFTOEJrMDVHOVZybVJMS1FaOUxidTZJS3d3ZkIrUlBOUFRQRlpsT2drbWZUd2dlQ2ZqUTBQSW5SOW0wbXp6UlkwREZMdTFhWktManhMUWllQTUxUis3RG5DVjdaZ09FaGRmNkIvK3paVFVsQndTeHBXZTFvZGVMNnFvK2JBVWtrdUp4NzB0dFhIRUJWanJSQ0lzREJGdnRLRjlCWEo2M2J2djYyTUkxaFczYlpzc0JNdFRVQndsVXBQNjJiVWo0TllVbGVTYW9TQnJBZ0JJY2tBUjZPekkyQkdQS3M1VnRpNFk0bzBGWlRXbEtQQ0sxN1NON2tkUldmVktFOHdrTG8xdU5WbGRJNFRpN1c2dlQraDFVckJoZXpZQWZ6OUpjV1RvbEcxdjdERW9jb2c3aVNETlpQTHBpR2wwWWRuMkRaTGtWV1NPZmtKOXJyOWxWeHlKVlZRaHk2UkJWeG5IbVNFS3hrWFFybGkvYmJMTmpwODFoSHk4cDdWaHRGbVNWN0o5RVJHN2pSbkd0M3B1S0UxamdUdzcrL2FnbEQwcVlBb3k3dlEyTmNTUkFVVmxELzZkSkdEOXIvVC9LcEdDVTJSUHplY2tSQ2dZUEtZNEhNc0c0RnBuMlB4eFlSNXdVSzhjNjJ4SHA3SmwxSGRXWUx4WitBVCtLa3dRQXU5QklGRUdJQUlnWG9Ed3ZJd2pOV1BSN3FCaDNuVzRZMWZDenZQS3l1MkxBRERMa0xZQVNIYmh4UDV2amhwK3VDcHE3aldsM0cvalBMV3JXUnZUa1ptU05ITTVtUlFFeGo3YzFWU2JNQWJMeVZJK2VUbkF2dk9hN3pHajJLMU5BekN6dXpyQ0Y0bWlza1czR3pxMDIrU0lBRzVQOHpkQlFqSUFBTUNHeWVzQllMb0k4Vi8yZFQ0eWVrSzFvK2tXT3UwL3NmK2JBeXZMcTZ1SXNYMzdHOE9tZUxtZW1wdVl4QnhUNTgzTVpxN0hDeGRib3VmWWlLa2JrTk1VMDRUV25wYkVGK0JpVC9Wc3llajlGL3FINmhKRmt4U1g3OXcySXZsalRpZHVPbjAyOE9zTHZZOE9GM3BxTmhuY2ZQVmc0ME9IQUFDS3loZnZESW5nSTcydERjT3h6OC8xMU56RUNYT1I0SHAzYTBQQ0RPRmM5d096QkNtWi92UmpIZm0wYUJVZ3Z0SGJxbDBzS3QxV0FPam85elhWdnJyaXRtMlREZDBvOXJjMWpNNmVGMWZXYkpmQ2ZBa0YxNzF0RFdPK3U4bU82UVVNMkd2KzVsMWpMcncyeEEyWEFueE1QRTE2dXVNUklOa01odkhjZUdSQWNmbUR1MGhLdnlMRVB2QTlackRLbmZuQ2xLOGh5aFJ2VS8zZTZHMWQ1ZFZWWnNCNGxqbHQ2N3pOdGVPUUFRQkZtNWVzQmdIa2JUditTbkhGMG9hdXB0cHRZQm5YcUdCemVWdnFmcHFUbzltUUc4WERvYXN0ZlFrTUdBRUFjRXIyUDBvaDNwQ2s3Z09uUkpYa29nTXREWS9uNUdnMmhVUHU4RERiMCtlTGo3L0o5ZFRjUkFndWYyUEQ5MTJWTys4T21iSWwrbThvMnpGam5VUThqRWo1Skd3SGozWm9OencxS3F0dkVWS21vYUs4MnZOMFhkenYxb0pWV3BvY2JzMG1NUUlrNURCSkVtRUNEeWtScVRHQi8vSjQ3VzNNZU45dGRaZC84UmJrM3ljdHFmcWFxTlNCM3dMQW5MZHB0UGRXOExybERSQ05MNDlUbkE4QXdFK3QyN3VGa3dDdzVWMTh2V2lNNDVRT1lCM2ZhSHpVSWx1Nng5aytnaXRSQ29xL0JUWlkvNnJXT1dOQ1dmVC9GVWdpNHFpSFFOaFUwTFZGUlVtZlFjQWY5Q1VlK1FPdzI3WWc4TUh1NXRxT29zb0hQd3hTSHU1dHJ2OHpBQUJsWnkxbEpFUCt0b2FFYTVFVjY3OHdtVFArRDk3bTJvK1BkNDFZNGRHV2NCUlZvU0hqd2RlZXF4c2pLUThYN0VvMlhEMi9aM0ptZHJGUThGTDNudnJSb3IrZ1lrY0ZTamtOU2I3VTFWRTNXc0M1eW5iK0Ewbm9FaWl6OGZMRmNVZDBURVVwQ2ZMZ3MyZGUvRnBnV3VXRDVaZEcySTlqalpsWHJOODJHU1hkd1FoYXBSMnZTTUo1M1cyN25nZUxyQWdLT25lNGJkZVlwcFdyb3NaalNOaC9xQU5lS3k1MzNuMHB3SC96V3VlTnorYTZRMHNpUTd3UENFYThMWWxUZVlncHQ4alFRRXN5c3lrTVlabTM1YUdmRkpmdjNDWU4rWnhrSUh2YTZ4T1NBUUFBVE9GRmhtQW5IWXBaQkFMN3ZhMzFjWVNiVFNyRlpGSy9WUGxxYjFQdDF3RUFpaXNlL0hyWHhmTmZBdDlqaHF2c3dZMkFRbzgrcnVGdGxqdzYvUHJScmNsemw2d0Jwb3gwdFdpajU1VDg4bTN6aUNpNXA3bGhiN0duK2haSjRqVi9XMkl5QUFBQWszQWpvQXo0bXVOVEI0ckxha3FKS0JOQXZ0amR1Q3NjWDFpNWM0VXdwUmppQTRjbmtmckJ5MEZiWE9lL3VHem5NaW5vS3Fwc1EwQU8vZWVSMXEvRnJHRTE1a2lWbFVSeVh6UVpZS1ZYZk00VThEM2YrR1FBRkpidFhCOGlPRDZnbjM0and6R3JrbCs2OUdTaWZSZlNUUE8zN2ZwV3d0Y29XYmdNQ1ZOOExidjJycXpZMlhDZ3FiWWFyREVNSkRiVjIxamJ0SHoxM3kwTkRwK2FLY3grQ0dzejVZUkM0RjNHQkNId0hnUUJab1pYbmZKQ1dIbUs5cUZyTDI4NzBkMlJjSEdZNzlZbVNXa3VBQ0d1TVNZblJTSUkxNnk1ejJta3BxNlhRaDVST003b2Fxb2RjN0p3bGUwb2xGTE9FRXdkQnBQRnpVQXVLOU15SENoTHpBRDcwV3VkV3JDd2JOc0NRY2JTcXlHMURVQ1R4WnQzNUpzY3p0cE1ZVGNkOXVWTVZkb1R1ZnE3WEZ0VXpNeHlBK0EwTU9DbG5rNnRINnlpY05xa1ZEZVFQQktVYW4rQlowY0ZHY0xYMWRGdzN0cS82VVJ3MDRnZTdIUTY3U3RCU2wrRURNajEzSjk4L3VSTG56Kzg3NXNmdTJuRmg3WWVPL0REaE9hRkJSdTJaMHNGUHdHQXY0d2xBMmF0dWM4NU5TVjVRd2hEUDdNeGRiNlVkUHhDNzZNaitadHJGaktPSVgrVDQrQ3NOZmM1cDZTbjNpSkU4TEhldGtmanlJQzhUZFV6RlVhM0lNSDFycUNTOEVLVzcvN25TWXBOV1RFa3hJR2lhMHR5a1ZOU1YyUGRDNFhsTzNKQktsbmVGdWpJY1dzcE50MHNCaVpmQXV0a25PRTAxd29wL1l4QUdUbkx4eGpzdWNvZTNJaEl1amZLSThMbDFySWdTWGlJODhiWFdzSkdpem51ZTFLUzdKa2ZNazNZaTlMdyt6b2VqdXR5TDE3M1FHcHFxbTNqLzJQdnplT2p1cTQ4OFhQdWZlL1ZvaFcwc1FpUXpTNUFTNVVFWmhkSVNDcXduZGh0c25SM09qMjlPTjNwZG5jOGRyTkpjaXBJTEhhY1RpLzVUWGZTbWY1bGFTZE9ITWRPWXFNRmhHVnNqRUZWa2hBZ0ZvUE5aZ3hJSUtHdHF0Njc5NTc1UTFXaUpKVm1lcG1aOW1jKzlmMUxxdmZxMWx1cTNqM24zTy81ZnFXU1owRGhHWlFHRmxWVWZjbVM2cnpCbGFPMWZ0OFk2eDZYcCtvaGtoalFIUHBHWCtCSVRGRkNnQkt0Y05QcUF0UkFzd0w4NVBMS3hZL2VEakF2aEhzRW1hVFZ3OWY0eTRWcmQ2WmpnbHFEVEQ4NlhrVVh3b0VDQ3JXZUZBMHlEaGNrUUtvbTJiSVRUWHQrTnFMNUlGWUVoSFprdEhjeStyMWwyMmNqVXA3dlFOMS9MNnFvV2k0czJYWDY0Tjc3UW9FVnUxeENraUNDV1FUc3c1T0h2S1BpUCs3eW5RdUJjQWtwZGMzZnNQdXQ4V1BubEhqdHFYYXhwbmVRT0FFQVVmQXVFSVVBR1hBOTZZSGNrcithbHFEcjB4VFhFLzBOK0Y2czMwVWMvMDlEL2pzVStjZGJFUDd2TGdaTWhwZ0Z3di9Ib2Y0VnhZRC9tNGozd3Y1ZmhxNXJQQklESXdHQkxjVmVsSkh4QkFEOHVyV2hkbUpMMElqeWVZVUNITExVOFBmYzVUVXJnT2pEc1BBYUZsVlVGU3VGaWI2bXVwaUxJdTZ5cjg4R1RUMDFNQkQ4eW1URmdPS0ttaVVBOG5OQTZvVlQ3KzRmUXlsZlV2SDBWSVY4dFdtSjQ0NjBqSldLZ2ZJZnFEMFZPVGFYWmhVeHhlWVNxZzVmNDBnTU9PSW9sYm9jQ05vQmFQcXdrTWZPeFNpNmo3VDEyZGNxUm42SHlRSkZsYzk5MFJUc3RZaGdjd1R6UEUvWmROSS9vNVQ2QkRYV3E0UmN3TzdjUGdRUkVVYkdrMDQzOGpFc08xZkZqbmxBTkh5eVVUdnJyclJXRVdEcjJIRzlEQ3hyQ3lBVFNURVlFVXNxdkZNVGxMVitNQkI0TzhHWmF0ZElicWJBOEsrTEs2b3JsVkR2Z281Tzg0bzJDY1BIVkRpZHR3QUFJQUJKUkVGVXkxeVZhcE1pMFEwY1U4RlN3LzVEWTN2cm9jU3JGZGxGdVFJSUlzTnB2dnJhdjFtNGVsdFNZcUsyanQzdGZRNzhNMlJCWlUweFNqSjlqZmVGamhldTNwYVVsS0N0NmIzYjkvWGsyZk1YQ2FHRzJnL1dqcm9pRlc2dW1zTUZ6VGZCZksrd3NtWWxjQ1g4Yis2TDJTSTF6L09VTFZWTnFVU2tkQlVjL3ZuNDdhN1NYWGtFdUFnVXRQdkR4UlpYeFk1NXlwS1p3STFMcVdwS3BRajFOMXh1K1pzeDk4dGR0bjIySXBvUEFHQ0I5bkswRVBYb1BoV21SeWx3UUUvUDZMbU5PRmFJUHlGUTlSMU5lMk1XdHdBQWlzcDNMUVVHaWtKcWNLb3g4ek5EQSthQjgrTytYMFVWVmNzSmNLbGxxQWx1Q3JtNVhzT1lIY3pueUoxV2dMVzd5NnMvZTY4L3REL2lNZ0FNMG4zMXUrdmRaVitmVFRpMGJyQ3ZzeE1SY3dFQUZLS0szTDlDZTZnWWh1QmkrenV4TlRIaStOY2g3akx3NmNSSXk0RENzSWFBa3FIKzdrbURObVpYRzFCUm45VDQ5TUExWTFRb0pKVHFmQnlZc2hBVitSUFBqNm5hdVNxODh4VFRzaVJvM2NEa3ZmYURNS1lhN243RTZ6UlFGWVlzY2FTanhkdFhYTHJqUVViR0EyalRteSszZUlQdXNwcGxRckYwcm5DQWRHM1I4SUQ1bHY4M0UxZG9BUURVMUt4Vml2RUhRSW96MUh2ck5BQVFiTjNLcDZVa3JKQmdYZWtKWHIvaXNKbkZJNTYwSTVWSXQvdEpIUkZMQk1CSFRwdXhPbVNxa3hHbDFkeGNyM0h0Vk1QWGJsODh1czhNM0NzNmYrTC8zd2NBU2VNL3Q2REVtNm9sOHUwa3NHbDA0b3hDUnBLekdEbGMwYVF0aTBtZWhOMDlaK2V0M1puT0VaYVlNdEFCNEZYVFVoTmR3TlhWOW9NdlRPamZMZHkwYlliR1lSVWpOSlN3bXFOVmNpUElYdm0wUXpPU0hqZkI4RHQxbktrMG1kbmFXTmZtTHF0WmhsSk5HNzdPM3M1ZWVjL21zTWt2QUZPbnd1ZVlkdjNvTjkvcy91ajRRMGlhZG5NZzhHNTBMNTZyb21ZdEUrYWdyNzUySFFDOEFnQTV1U1hlUk5URmNrWGlvUDgzOXoxWm5mYXBHeFZLeGpYMnRqK0dLQkFBUUZLUzRVYkFiSktxUGNTMVc4b2g4bFJJSHRNUjA1Vm1HeE1ZRlZiV3JBU0M2UUFBTi9zR2Z4cXJmUUlBd0YyMllqRndwcmNHK0ZHdWkrVlNoUHlYVzd6QnZKSnQyVnp3QlhkQ3hpOGRNd0lPNXNUbFFyR2pyUWU4TVZaanZFeFpNcDhVeldUQ09rbEEvVXlwck5hbVBUOWZWTG96allndE5vZkYyMk1FRmlNbzhXcWs4Y1VpcEw5ZHNLbDZubFRLWVg3OHdhZ2lyYXVzNmlFQVNPR01CWmhPd1pPSGFrZVRnNFdydHlVQzA4cFJRamZldWRNNFlXd0FTRGZrWjRXaVBnckhkUXFBYUlRWkFDVE51dzdEUGtjQnk3eUhkMXZqeFlBNDRvZ2pqazhYTEhQRUlTWUNteU1yMjdLVTM5ZFFGOU83dnNndTVqSmdpNFJGTHh0Z1BJQWt0TVRBaVBKLzRlWXF0MFRGMnlZcEJpd3YzWmtHbW5yQ1V2VGZKbVBvNVpWN014WFNveEtzSDdkR1dlRkN1TEJ2aDhSS0RHb25ESTB2SU00Ry9BMTdSdHRDWFhZekYzVXNKcWs2b2w5UFZjbjVBQUtJd1h3QjJvbFliVys1dVY3RFlQWml4ZUNEZTNEdnV0SnNSU2F5ZDJLSng2V3FsRC9TQUtaeWdHc2tLR1BndzRIRGZ2LzNyRVdsTzlNNGFubjkvYUcyNlBsdTRlcHRTWnk0MjFLaGRsZWx1VWt4Q1BvYXRERUpwbXVML0cwQU5sZUMrRTNMdUJocWhjZWI3QVJ3a1dVZWMyZ3NZQW0xTEtENDYyUzN1U1VEazVoS2hkdTMzNTFNTjZwd002eEJZdDBNZUVoWFN2Y2YydlB1K0gyS2JhSkVXdHBsVk1waGNkTUhBT0IwY3BjcDFObmp4LysrMyswUkR6QUMrM2pYbytSRVk0VVUyRFZsU3VwQ0pubFM2R045VlBDMXVOVDdJSmRRd0xseDNPQjZBU2lsdDc2NVozekJOd3d2UzFGSlpjQ2dWSkY4emQveXJURVdmUVVsM2xUUVdRVUNuWXNjUTE1NTlRTU10VnlRZUpHUldCUWFNbzkwdEl6VlE4Z3JmemFUYVh3ZGNoVkNCbWM3NisrM2xVVGc5bFIvbHBEbEJrTEd5L2NYMjd5WkJ0aCtUNEZzOURmdW5heVZDZ29yYXZLSnN4a1MxWFZOeDhYS0hHb2MvOTEybDllc1FNWS9GeFR5cDZmZTNEOU9NMkVyZDg2eUNqVFV4ZEFWZm93WndpV1o2RGgvMURsVVlBOFdLbzdNWDEvWHRMUjBWeFl4bVhmdjFxWFhBSEJFOXdvUk5lNHdBQUFLblZZQklxUDJkMnd4V2pyaitMY2dYaEQ0VkFLbkFnQW9TZDBBQUFpa2tVNHhxYXBGbTUvYkJDZy9VY2luYUFGdDlNSG9ycWo2azJCQWIyWUtFdStFakdQUlltZ3JQTjVrQkxXUVNlc2pEV2g2KzRFOXZ2RkppMUppbFVaMDgzVHozbHNGSmQ1VTFJekZmYnozaVA4MzNtRjMyZGRuazQ1NUlhbTlyeFRNSjExcm1XeVNjMWZzbW82TWxqS2dtNzZEKzQ1R0hqb0ZBMHRtU2NCUWUvMityblRiekR3aTN0OGFSVXRpNlZrNyszcjFOKzJNQ2pqVEQwYlR2SWV4ZlVQdkoyZHFBQ2d5b1M4UDk0K09GZ1Z5YzcyRzdoUmZOazM1dmJhbVd2LzQ0eW91cjFxSHlDakVoY1UwbGV0djNQMVdJTkNMVXhPMXIvbWI2bDd2YkhweHFIQnpWUkVxU21wN3MyNkN2ZUE4ejFQSm5Pa3JtY2JkV3YvUXYweG1LelF0T2VtSmF6Y0RQOVBSNUV4cE05c2FYa0FBN1BxZy9hVS85Ui9jMzlUVkJXSjZTdUp2K1J0cnZ4OHVCcXdBd0E1aERXMjhmdjd3ZG4vajdndlJ6QVozdVhjUmtjTFc1djM5WWZHc0p3RGc3SldPNzllUkJ1ZWpMWHFLUGM4OUFrU3pVZWlIWXlmY1lRdENnTGtLVkdkNzg3NHVPeE5GcE1TSG10UDRxcStoN2tCMGthZGcwNjRDSFhBYUE1Um9hdS9IYXI4QUFNaktlellCdWEyZ3ZhSDJtTXV3UEtEakovNUR6MS9OemQxcWFMcGVITkpOMytVV01CWHlJcVZFKzJTcXRVdEtZUkZIY0FQQnFWNWpxQk1KaXdQWDJOR1NFaTkzY3I0eWhGckgrRldVMGZOeXFpK0pvSEhHc2dIakRCNXZQN2p2N2E2d0lLSzdmT2NpNHBoNEozVGptRUxNeHR2ZFk3NGZpWW5HSHdDRG5nQnFoOGZiTElXdjYrZUJVVHRIbWdKSUNnQUFLYXFmRGJVa2hTcmJmN0N1NldKOWJFdW5PT0tJSTQ0NC92T0F1clRmLzQvVThOMnVqc21FOWtaMm9TY2xZWXRFRXBMeHBiNkQrNDYydEhpRnUyTFhkTEpVWm51RExiWmJBQUNReHIrS1RKN3FiS3FiMURMVVlHb0hRM3d2aGxVek9vMnBsVUVZYkFnWm9CUXA2YXV2SFJXZEROT3FONkJVNS95SExvd21uWG1WMVFzVjhwbU04YXdROFFPVHpiTzJCK1ZpQ1JqeTE5ZGRjbGpPQlV6UllLemtzYmlpdXBJQVpnVXM2M1dKbU56V2RQN3RpeGYvUGdRbFhpMUo1OCswTnRUOWNud2NtT2kwL1hIcmRmMDF4aHk1SVBEZStGaXp1UHk1UjdpQUIwR3duOFN5RnpTVldDNGhlTG0xNVpzM2dYT1h4dFJWRzFNZXNxaWZFU1RpblR1TnNYU0RJdGVGU1pOckRDNFNnTHMxaWc0ZlFYNnBkNEVwS2NoMWxhK1k4VkZuL1F2WGwxYys5NWdHdG51bnd2RW9nbHJmMW5OclRKdkY4c3JuSHJPVTZtRTZwUkhRZE4vQjJxT1IySHQ1NmM0MHdjUlNYK09lWHdXa1NBT0w2K0ZXMHBpc2tLSUtxd2dBM1VGVDdCbHZMd2dBb052bEhvN3NSbXRvaEFYaExua20zUUJ3KzVMT3Y0a0dYMlFTblJrZkIyV3ZmTnBoWjA0UFduUUNpR0dVZmVEOSs3bHBWd0VETEd4cnFQdm1mWGNLcjZZeDhaaEU5VzViNDc1M0pqdm01ZVhWRDNDa21mN0F1NGU1d2lXQ1NmLzRna1RCcHVyNXlQQy90TmJ2ZmpaV3EzTmg2YnlGa2ltSHI3NjJQU0hiS2dKT3d4ME4reS9uclJwTVo2U2x0Ui9ZNDNPN245UU5YU3NnMHRvQ1BjY0hBV2tranlFQ1pRbTV0THhxbGk1WndZaDlZWHpoNVQrS2VNdkFweENJa0F3QWdKemRDYjlnMDZVMm9YaFRXTG96VndrbEZlRWREWWkzdHB6cGRqL2lkWUtwTnBoa3RkZ05VU1ROd1B1WFc3NDFTaVBLemZVYUZvcDFpclM3T21mdTF2cTZsNkxIZEx1ZjFDa3pjeTBKcTd1MThma3plZVhlVEkwcmQxQU90MTZzLy91UXUyeDdDbXB5cVFMWlpMZmphcEpHVzlza3pJRGk4cXBaa3BnSGdLNzBzWHVqekFXM3Azb3VTYkU0ZUYxckt0cTBjN1VDeHRxYWF0OForWHl2a3pMVVdpVkNQMGhOc2EwZ1M1NDgwYnhuVkEvQlZiRnpMU0pMSHJ4M2JYL1A5YmFxcU8vd1NnQ29ENHMvRGRteTVlTlMwSWNubS9kOUVPN0ZqZklyUmRiYXRCY0FTQUVnQnlBSkFQL1FkZllYSExwSUFzQmZBaUJyUDdBWHc5c200R0xEZHpnQUlwQ1NZYlhxTWFjT0FHZGRucXFIRkltVHFVbU1FYkQ4azRlL3RReEE3QWNBN0wvejRSOEJ3TCs0UE1KdUNSZ05KSnhKV1huREE3ZG1BZ0FReWVTd0dOY0tBTGpuTHQrNUNNR2MxZjVoKzVHd1NKa3QvRFk3NTdaQmYzMWR4b2p3bDhhbjVTelB1MzI5WThsUXo5VmpQWjkwekFnclkwZURUWjNsV3ZqSnBmZG5XVExZZSs5bWwyMzZnMnVmdm5hMmVWalRiSVUzTHJiVVJ1ODhRdnRqMlJJVlNkSTZPKzdiRzQ1QlFlV09ISVo4OWMyK2dWOFVsMWV0SW9SYnZnTzFwNWF0MlRIRmxtQ3NrNG9kUCtXODBPL2V0TEJNTVg2cnZYRnZiSEdkVFZWRlRCTXJKYkV1SmEzZUZKYjhhRjl2M3dIYnJMVEVmaEtyVVBIT000Y21NZ055U3J6MkRKdFlZMG82d1IyaGtFR3N3dGV3NS9uSWRuZkZydWtLWWFhdTRGSzZmZFpuUTROVzQ2bHcwcDlUNHJXbjJWUXBBUWdrZFh3QzgyRHJWdTRhWEZBc3BQeUVBMytRQVhWS0szaVhzUkdaNnNodXlCQ0hCNjBtaUNPT09PS0k0MU1KbmZqOWdnQUNLYVZpdG0zazVub054eXp4bEdLc2hRVDd4S1pCcWIraDlpY1FqbVVVd1pJKzYzcFR4QUk1R3Rrcm4zWk1TMG40RTBJNDZ6c3d3VG9RSUN4bVo1UGFYeEtKWmwvRDNyZkhiM2VWMTdnVTR4YzB5NTZ1YTliaTRXdDZmWGkrd2NMU25ZdDFodXNVMGtka0dFY2pZbTN1OHAyTEdMTDVwT1RIUkNUT05IcGpGczZMeW5jdEpVdG0reHYzdnBsZnVuT0JydkVIZkExOGdpaGQ0YWFxSWtKWXJBQi9wZXRzdmdvT3ZnL3dpblEvNG5XaUpVb1lhdnVqOTUvbmVjcVdURWtsRnZLZkY4d1VjemlRelg5SUg1T1F1OHByM0lyUkxFdkpYM1llcWgzRFhwdzM3eW5ibExrcGF5V3EyMjBOK3k4V2VtcldLeUdacHNscHpNSXU0RGlOU0xYR0t0aER1SlhUNE94QnBiU1BKYW10dnNZWVRnMmJxK2FnRUFzSU1RZ2tMN0h1bXgrTUNIUExqMzBIZDNjVWVuWm1jR1NWWW5qb2x4SG5JcmY3U1IweU1sWVEwSFhTaldFUWNvcXZzWGEwVlhTRng1c3NRTGgxVXg3TjMxZzFVeU9ZYjdMZzBmR2ZIWUc3M0xzSVVLd21oVytlYnE0ZGt6Uzd5N2FuQURlMlNxU09vZjdRcitIb0N5S3YvTmtFUW51UnhiVDNDKy9OTHlmT3JweHUyajNPQW5jcm41NmNzRnFRdWdVMnJhRHRRTzJFRm9UQ2pWVnpGTVBTa0NuL1crUzEzQkp2b3NNbXZ3QkFkNE9YOVVsMUp0d2wzblJDTVRkb0tiL0x0cWJNVkhDMnMybHNNYWR3MDdZWmpPTWpJY3Q4WWZ6N2MzTzNHczdzK1FzVVo1bHQ5WFdIaXlxcWxnT2dzeTJndGJpMjFMaTVvQ210alhVTkFBQXNNMnVWVXFLNzdlRGVHOW5aMlE0Z3NBQUJDRWxxanFSRU8wTEppY2JhNzA5MnJISDgyeEF2Q0h6S2tKT1RFNW1rQktFSUFYQUJnSnBTY295VlUwSEoxMUk1MStlWU1IekVwamwvcnhmWVN3Q3ZTQlphOEloVVZxZk85UGxvYXNmRzA0K2NzNVNIcExyR1VHUXkwTWVMZnlCbFpyaUJWRTk3NC9PZDdwSm4waEd0bFJUUWozYTJ2TmdEQU1CMFcyVklxaE1HWTJXV0NVZE9IdlpPa3RCdG15RUJWaUVRQjJXOWM3RnBaS1UwTFBLMkdPL2NQbXlmaytHU3BLbjJodnRVTEpraGxxTWxyekZOV3krNVBOTGV0SDlVTUtkNHM3ZkFERm9oVFdmNm5Ia2J2dE56dmUxU1dBMDd3cDVZRFFCdkZteDQ1dWNNd2Z5a3Avdlg0WW1UUlZsNGpTdDZSdjFOazd3ZUMvUS8xWTNqN29wZExsSk14NTViRnhQU00zOEhRYjFoUzhxOElmdXVmSjFJT1FGQVI2YjlwdWRLeDJldWRyMXhFY0lVTDQwN2IxN3l2ZHh3ci90Q1JQaHJJUUQ4eTdLU25YL0ZrT2Q4MGovME5seXNmeVo4cmdBQW9OdFREdmJmdVhUemZnK3lnSnVYUitmZVA1dnNJTzllYTRQb2pQZVREOGUwL3ZrQjRCQ0VLOTZTK0ZKRTRoTEIxMUh2amVua3NMUzhhcGFtK1B3ZTgrcXJHY2xaQ3lVRDFWYS81OFE4ejFQSnV0SldCSVY0LzNUejNsdnVpbDFiQU9XbGFNZUVhTGc5MVhOQjBoSUUrSVNrdXNvTlBtdXczMnhJU1hJeUpITUZJZmo5aCtwaVdiQmhtaUh6QldEM3lSQS83N0pSV1ZDb1VRcW51K1NaZEFDK0FVeDFWQm1RYjZyQTRWUHZ2aGdKbEREZFp1VUI4bUlwMVVzZGpYV1hKaHhYLzVKOEFwSEtrV3dFNG9TdmNlOG5EeXpLWndBQWpCa0ppaXdkZ0VCYWc5Y3VUY0tZaVNPT09PS0k0MU1BVHFNRkFRSWd4cldZeGYrRVdXS2RsTkEvTkJoc1NVZzBWZ2RCYXdBQUtLajA1aWd5YzdydkJRNWVQL2FER0g3eVczbG1Va0twRW5DbDdWRGRMMk1NUGFMekpMWEhVWkhmMTdSM2dwMXg0ZWFxSWhDVUxFbmU0aHAva0hwdUgrenErcDRKSXpIV2RFM1hWd2dGdDNUa0xjZkRDelBGbTczVGhEQWZRQ1Z2RVZCQzRKcHhORmF3VWxUdVhTcVp5bXB2T050UXZNWDdJRnBpd2UzZ3hNSkdmdW5PQll6RE9pQzZ3aEV5U01pM0l5NVBGQklQSVlOTHgrdTkvZEh2U1pZSlN4WEJMZENHUWRmc2k1VEdtcU5YY04xbDI1Y0JRakZUcXFPemFlK1pzVWZtWlVuejFCcUIxbzMyK24xZHJ2SWFOeW5Ta2ZGUVNQSmVRMU9yTFJQZk9IbDRUMHdiMXVJUzd6VFE1V29oMUNuR1JMYXY0YjBKdmV1Rm03Yk40SXF0SkJBZkFXaUdyN0h1UkZHNWQ2bGlFbjBOdFNmY1pkdFRBSGhoUUdwdm5vbGErYWFNOU1XZ1dJQVlEZHBJWk44MnRTajdZbStpQlBPSlFNQTZZTk1UYkRvMzE0cWczdERaTWxGN0NnQWd2NkptQ1RDMURwQ2REbDVsRTFwYVNkTTJNZ1JsTXZGYWhIbWhvK05MVmlqMGhtR0hQRUhzZzQ1Njc0VCsvcUxLaFJWU0VXZEF3bmZnZ3dsQ3E0V2J0czFnR3Z0em9lQUhrWlg3bkpMZnQ5dHQ0b3ZFYUJodjYyOU8xb0xoTHR1ZWdseDVBa0kxMlRoYkNSYWM2anc4bHZWUzZObVp3UlQvRXlENStxbm0vZU1ZTVZ0NXd1eEYrWVFnMnVwckR4ZFZWaStVQk1udGpkcGhWN2tzNUJKWWEyUGRJUWhyRHlpRnpOOW9kQUFBV0ZPbk1sM2FIS0JNUUVCTk0xSm5tUlQ2dCtyMHhQRS9RYnhsNEZNR3kyNVBnSkdudDRtQ0tScXhPSUw3YXJnajRMYmsxVXhqbHhnNFZ3a1ZldTlpdmJlL3FLSm0xOUIxL1RXTkdYTUZoSTc3eDYzaXVqeFZEd2tscmlEVHNoakNSK01mNHZrYnEyYUF4UFMyaHIyZDJTdWZkcERoZUdnNHBEZEh4aW55MVB4QlNLb1RCakpYaU11R2s0ZjN4TFIzeWlueDJqblRpeGxqeS8xTjcvNVRoRTVmVVBLMVZBMWdDWEx0c015WWtja2tUMnB2NEtPcjQwV1YxU1c2SXBNYlBIZFFxQVB0Qis1N29SWlU3c2dCS2RJTk81YWFRMVo5dU5EeDQ3Q1BkRFRXbjJ2OTRYLzFOOWIrK01Za1ZMTC8wMGllbmo4VEdWL2ExbGo3RHN2S2VuZ3dGSGd0Y00yNHMzamxsNVlRMDc0UzJZK1VtSHExNjQxdlJBb2FHcmV0NENTWDNPdSs4QWdBL0NKcXlJY3ZkL3prMmRiR3VvYnJ4NzY5S214M0JRQUF5TFJiVnZEZTF2OVQ1NUpUNHJXRFRkOU9LTzlJcHM1RzM1Tm81T1o2RFNmalJjSmtyZE5EVTFCSExVTGpZa21VVk15RnVIQzZlZTh0VjNtTld3cDEyOTgwdWJnT1NseVBqTm5vOXUxZk1ZMHRzcGhvUDMvMG8yRkFmUVZxUm5zc1doMEF3SU5sMjVPSnFSbnRqYlVuM1laNFdDQjhGSm53c2xjKzdVQ0hjN08vc2ZhblhLTUZBa1JuWjlPTG94VEtaVnQycENLeXgwaFo5UjBINnlaTXNnV2JxdWNqeUtXQWpDd0xmSkZqSUJocDVlRzJwTVhJOUtuaDNlTU9BM0hFRVVjY24ySklZTGI3L3lGeFRVd29DS3p3Yk1zR3hQWG8wRjVMU0xhWEFHZ1h6elI2N3k3YnNtTUtVMklwMDQxams3WE91Y3VYekdjY2M3SDM5Z1RWOVFqTXBJUUtSR0FKcGo3QnBzM3RxWjdMRkR5QXl2SnJJSFB1aHJTV0tIbzg0NXJ4VlNIRVRleG1qZEd4SEpIY3JKQmZWWXpQOXpmdWZTdFdjbGU4MlR0Tmdqa3JkSlc5VTFBeU0wbGExcElnQk4rNjNESzJzTEdvZEdjYU0vam5HZkZlQlRoRTNiZnJJL0djdTJMWEJrQzB4dFBSODhxOW1jajRVazd5STUzMDMyMnQzLzJiNk5iRHZQTHFCNURyNnhESkN0UDR4OHlYQlp2RVhBTHFiNi9mMTdXMHZHb1dNRXhIQWtVSXd1QmlVZEFTcjA4V2UrYVZQNXNnYlhKZEwrdjdGZE9vZ0pROEFUQlc1eWkzNUt1SmpPdXJmUTIxTDNQVWxyVTFubnR2aGNlYkRGeTYyaHRxandFQWNOM2hsZ0kraW1ZSkxxbDRlaXBJbkl1YytoakR0U2ZxNnc2UGlpT1dlRFduUTM3T1Y3LzNud0dHQmptMzF2c2E5cjQ4MXA0dzZ0NVc3SnJPU1MxbFFBbStBN3NQanI5SHl6M1ZHeG5CSExMWW9VanZmVkZGemUvZDYrdjdDYmZaMHN5Z3Vob3JUaW1zckZtSkJLWUd5RU82ZW4rOHZaKzdiSHVLcHRuL0FoQitkTEt4TmxLSXdYUTlleU1BUUZ2OW5wZjhNZHlhUnQ3OHBJNmNmOGJYdVB2SEJtZExoSlJkL3NOakYwNFdydDZXeEVoL0dnamY5RGZ1bldBZFdWeXhhQkVpSmZucWE5c1hydDZXQkVTTEpBV1A1VDBpNWpDT21SRXh6NExLSFRtS01OUGZ1UHV0U0NGcGF1cktHWnFSdW1qa2lKRXBNZmh4ZEF3WHgzOGNjWWJBcHd4a2FjNFJxUnNLTWFZa2dHWUNnRk14T1hxdlhHVlZEeEdwUUNnb2gzU0RwNVB1T09xdWVHNUxTRFAvd1o1TmF4U295K04vS0lXYnErWXdRVW1NczZtZ1pJK3ZjYytZaDNqQnB1cjVIR0ZKNExwMklIdmwwNDZzMUlTMWpHbGRYVTNlUVNqeGFtNUR1c21DVmh1ajZVclNoVk9Oc1h1M0FRRFNERkVKZ0RPSjVJdVJoM0Z1N2xZRDdJbXJVRmlkVmdpeURJTEZOd2VIM2dMNHRvS3RXM25SNEtJOGlVb2hNWTRXbkk4V3Z5bW85T1lZWUJVcWhOQ3dhYjNVOWU3ejBaLzkxd0F3QndEK0l2SkNjTEJuTGdEc0I0Q253eS8xYzkzK2Zic3pmZmJRdlJzZjJKeFRwaWxoRGxubVFLOXVUMDdUTkZ0Q1lMRDdLdU82M1o2UVBpczRkUGU2a3FFSms3emhTTW5VaklRcFVscERvY0h1NkI2NzVlR1dCUUFBU0VuTm11c0w4Tzh0MzF4VnBBZyt1TkR5clR1RjVWVnJKY0I3SU0wcm1pMXBxd2dOUEJyZWZTTXd0cjJvc3JxTEpHVVF5VGZDQ3VWZkJvQjhBSmdQQUREUWQrVkxZVnV0SDBVVjhpVFhFNzRrUXZkaTZoZjhSN0drd2p2VndjUkdLZFhMWEdsSnJZMjFYWlB0bDBCaW5TWE40OFQwaEZDU2Mwdi94ZjZYWWV0V1hqU2tOcUlGM2EzTit6L01yNmhaZ2lDVGVkL2RDY0krRUs0c2MySmxnQ0FVV1VjZ0xhTlNFVHQxNTZZOTVDcGZ1SjZVZWEzMVFGMU1MWVRDelZWenVPVHJxSnU5Nmk2cldnTWdQK2xzMkJmK2ptL2wwNUljSlJnSU5oVjVhZ3BBd0hCSGxGWGowdEpkV1RiRnZ5aUozcjVyMms1T0dIdGoxUnpPV0M2UStBVEp1SGJ5OE83UllJUUlSNndHbFJoR0lCR1ovZHhsTmNzKzZlV1hia3cydWNZUlJ4eHh4UEdmQnlJN1lKaGNTQUNtME1ja1Q4V2J2ZE9rRWwrVVVyWWdVaDRxOWJHL2NlL0Z2UEpuTXcycEZjbUFQTjdXVkRkSi8vcXVBdVJ5S3luNW5WaTBkcmY3U1Iwek1qMEtNU2ZJckIrMnR0U05TVm9YbGU1TUl3WHpFZWhkUkgyMVNkcW9Nbjl4aVhjYTJjVVdKZVg3QnBlbmp2djNEa080OVVDWDJnWUo0bjBOOEFHakx4Q1RsZUF1ZVNhZGxIRHBrbzYzZDUyUlJiTVhycEtNT2pzUGpGM0pkcGR0VHdHZC96WWdkVXVFRzlLazB5ZjkzN01Bdkt5d1FpNGpJb3kwZWtaZk01VHk0Y0NnZk5WdzZodWcrL2Ezb3JmbmxYc3pEU1kzSWNDOTFvYmFmeGwvYkdIVit0bStCdDR3eitOTnRpdmxBaFFtRUlXSWJDRWg0ZUxwNXRoYUNBQUFHbk91SVNrL25JSXBXd0tXT255NmVhSzJrOTJldnBvQlhYWlhQdmRsN08zOXVic3NkNlpRc3R6ZldQdmZBYnpNVlNIS2haVGQwUWwzd2FicStUckFHb3VMdDVDTXVmNzYzV05vNm9WMnRaNHNkZ2pBeXhKc1lvMGlOYWtZM3dxUE45a2lzNVFoMmxycmExOGN1M1VyZDVVdEtDYmlHeFRpSzIySHZGZGhwUDEybFdEY2w1Q2FPb3NCVG0wZjZKa1FReFZWVmk5VXFOSWxjQTFseUgvcXpURnhNcmpkWGlmbmNxc0VkZGgvb0c2VWtWQzRhZGRHNHJob2FDRDBUNU1kTThCVzdzcVl0bEhLNEtIbEZUWDVTb2xRVzdOdGpOWkZicTdYY0NhcDN5WlVMZjZtaVU0T0xrUG1TMFlwYmZWMWg5MWwyMVBJY0t3bGFaNWdaTXpYQkp2dXE5OWREd0F3YjhWVHlScG91Y0xVUnM5eGVYbjFBMEtaYSs0RXV0OWxDTXVKVkdnNGNET21TSFljLzM3RUN3S2ZObWpNR2Y3THRCaFRPcEZBUkZDSU9vU1RFMlE0N1k1NXZTSERscjNHQW5hTW0vS3pBUjQ4N0ZDMllrRFZFN0djaVNCNzVkTU9EckNPRUs0elJVT3RUWHZHK01ZWGxPeklZVXpNTmZwRGpRRklnY3lVQkE5WTNOY2FmaGpsb1pqTGdHekFjUW9CM1BVZjR1TW9YdmRSN0tsNlJCSE9Wb0lPdGgzYU81cThPV1l2K0tJeXFVV0Jocm9PODAwWmZEdFNXWGZmV1poRHVremxnTWxLeUkvOHpjYm8rQVdWM2h3TlJLNWlmQkNFK0tUcjBQUFhZbnpzMDV6YkZra1pLZy8vZnhBQXZKR05pMHAzb2xQSFgyQzM4WTVLRDh4SE1yUzJwdHEyd2szYnBuTnVMUEExYUVmeXlnY2RPcmV2RHFEVzJSVkRnTS9scVhxSUU4MEQwRDVwYldCdmpSTXdxWTR1Q1BUZC9PRFVpaHozQWlIMXBIdVhldDliWHU3ZElqVjV4WCtnOXFxcnZNWWRITGo5ZDEzSHZyc1VBQjRFQUFDbHZ0RjlyZVA1OU9sTDN2Q1p0c2pLK2JBektldVo0WUZidndvekNBd0FHS04rckdrSjFTSTBvczJRTmIvMFFISlN4cHloZXpkOU55NjFURWhxQWFBVUFMNFQrV2ZxdEtYUEl0TlBKcVhQV1dxWndWNFZDUFIvY3VYdGFCL2ZxM1pRRzVTQ1FVRXN0ZlBndVFtOWpSQ1ozSlJZUGl6Vk1ZZDBJaG5tTXJwanZIYng0dCtIaXVaVmJ5WmxmZWc3dU8rY3E2eDZNU001bzhjMDNya2NLMEFxMjU1Q2txOUFoRXhROG0zUStHSUJldnZkdm50M3BxY25iUXdSZFo0KzlFS3NleCttLytHUzRWRFBhL2EwdE1VQUxORFd0R2RVS05CVnVmaFJpMWxuTk0yZUlaVE0xTzcySEk3K1hNYXdqSWdDS0sxamwxdnF4cXlRTEZ5OUxZbnJ2RWlSMURSZ25TZWF2R01vY0JoMkZwRG13Q1ZGS2hrUnNuUTlaWUhTTVBPRzN6dm1keGhISEhIRUVjZW5Bd2dZSlNvSXBBc3htcFRubFQrYnFaUzFsaEcyYzg0a1F4bzgwYmkzelYzeVREcWg1bUtXUE81N1o2SmlQMFFXVnpqK0RrcjFkNzZtbUd3MmxCbVpxem5CQThPVytQRzU1b21MSzRtYXZqa2t6S00yalM4bnBrNTBObzRrd2U2eTdTbUNtWVZjSVVlbE9vODN2WEFkd3N3NlE3Q0NFRkdySGRseXFmUmp4NDd0bmJDb1VWRGlUZVYyYTRPRnNzWFh2TzlPa2FmNkNXWEJtZlpERTVsL2pOc2VsMG9waG1ncEdUeDE4dkFMTndBQThrcGdCbU9VNWEvWERrWHY3eTdibmlLVnlrZHB2bUk0OVEyQTZuaFVNYVFjQUxJSGJyWXZUczZZZTVJNGUyM2lkZHRWSUJta3NlN2JCM056WjJpSlNuNU9BRjFYeE85d0ppV2c1VFEvMWs5TUtzNjMrYm5QQ012cTRjQ25LbExIWWduWnVTdWYyOHFVL0ZnaXBvV0EvOGFabHVZa1pTNE9YdjNnUndCQXhSNjVUb1hVYmYvaEVXcy9BSURDVGQ0WkhGV09hY2ttM2REeVNXZGprdjJpeXBvdlNNdnE5RGZ2dTFyazhmNkJWT0pJVytQK21Dekc3SlZQTzZTMHZzQTF6UXFFeEFTdEJsZlp3Z1hJWWJOVTZ2VzJwdHBPQUlDaVRUdFhFNEtGWkdvR3NCbmRJZDRDNDJLb2doSnZxaUtaRDRUQVNSNXJuUkFuZXhsbWlLOEFxWUU3Z1J0SFJzL044NXlIRWF4VmFIMExldDVwQUFBZ0FFbEVRVlI3TW1Id2tYTmN1QVZBblFlbVp3dWlSTHg3NXgyQTc0MXBMWEhNc3Y1QUVidmJqL2ZHeDRyb01tUytwbkU4Y2NCN09IdmwwdzVnK2dZWnRGclJEbGtHY3NlSmNERUFBQ0I1YXZJalpQRjNJdXlLUE0rMmJDWFpvdjZCajE5RlVnc2pSVHlVR0JjUi9OK01lRUhnMHdZcG5NQU1RQUNUV1paQ3c3QUFBSmpVdFhtZXAyeE0wWU15cExkazh1a0pVZ0hqWFA2dXYrZlc4OHV6WnVSYkpBZmFHKzgveUNLWW5wendwQUI2bllHMlZOMjVPYWF5dU1MalRiYWtXSHE3ZjZqNStyR1UwUElLNVFrTWlyZE92VnZYQzJIS3VPNlFXNlJTaHppd2dLK2hicUkvYnhoRm0ycFdTNkJwUk5UVmZxaHVOTGwwVmU2cUlOS1A2aGdhbEpyKzBLMitnY1BSTkR2VWNEMkI5aEZKK3JDdCtiNDk0TEl0TzZZWWxsaHFBdDNWR1V0dWJkb2JNOEZhVkxwemlvTkoyWDd3bTIwQTVBZUFyd0xBNk9TZXFMRTFwZ29kRzNaU3doUTBDbHNiYTM4QUFNQTFXNlVwQXo4RGVGRUI3RndLSWJqVWRYaGlNYUNvZk5kU1VKQkZ3Tk45amJ0ZitsOVJ3amszTkZMYU9uL2o3bjhzOXRTc044M2dyWTZtL2FjS1MzZm1FcXFjcm1QZmZSVUF2aEl1WEFBQTZOZTZHcjU4NWRTdjkwYU9PNi84MlFRTkhZNjJ4dHAvQklBL2pmRXgveXpFMEtpUVQvYmNoeXFCNk1BSGJTKy9OY2xoTFlyK1o2RC96bHZMMXYveGZGVGlad2k0M05lNDUxZlIyNHNyYTc1S29Mb1lnVGFabFJKRVZJQUp6cWRMNDA2L0lTcE5DYTJuL2Q1aDE1WWF0elRWN2ZhRCs4N2xsV3pMQmdaemZVMTdKMHlBSS9BeWhXWVJaekRma3ZBR2Fud0dvT3JzUE9EOXVLaXllcjAwNWVuVGgvZkVMQVpBaVZmalhCUklsSzNEa0NtY3FISjhqZmVERFZkNTljTUE0cEptcWlCeXRmaGs0OTdvODBUUytFTUtXSUcvb2ZhdllnMmZsR3o3VXlCMWptdDYrNGszdlJNVW9oblhFMGxab0VpRkNFZ2lJRWdWdXRzYlpESDdOdU9JSTQ0NDR2alBCNGN4dG9NVTFHeGhob0NYbVRJa08wMzl0YVhjVERNNEsvWUY5WGZkYnErVERQRlFDTFQzMnBwaldOMkc0eW1wNUZZSzh1ZGJXMnBqQ3UrNnk3NCtpNkhhd3BEWG5tdXU2eCsvdmFpaTZrdDlvZUJieVhaanVRaHFoNk5wNTB3ekhrTUFZOUFTcjU1cmZuNjBJSkdxMHZJWnlMc09ydGJKZ0R6ZTNySm5ncmFUMi8ya1RrNnhCa2x2YksvMzlyc3FhdGFTNGgrMkhmS2VIYmZySCtia1Bab3BnUUlNd09vSmFpOUZGOG9OcDlyU002ejljTHlxTytrT04wcTRncHIyZVFHaXFhTmhURkw4VndCUTlsSG5yd0FBK2dCZ2pOQmQ4V2J2TkdXSlRIL0QrV2FBVjJTeDU3blBTeVhiR0dpekxNdThveG42R2w5OTdZOWlYVThJdDV0S1MzNk1IRk9JdEEvYkdyMFRFdktpeXVvU1pPd0RrSlNDSUM2ZmFhcTdXMVJlL1FTYW9aYXVybGZNL05LZEM0Z0l3OFdBM1FEd0pBQkFSM09kbmVuMkh4VnVmTHJZVjErN2Q4dzE5VlIvbG9CYTI1djNYWEpYVm0yMXVOVjRzbjUvekhZR0FNQnBLUW0vQjRnQktjMzNUamZ2bjFDdzRCcit0bEQ4WUh1VDF3OGpzWE1lTUcyYXRJTEhOTTN1Ym0zWUhiUDlSSGVJSFVMU0FhYXgzdFlERTJNbHQwZjlHU2lhZHFLbjV6dmcvOEdJUU9MbW1tVkFVT0Z2MlAyMXlhNHJBRUNSNXprUEtYRmRDQ0tOOGRTMmczVVRCSk9MUERWL0RsS20rWnRxLzNIOHR1SjFWZG1BbEhIaWdMY0JBR0I2b21PVlJPMTBRQTJFa3NpUmVhS2hkblM4b3NycVI2VXAyOXVhdjNFVkl2bUhNdk1sdDA0WUE2WUNXMHFPdFBvQkFBa1FKOFJYdWJsYmpUN0hFaTNPelB6M0lWNFErSlJCNDRZVEFJQUF6UkdSRzdRQUFCUUtQV3hoOWhhTVdNQ1VNWUJsRUF4K3Z6QWxhWVpTSXJFM3FJMVZCaTN4YWk2SFZXUXFPcVpMWGtBZ1RrVFQxL0xLbjAwd3Bia2FCSjY2ZnV6YkFWZEZ6VnJGNEViRXdtVFptaDFUN0RiMVdSRVNEVnpubWFyNzFxUnFxU01DT3lKWGsvREppYWE2MGNweHdhYnErYWhrWHhEaEx1aFlqQ1RhUnBrQkpkNTBzRnRicEZTZERCVDNUN2s0U2tuUEszODJ3U2EwRllRUTFCbFBhejNnL1UyNHIvNjN3cnRJQU5DV3Jka3h4YWJ6MzJPSy94a0FkUVBBWVBRWUJ0cktGTWd6QUltUTZoU2ZhMjJvL2YvbWViekp0djViajEyNzhNNkpXNWRhSEl0WC9ORXFIVkdNNzRlQ3NGcXQ0cERQSkNTUWpYOHZkcExIT01EOXVURTVjKzR5MlhQckg5emxPeGNwVXJLajJlNHZxTnlSb3hHZjBSclNJZ25wSWFiYlgxRldjQ3NBZ0pLbUJRQ3pBT0FDQURBYjJsZUdpRm9CNERBQS9FR1Vvd0J3elhaVWl0QlhJS0tNYjdjK3p3R0dCa2ZFZ3laZ251Y3BXOS9KSTY2ZUcvZUpBMWx6OGd0QldSZUk5SFgrcHQwL2k3eWVVK0sxVDNXSVZjcFNuYUNqVXdRSFQ4UWFFMkFyTHl4ZnNCbzE3TDE3ZC9DbW51eW9ZTWcrT04yMDkxYkJwdXI1SU1ESjduYS92MnpOamltNlE4dmxwcHpFZ3hlZ3FGS3NVOERtS1lWSEFGVUdCeFMrQXhldUYyeXFXVVVLQXUySDYyTHFGc0RXcmR3OUtEWktrSmN0RTFtNlEzN09sSUZYUndvOGdBV2JkdVdEb2g2ODAzT1JaV1d1RzViYUdIcWpxNng2RVVkYUFTYi9oL0ZENTVaNEU1MDJWYXBBbm1YSXJyZSs2ZjF3L0Q1Rkc2b1g5dDE1WjdwVTk0Q0lHQUFoSUlLU3daNEUyejJudTJ5N2JUSTd5amppaUNPT09QN3pRS2cwaEJHdFpnUWlMV2hGQ2dMcVhEUGNXYlpteHhUZHpsZFpYTFRrbUpvRzZXb0ZnRGgzcHJFdVpqRWdwOFJydDVUNFBFUG84TGQ0WTdJSDhrcTJaYU5CZjI2QmZLbmpRTzNZWWtDSlZ5dTB5MktMb0MzVllac0RVbDVvQ3hjRDVubTh5U2xTYkNUQ1hrVjAvVnp6dnRGaktLaXNLU1pTR1FwVU55ajRvSzFsZ20waEFBQ29ySXlWSExYTHh3OTQrOTBicStjaUVxZnVHOUZpZHFrQThIMEErSzJyWFUxM0U1S20xUnFKV2U5R1doVkdCT1cwTWpsZy9mTHlPL3ZHTU9tS1BUdlhneExNQXBxcUZMM1gyYlIvdENVUDBoY21RYytGdFZHaDA2OGhySTBGa1JZR1VvVm1RTHdQOElvc0t0KzFWQ0Z4UUp3YnRNUVJtMllVMGUyYlA1M3NQaFpWVmk5VUNoaGpQRWt4ZWEvdGdIZkMrUmRzcXA1UFFFSUl5OG1SQlFQbXZldkZsZFdQaHhUNE8xdSsxVE5pajYzTkhlZ1BSaGJNa2dFZ0MwYTBuc0JtSk9UNDZtdi9ZdXlZdXdwQXFhdit4cjJYWEpXNzhnajA4eWZmOEU1V0RJRGl5bDBiZ2NCVUNzNjNOWTI5UjBzcXZGTWRKTDRzZ2RvbERQb2hyTFhBRk11aWJsYXZaMmhyTGJBbUtQL25sVCtiWURCN3FTWHAxeHJ3Qk4rQnMrUGFPcjNNN1JGbG9CUUxDdnJyQ0xPZ2NHUFZIRkQwTUFqenJ5YzdYZ0RBNG9xYVhBbXlGMFBHVmNNbUN2b0h6WEZ4bkpjVlZZcUhnY2poYTlyN2pmSGI4aXZrWW1LMDJGZGY5d3NZYVF2TkpXSVNLQWpKTnJ2SFYxOFhhUnZCb3ZKZFN4VEozdmJtZmVGejJNcW4yczMxeXFLUDJxV3QxNVg5b01lOGRYc2tmNkVSR1FFSXQwS0lkR3NwUThWUjhiUWJUZDVKRnA3aStGOGhMaXI0S1FOSkVWSEREekhPRlFBSkdLRW1qNG9LenB2M2xBMFExMXNoOFdxQTY0U0c0UjRPYXI1UmdaTXc4dXhpTHBNOFNTZWNUU0JPUkl1eDVaUjQ3UVp6UHFvRWRyWWYzbk9scUxMbUN5QkRQYjc2Mm5ZQUFQY2pYcWM5UVhNcm9pNm00UVBEUWMwM21jWEwwdEpkV1F4RUJVUDQyR21PS1BCQ1JCUUhZYUVpZWMxQm9ZMUMzUmVFVzdabXh4UndDQmVUZEYwRGxuQ1BEM2JBS3lNQ0tETWU4VG9ONW5qRVFyd2prWEYxKzJaRHJNOEZBTEFsYW44a0ZmbFBOTlZkamk0RzVKUjQ3UnEzcnlDcHRZY2dkRmRqcXRDazRBOXlTcnoyWkRKWGRyMzNUMzkyNjFMTEtRRG8vcUR0cFJmOGpYc25yS3d2WEwwdHlkQnhNNU1ZRXViUXovMlQyQ3M2RXRNeW92L3Z2MzJoVTJWbHpDQ216NEh1N3JiQ3RhRTBUc2FTb1pEMlByUjRCWXhNcnJNWExmL1NZV1JhUHlCL0ZRQUt3c1VBY0htcS96QW94SWVkVFhYZEFQRFQ2R0lBQUlBVW9YOEdBQUVsWGkzTmJuMmVLUWplRG43OHM1aktzQ1VsV2lxbGxBNFA5WXhaTVNBR2duSGQzdFowTmxxOEVGSU55d1VLTGRCZ2JsQU4rY1o3eTBaUVdMcHdBM0RWRS95SW41cVdrckJCY1R6dGE2Zzc3eTZyV1Fhb2N1NkdyclVHa21iWWpFVCtxQUxaZnFJNU5yM1M3YWt1SjBWekNQR2NwdEYwblRITFY4K1BGVlV1M0tKeDZ2RTMxVTdxN1Z6VXYvaGhCZks2RnJEZHRldk0zUWY4OWM2bWtUNUlWOFdPdWJyR1U0STM5RGJNeVBwZEpkWEphSUVnVjFuMVlzYnhNU1ZWWTJ2em1URUZoOXhjcitHd3FXSmlhb1lTZEMzeW00akdQTTlUeVdEZ1p3alVNQUFBMTdSRVlGd0hBR0JvUzdFcDUvckpqanVPT09LSUk0Ny9YSkRDK3d0aUNEUmtCRVkxQkhKTHZJbDZncjVwMkZKSEJvYnNnYWwyNVZHS25XOXJqSjFzUTRsWFMzT0kvOElZOUE1ZjFRN0ZXamdvTHQzeG9HRXova1FKK2xuSGdiMGQ0N2NYMmdKTEFBQjBqdlBBZ21GZldIMC9lK1hUamlta2lvRXhIVWwydDVuOFpHUjhWM21OV3dOS01JVjVGZ25zdnVRTC92SGp3a2pTdkZtejlIN2ZtOTR6UzFZK1BSVjFWaEFqcHZ0WlpNRkZpZURVczhkLzhMdnRZZDJndlBKbkV4alhpNGU1ZnJUOW5iRVdjNjZ5NnNWQzZKb2s3T1ZJd2ZHdUFWTnQ5ajhHb09nWVp0VHF1dEN6TTBQWkhhc0dUZXZFcVhmMzk3cTJWQzlXakJjQlVZKy9RWC9WMFBoNmM4aDhiN0xZMDEyeGE3cFN0SUF4U0JSQXQ5c1A3UEdOM3llM3hEdE40ekNmS1dBY3VRMXMvSlRUU0YwcHBQbCtaMVBkUjdtYnZkTUkrRnF5UXUrTjB1YkRjM2tFdzBNOVkxYmQzZVU3VjJqQUU2Q241OVNJb3hTbVl2ZU44VXlMcU9OOGJnTkp6QVFVcDhmSE5BVWwzbFFIcWdwQ0RQU2pkcWl6NmNXaGxTdWZkaGpJOGdJRHpFK1oxbVBERm5TMDE0Kzk3Z0JidWNIc3hTQUJHT05KZmJ6M3lIZ1J3V0tQdFFVSlppRkNRNlNGd2wyMmZUYlQ4VTlOWWIzaFAvVDhwSDM0cm9vZGN3RnhHZ245S25OWUZjRWg0Ui9mVmxCVWJwWUM0ZXhCUy83eitQZm5sOGw4emxUUy9XS0FOeGNWbjYxQTNVVXdadmthTC93azhqMTJsM2pURkxDY3V5SGJLQU41K2VhRkhobVMxOXViOTNXNURGRUpVbDZSWnQ4RkdPbWhKVVNwQUFBb1F6NnVJMDdqeEdSYlUxMjhHUEFmUUx3ZzhHa0RSMGY0TDlNMFRRVUFJeTBEZUgveVNwMlgrbVV4MVBkM2ZXQy9hVGY0RjlzYTl2MnlxOFU3T0c0a3RBRThqcWk0Q2VBZnA4eU9LVFp6SlluUWdaT0g5M3hjdFBtNVRXWXc5Rzdib1JmdVA5QUNsb3NRQkVkWTVtL2MrMmFNOFFFQUlIdmxWb2ROdzhjWVlZcXY0WHhqU3pqaFhWRGlUUWRnNWNIcjU1dVE2eXRJcVlPZFRmZkZZR3dKZkIxVG9DVFhrbHNQMXI0ZFpqOEF3RlkrdzdROElXNDFNcVVXM0QxMzllMUpKd05QelRjVXFTdnRUWHVPakorQTB3eVpqMHIxK1E5OTQ2b0RuR3RSaE01Mk5yMDRsR2FEWEFEakV5SXhtandMS3hCakZkZkxVcEtNR2tud2lTWG8yR1NKOGNMVjI1STBXOUswNk5kQ2F0aGt4TGEyTmV4dUhMU25jcDdJbi9RMzdoNjlodTZ5N1NsazA0dWN5ZFB5U1lsQ0lQa0VBQXdBQUxncW4zc01OZTIxVTgzNys4UHNnTElZSC9zVUFJQmJzeDVpeEZscjA1NmZqVmNIanFEUXRuYUpKUHc0SlMybklQcDFuZHVuOUZIdjhlZ0p4Rlc1SzA4RFNnR2dlZjZHUFQ4ODAvanRtQ3NoaFp1cmlwQmpiM3Y5dmk1anBpd21nZGZhRCt5NTRpNzcrbXhFbXRYUnRQZmdaYmdzSERiNUJYL0RuaDlPbk1oR1VGeFJzNFNJRW9DakUwbjJDc1JQV2h0cVd3c3I1UW9oNGV4NDllSm91TXRxbGltaTYrMkpGOCtUTGx4QlMva3ZocFdXQ3owN014RDFSMXZyYTk5MjVNQVRacEFmaVA3K3oxdTdNd01abEFpaUxuL1R2dVBqSjFGYkRqd0VUQzJWUWgzck9EZ3hjQU1BU0lXVXB3RHdralQ3THdJQU1DMXBIa2N0RlFCQXM2VXM0WlorTE00T2lDT09PT0w0ZElJWWpyRnkxdXoyMFhuQWJvZ1N3VUx2bld1KzJKZVdvRXFSeFB2dEIyTmJMQU1BdU8zcU1RRFFmUFYxdjRoVm1DOG8rVnFxTXJTdHdQRFZ0cWJhQ1VsNy9zYXFtWnh4TjZJaVlZa3J2a08xN1pHWVpscEt5Z29DeWtBRmZhMU5lOTZMTENvVWVuWm1BSlBwMUgzN3FGMDNQdC9hdE9kSVpGRWxHa1diYWxZTEVOMnRCNzBkQUY1MEppZitwYTl4OTZzVFlqbzl2UXFSajdaYUttRzZJN3BETmtqTVI4RHU4ZnBLUzB0M1pUR2Q1U0NwRzB6RG5QSEs4a1VWM3VYQmdlN2ZpbnJMbFlpZHNkdnRkWExnNjBOSldzTzU1bjEzQ2pkNVp6QlRiZVFBeWY3NnVxYWlTdldNTldRZGpEQld4eU92L05rRUJ1eVBnTkVWQ2RnZHBaby9pcHljMzdjbk90Vi9KY0ZQRTNDYnYzSDNXOHFTK1lyQnJmYURMOXpJTGZscW9rTlphOXNhYTM4ZVBWL2I3S21aWXdaU2NqUUd6ZCt3ZlFsbitnemZ3ZHFqbUpINUlFZHRXWHZUbmlPVHhhbGg1WDhOR05kYUcvWlBhTGxsVHJFR2tHYjVHMnYvTVJMRHlOVEVGM3lOWjk5d3BNZ24yaEl2dkJ4TEQ4RlZ0cUJZRVdZQ0IyaHIyTjE0UDRZT2YyNUZkUmxabkJHeG01Rllhc25LcDZlaXB2MGxzTkEvblRyMC9BU3J3L3ZYMXB2SjBIaWtPOGlPY2k0ZWFhM2Y4OUw0KytDdS9Qb2F4WmdIUThGZm5CdTM0TE9nNUpsMFE4ZnNFYWNwZ055U3Y1b0dRc3hEYVIwRDBPYmVZNzN2alltN2JPSVBiOTdSUmwwYmlqdzFoVkxJN3BOdlBYK21zS0ltbnhIMnRqVy9lRm9SamI0SEVjbmxlZTd6WklsTEJHVHpOZTZaaE0wYXg3OFc4WmFCVHhrNFlsaFVrRXltNlpJQUxBUUFWS0RuNW5vTngyeHJlY2l5RHNrN2FmZW16alkzQkUyWVFLVmF1SHBiVWxLU2JZdWwxTnNJb0hXYStwanFwcXU4eGdWU0JmeUhuci9ucnRqbFVxWWM2R3g1WVpUcTVQSlVQWVNBMDBDeUlXbGpQNW5zV09kNW5ySk5vZFRQS3dBMk1CRDZoOGdQM08zMk90RXVWdldCOWxMcTdJV3JBS0RMRjM3WXp2TThaVXRTS1d1QmxBbUljRGZJeHRqdHVNc1hGUUhTSGJ2aTVTaFZ3K1hMc1JOZEFFQlNkTG10Y2UvUHgyOXdlYW9lVW9RSm9hc2Z2T09xcUs2VWdKZmJEejEvTmEreWVpR2dTRytycjJzQzVCcFFUTnRoV0xueWFZZEl0UjRWRnI0UG1uYjE1T0hZTkxDbHBidXliQm8rTnRCNzlYUlVLd05rekhBVkI2N3d2eXNvOGFZYWRtdkQ0Qlh0bTJPT1c5TkxVV0sycVFMUEFzQ29zbS9ocHFvaUpIYkYveHZ2ZEFCNERRRG1ScjB0QUVDUllsRkIxcHpsdjgwMG5HTUYyUVM2ZXdRRmxUdHlPS2tjaVh4d3FPL1dtT1I2OFBiRmpwN08xeU9VUlhTVlZTOWlqT1pMNEgzQ01tTUtDQUlBRkcvWjhTQUlURlYzYnIxZFZGbTlFSlIwK2c3dWZjOWQ4a3c2NkhKUlFHbnZBM2hac1VPdUJ0T2FWSHNnZjJQVlRJbFFpTVNVTXRVQjBObjhBZFgzVG1GRlRUNkFnSTZEK3laWTZrU1E1OW1XRFVEVGgvck5ZOFc0Y0lQSjhNcnBneU1UNXRMU1hWa29zY1RmVlB2dHdrMVZSU1RrK2M2VzJ2dU9FQ1VsV3FxZFB3cUlvWTc2MnRmSGp1eGxoWnNzRnlPVnI2UjJrdCs5TVNIQW1PZDV5cFlDS1I0a2tyMlhldDhnVGhzUkVVU285d3dBR0lpWWJnVzZUN1MyZXlkTTRISEVFVWNjY1h3NmdBbzFHQzBKSUNVTUQ0dnVrZFhmUlF5b3Z5M2d2RmxZdVdnNUtycmhtOFRxRnNMeEJvQjZVQWEwNzhiYTdpN2Jub0xNZUZ4SjFlVTN0UWxKMk5MU1hWbWFEbVVFN0cyU05MUERNbndRN3ZtSGpJd1ZxS3dzQ1hpN24vZU50Z1F1S3QyWnhwVytTb0Y1QmpPenZ0amZIL3pPK0hFQkFQSkxkeTZRcURqdnZ0dVJVK0sxcHp2VUJqVTRNS0hQZTFIcHpyUWtqWHV1bmovMDJxM0w3MGZiR0QrWmtKTGRMMUEwdGpmV3ZUZm12TnhlSjJpcVNDbnE1eHlYdFI3WUhSMkxvYnRzKzFKQndhTEF3TTFsVWEvL0V3QW9nSzFjWmFpVlJNTFg5VXFkNlM3Ym5nS2ErZ3dSRHZaZDdIdTVjRlBOZWxPcFgweFdETWd0OFNZYXFDcE1vRi9xd09iNGdueENYM3RlK2JNSkduT1dCOFh3aTRadXVKbEpKNG84TllVZ1phS3ZhZTh4QUFDbmtiNFNMUlpkb0VGWFJjMmFzMGUvR3pNM2NwZHRuNDJHYmNhSkE3dGZLOXkwYlFZQXpEM1JzUHVIc2ZhRk1DdUVBT1lBVXlrMzd3Mk4wMER3c3FKS3NZNFVMU1hCZnhJNUw0ZERsRW5MckhaWExsaXBCTDBUcThqanF0eVZ4d0FlVUVTOXB0TEc2NGFoZTNQTlVoUWlWV3FvdFRmVXZneGgxcXpkSmg5WEJLKzNOWHh6UW50c0JJV2VuUm1NMUhwZkEvdGJkNFZhVDZSK1BYNzhJazlOQVNtNVFwanczYmFXYjQ0cEV1VnRxRjVvczFOQmEvMUlLK284ejFNMnA5UUxBZFNIb09tYndBb2R2SGhvcEhpeGN1WFRqbENTczR3Ui9TVFM5NS9uOFdhakVtbDB4L2JlMHRKZFdZeFIxbkJJZXc4QUNJbkVDRDBBMEpZNGR6RWpHU1JOZThEZmZldVZ5YzRuam44OTRnV0JUeGxJUVFKeUFBUUk4WkNwMERFaUtraW90SVJaWXAwVStQR3BadnZsd2txMWdZWFk1ZE52MVkyeFlNbk45Um9KenBCTGdPeG1nR2w0cDdzWi9OOGJyZnE2SzNadFVBakJkbE52WFY2NXEwSW8zdE1tdUcrVXVsTytjeEVBSmlOaG9qSlppNzlwY25HT1ZEWGxZZUNBaXF4WG9xbEVtRzV0SWlIYWt6U3RSTWpRMlk2RDMvd0FBS0NreEtzTmtsZ3BpSWFKczB3TzJ0SG9Ob2ZpemRXVmxsRDlITkVnUlVmOGs5RE1JMmhyUEQ5QlpLWmcwNjRDUlV4Mk5MQzNpajJMMWlvcExyYzFqYWpjSThJc2YwQTdQTSt6TStOeTg5OGxDM01vNXJobWN0SkdCRW9BYmgxcGE2aUxTUkYwbHp5VHpqUld5UHEwbjlqc0tYV2g0ZnVIMm4vOVhNZlZ2amRNVjNaMXVRenE3MFN2R0JSVlZuMkJDRk9ZNEc5ME50KzMrWEZWMUt3RnBpeC9mZTA4QVBndUFFVGNKb0Fiam90TW4vcUVOZlR4aWJEYkFBUUR2WDh1VUg2bW82VXVKblBCVmJrcmp5bklVc0N1QTVjb3pLRXhKOXR6OC9Ub1E5eFZ0bTBSUXprVkpCT1N4SzFUemZzbmlPZEJXSVJHRXMyOEc3cmVNalZ0Vmg0cU9kVjNwNmRsMlpZZHFaejBjZ2lKeGpQTmRYZGQ1VldQa0tTUGZNMVJmWVJSeUgrNGFxWXVZQjBnTUNCK2dXc3k5MFpQOTlzenNxYXRrMHIydGgvY042RlhidlM5RzZ0bWNnbXJOYTdWSnlTeE1xV3NzeWViOXAyRGlHZ1NaOFhXc0doeWU2b2ZSSUxFNGF0OFRCQlRaRiszRllnY0pNd2ZqeCs3WUxPWnh4UmZSWXJhUTlmaGVGZlgrSXIvVnA0a1VoOENUb3VIYWZpN0Z5LytmZWpCSmNWT1VoWUFBa05BQmlPemxvZ0xDc1lSUnh4eGZIcEJxTFFva2l4ZHZwd204emYremt4aW1LdTZ0UVozbW5qWUF2TnNlLzBMa3pMVjhzcDNMV1dLUDB3eTlMMVljL0c4RlU4bG82WS9BYVJNUWFIRDBMSm5qTDNnQ284M1dVclRKU1djWVJyTVpYZTYzeDJKMTd4TXBWa3JVYUZHSE9SUXY5bDY4ZWhJRWhXMkE5NkFVaDRuWWd1Q1FqYkdVb2d2M0Z3MWgxczR6NFRnMiszKzcxbUZtNnRXU2xKWDJ0LzVtekVKM0xJMU82Ym91dmFJSkJYS25sLzIvVnVYVHd3QnFOK1BiQis2ZC8xcjdZMTFyNDRkZlN2SERQRWxLY2wvb2ZWSFR3MzFYVnNSRnVJYkFUS3RvK1Z2RTRna0VxbWtxRGQrQlFDK3hMWGZwTFEzdmpvTXBDd0FnSTZXdjAwaEFGSWlPSUJNL3daY1VrUWtvMWU4WDRZbzV5aTdVNndCQ3dLTXdmVGhxOW9oNlBLT3VhNEFBQVk0VnlsZ2wyeG8vNHdBK1RycTJvTUk0R3h0MnRzTVlYY0FKRHJWMm54Zkg2allzM09kVW5JQWtmSHg0ejFZdGowRm1PNHl4ZkJCQUsrR1RLNFpEdklENC9lTFlIbnB6alRTdFhWQWFtQmcwUHBKdEpBMkFJRGJJOG9JMkJxeTFFL2JEbzJJNk5uc2FvVWswYUVqSzVDS0RiWk5PWGRoL0xpdWloM3pPTEZNaFRnRlFiWkVNMjhCQU55YnR5OUZCVXRBMHdPaHkydzBtVSt6eTJlUjFDbm82WjQwdm5LN245U1JZQ1dKVUZPUlIzOWNLZEV4M2pHaHVOVDdBSUZjRHh5Yk90K3FIZlBiY0crdVdVWVNVbHZyNjBaMXFWSW8rUXVTc1F1YzRmU0JlOEg3MzlXdFc3blZaM2RKWkIrMk5kWmVnM0JjalNUWEtHblYzMG02cnRLTldWc0NpcjhlWWJNUU1va0F3SkRaZENNNVZ4RTJCNi85RC9iZU5EeXE2OHdXWHUvZTUxU1ZaaUVROHlDd0RGaUFwcElZREJnWmdRYXdFMmNnYzlKSjV6YnBMNG43eHJmZHRnSEpya1lTMkluVFRuZmF5YzA4ZFJKbmNrYWpnY0h5aUVFbENZVEIyQVliREFZREJqU3I2cHk5OS92OXFKSlVwY0dkMnpmZDdlOTd0SjVIajZyT0hzN1JQcVU2ZTYvOXZtdkpBeGcxVjV2QWZ3UVRoTUM3REN5R1V3WkNscTBUS1pJeTRFbWN2YUlmN3ZlTzczdm9wZUt5SFRjYlpoTjhjdGVvQjVWdmFtaXVrWEtxQkdVRW0ycmpHT3ZDaXUyNWhxUnByNjg1V0ZpNVk2V2pjT25JM3BxaGtPajhra0E2eU53Z2dCVVh1M3Ayai93Q2kwVlJSZFY3Q0R5TEZQK3h2V2s0Skx5b012QkJSenNuUFphZHIwUDliUjNOWHhuYW5lMmpnVVdHYlo4a1d0RmFYL3RRWEg4YnQ2MW16ZGVFdEpPaDhVWnIwMmlWMkpGRE5UTFV1MkRUam5sU2NXYXdvV2FmdjdKcUFkaFlyVTI3VDBZWVQ4d1BEbGhOV1RoanBlcFo2NVhUTnlielhGUlo5VUVEU0VPeW83MnhadXg4UVFCa0p5dzNXcjdZY3FpNVAzWEtwTG14aEVCbjU2bXIvdktxZTNYWStsYXNRdkR5aXZ2TE5YTWFvQSszN0s4WmVnZ1ZWZ1J5SlpuMGx2cTY1d0U4SGtzR0pDUk5PVC9ROTNhaGR0N3NpZG9PM2dFQVhaZGZuVHh1S1A2bXdIUTJhbmF3cWJhK3FLSnFhN2hiL3pKOXh1TC8xZi9xT0VNcTdFSm11c0tDTDNYVWorM2s0Ti93d0Z5ajNObnRUYnZxL1J2dW5hdElwN1kxN3RxYlZSTHdXYTVUZnJpcDVtZUk2QitzaDZBTHdTZHF4dXhuUldVZ1ZTdjNGb2FZb1F3YUphbEZiWTI3SGkvZXVEMmZIWDY3ZlYvZHFIejlRZVNXM1oxa0M2b0lOdFIrcjNqajluek44c3pSZmJzSGJSb2hwMHo3TElkRHZ5T2ZNQVQ2Y0xBaFhoRzRxS0pxRTRDRlRqajh2WTdtTDhlRjgrZVhCTktsVVpWa2RMQzFhVmVjK09EUXVKWXRuQW5pMjVXcnYzOTgveVBYOGpkVzNkaHo2ZWxVTmk2SVBHbGc3WWtWbDV6QUJDWXdnUW04TzBFeGFaak00Tm1yYnJHOEh2clE0WWJhUjRvcjdpOTFYT3RFUjFQdHFBWFpJUElyQWxrVzY4OXFWMyt0L2NEb1hHeS9mNnVOU1pQS0FaTVJiS3o3eWxoOUdHMHFRWjdYSlptYmd2VTdoMGpxL0lyUVhCaFBFcEhKRGNiT2xmeGI3UVJTSzN0c3B6R1pFL0lzTm0rMTc2MFpGWTIydUhUYlpNRnlVM0R2em04aXFqVWdsUFlHbTNhZkdGblhteXdyQ0podUlONXUzVnZUQk9CcEFJVUFjcU5WcktnclFDR0F0eEd4b1N0M25iNC9TVHRwVTEvM2hRRUFpK0k2WlFPdHhnenVuQU5nVkZuTSt4bFJqbUFraHRJeS9aVlZkeGdXWVNPaDIxTmVlaElueGtpVEtOdStFYVM3Qk91OGxzYTY3K1JYQkxJVXE3VDJob2pnZFdGbFlEMlRQaDdjTTV4bVVGUlJ0VWdwRGN1eTd1anZ1M0orUkpjMDJmYitZMHQ5UkpHL3VQTCs2cGJra3cvaFY3OGFyZHNFSUdkTHdHUDZlRHN6TlNySEhCOUoyRVFpSVUwdXVjNXZXL2M5K0JLaWF2NmsxRVVqUkFZc0s3V3RmdWVvU00yY25JQkh3RjJpaFpnYU51S3g0NDAxY1dtZHVXVlY4NkZwaFdGK3kzRjF5NGtUdTV6bzMvWVBodmxTNndnM3FaR1FVNmYrTFRubWw5cHJiWENoTzQ2TzBNd29xTnlXYVl6NlBCdjkrN2JHM1hIUkxyTlgzWlZBaWhlMU5sbVBEeDRyTHR2eFljYzFCeTFCV2F5Y1E3SGprSGQxNFhSNGFQTFJocHJuQnY4MitQU0hnZzAxMzRoY2MvWFdudTd3eitNMkc1a1VJcTZEVUs3elJraDBQWG5xeElQVCtBRUFBQ0FBU1VSQlZOZkh2QWNUK0QvSEJDSHdiZ01qRVJSeEdaQnl3REFuS0NMQW1GRG44Y2FIT3ZJM1Z0Mm9oVWxwYTlqVk9MTHAwdEx0MDZRbDFyTFJQZXg0NHhqZHBXVTc1ckFXazhKdnlvT0ZHNnB1SW1iclNQcXJRLy9RMlpWM2VnV3I5UVJNVXNyNjMrT1RBUUZSdU1GZERvZ2J0T0duMjVwcW83dkpXMlJoMmVKOHJkd3pYbmdzYmZTYnNXa0l4YVgzTFdCTEZvSzRkeUJrUHhyYlk5Nm1iUXRaazhjd0pGZ1B0RFhWbkJ4MVdnRFM4cVdPODVCQjN2b2RzeXlGM0Q3SDgyUnV5VDJ6b1BVeXF5ZlVtRnQyZDVJRUZia09IMFZ6UUdWV1ZxOTJGYmVOMnNFdENWajVQbDBBaGdVZzNGNGZHRk9jQndoWXhSdjFhclp3MGNBWjhKZmYvT24yL1ErL0NPQzlnelZtTHk1ZkZXYisyWXN4WklCL1UvVXlaVXdXR0srME5RMWJRK2FXVmMxbm1NeVcraUU3bWJVQW1nSE05aVptTk1vWnQzNFNwMzdWQXdDMkw2M2VEWFhkRWEyM01QcHdqVXNIeVNrSkpHdmo1RUdKMTRzcXFyWXltei80RWoxbEE5MFhPd0I4TkxadWJsbGdxdGN5bTFtTDR5eGN6MkMrMTBqa2x3VFNTWmhGRGcwY1dsSWV5Q0EyaXlnc1dnQmdpc2VzMVJZZEJFQUZsWUdiaUYybjlZbmFzY2V1cE1SeTJTMFZvRVF5dXNtU1lsYkk5RFVYVlZRdDBtUmwwT1VMWXk3RW8rTXVKS2xWV2p2MXhXVTc1akE0czgvcWZCclJzTE5RYXRKcXgvQitJQ2xrMldwanNMN213ZGpXeFJ1MzV4dlFZaUwrUTBmemwrTWU5cmxsZ2FsUzZFK0FUWWNENTNtTUFYLzU5aGtHOURIV1p1K1YvdERyUzB1M1Q3TklaTEVLWFFZQUtiM1RqUTRsTWs4UUFoT1l3QVFtOEc0SE04bkJ4UVVSeWVrcEtXdGNwKy94d29ydHVkcHc1OUg5R0hkRG9LQnlXNmJGZXBNaS9MTDlRTjFZTGpoRW1WTTNndlY4aDhPUGppek1LZ240cG5qTXJacjRnb1RLc0xyN2hzUjlDOHNEMllMMHpZWjFUMitmKzQzWWR2bVRNNHNOelBrMHg3dVVXZnRhR210SHBiV3RxQXlrS3FYOG5zNmVIeUs2MEFYa3JHQkRUVnpvZDA1T3dPT2JhMjRGekVMRGVQTlNkKytnMkY4b0lYWDIxb0h1TjU4R2VOQ2FjVTVVRExDeWNFUFZJaU1nUE42VUVnWDNkekE2Nzk4ZDdMOEVTZ0pXbnRjdEpDT1lTSmwrbDRPancra0RvbWlEem92NFJqQVpRa2ZCMm0yWnhGaHN3aEVYTG45WllESFlkVnJyNjRibXY3bVZnZG1HMVJKSlVwRGovak9Ncm83dE5URjFlbmJMZ0hpdjN4OUlwRXkxZ1J6M0crT1JBYmxsZHlkNXV2VHRHbm9mTExwMjlFQmRYTXBwYnVVOXN3V2IxWWE1dlgzZmcrMG9LYkdLdktzTERVUllrZWlTSkJhMDFvKzJGL1J2dURlTmJWTkJrUDFrVk92eHhsM3haRUJsWUxhdFZSNFJYN0NFZGFhdEtYQXBtcFpRd2N3OWJZMTEzeGx2YUdldnVpdGhSbXJTT2tlaHdSYVlZWlE0YzdTcExvNE1XMXE2ZlpxRS9DeGdEclkyN282YnF4V3MzekZQZUZEQ1Z5Ny9EUGkyQVVDRlpkV0ZodWl5bExUUUtEN1dmbUJZbzJFd1RhYnpWTmRqZy9mVzZ6TnJOZHc5UUVENHkzU3haaHdhU2FRUXNXRUdNemdjRHIxeDVQWDZuOGZwSmt6Zy93NFRoTUM3REFSRVhRWTRMUHB0Z3hRcEFBTWR1bmJCWC9MM2t3Mlo3RzdxR1pXYnZhVDhyZ3lmRUdzTmN5OXJlYnd0eHZhbXVPUWZwaHRKL2k3SUEybXpkUUVNMjFkRGRoQU53MSttNlNiMVF3YndNZXRuMnZmV2pyczduNzlSM1NBRWJtSEY5VzM3YW9hK1VQM3JGMlZKUXFLQjlCbm83alpIdGc0dXV2Tkt0eTEwSmMyekNJcTFlK2hFYzkyUW1FMXg2WDBMb09VQ3hZYUVFZWRibTJyR0ZEb3BXTDlqM2t1SHZ6TmQ5NDRtQlB3YjdwMTc3dlMrdjdwOE5wZ3R5UDZveDVlY0dScTRmZ0ZHMzU2UU1tTmh1UC9xT2FPZGZsL1M1TG50Qng3cFUrSGVxd0N5WTdwWVpEMy84R092K0ZLbWFSWHFDZmRmdndoZzgxalg0VTM4bDVrblc5TWVuMXY4VjQ5N2lZcWRQdWMzSGwvNnJsRHZjTlJXWCsvbDgrZWJocjFnOHlzQ1dlU3FtNFZGSjF1YTVOQVhhVzVaWUtvRnRTUVVFczB4cHpnTm9ESjUwcHpQWlJmOTFiOGMyVnQ3QlZIRzMzYTdiejcyZE56Y1loMkFRZHNXelBRSEVwTVMxRWVaeGRPd3hRSjJ3NCtSWmE5bVlocjVkNlJtWktWYndwa1hVbnpRSjJqV1cxMERZeTZFbDIyK2I1Smw5TzNDVVUvNHRCRGtkU3NIcVArSjQ4MlBkQlpWVkgvRWRkMjJvMDI3enhadkRpeUFVak92aE8xbngrb0hBSXA5YXoraW9TMERiZ0dKVlhJZy9FZWZKL2xHemNiYjg5clY1MDZkR2ovc3E3RE0zVXhhbk5Ia1NXTEdUUTZGOTBkRWRBTENTWFA5cFBCbXU3SmU5eWVvOVd6TWM0alpxdmVYL1AwVUkwUXBzWGttMkJBZmdiQzBkUHMwRC9SbUJwM3I3VlZQdi96Y3c2UHlTUHdiN3AxckdFc0UwTytHek9Ha1ROdEtjT1RHZnU3Wm96bTBUa0JBdTMxdk1EaVZDSmtqMjA5Z0FoT1l3QVRlWGFEWWxBRVNGa2gzQ2R1N0FJYjdjZlZTVzNSaE13WUNRaGoxTWMxOFdseTlQRXJWSGdDS0t1Ny9DSWpuczVMLzFyR3ZMdjZac21XTG5OempGcmtzM3JCQmhTYmNYMzh3dWdGVHVMbnFKbEptT2h1NlNxeU94UzZJaXNxMmJ6UUdQVkpJTDJ2bGFkbTdlOThZcDRZbXN4SENQSC93NENNRHhac0MwNW5OZ3Y2ekdPSFV0RVVtemxVM00rTldnSzQ1bHZ1YklUdm9EZmVtc2VXNXNlUEFWMnVWMDc4enBsR1o1VTE1bUNRRnlYQnYyUFR2N1doNmVHU1VvcG05dU96UjNtdm5ncDJYWDRxTG1zaWNVN2dFRExweXZ1TWxRT20wYVV1eVV5Yk56T3U4L1BMVHhsVnU4cFI1TjE1Ky9XQnJ6TFA3c1VIclB3QW9rT0dGUXNpWllQYUYyZlBNeWYyQlVhTEg4d3RmWG5yODBJSC94Y1lvZ0VnNVBaMis1TXlzL3A2THA0eHkxMGc3TWZYRUM5L09IT2krZkJaQUJRQkliM0xhcVlQZm5TNEFNZERYZVVHN3Zma0FWc1gyTzlCemVRYWFBNEVUS2RQbU9TLzJkZXB3Ny9LeHhoNEFYbjNocHdzczI1Zmk5SFZlRElldVh4Nk02Z1NBbVhQWDF2dllzMWlCTDE2Snpya0tmVGZuYUFpcDMrdzlaTTN5cnFmTFl2L0lQaGV0dmllRmJPL05wSEZORTRkQzV6d3ZqaXkzdFNvaXdRbUc5WXZCYUtwcllibGV6WVNiQmtMWHg5UzNpQ0FncHFTNEJVeDRYZHJrVTRwU3hkVkxjZmFDT1RrQmo4OVduMktqajdZMjdub2l0aXl2ZE50Q1ljbFp1UExXendhRkZYTnZxY3BpNktrQ2xPZzY3cUhZVFpqbHBkc21HNG5Dbmg3MzhWT25JbWt3UlQ2MVJtbHo5Y2hlM3h1NXQvYmZTTUtURUg3ajViaTVtdCsvMWU0S3Z6UmRxUjRRRysyRU91TnRPeWZ3ZjQwSlF1QmRoK0dVZ1Q3UGdFNW4yUXNTWUlKRnZzVDNjMGorOGxUejEwZXdZbHVrRHltcllNQUFycmJ0Mnpua0ZyQ2lNcEJxdEhwZmEzM3RONHZMcTVkb2NGTGJ2cm80UXFHb3NubzFhMDQzSEg3bXlONnZqTGs3anlpTGFGbjBlVkwwdStDKzJJWDdWcHU4OUFHdDhaUVVyQTQzRE51cTVKY0UwaTFiWllOb1lmK0FmT3hFYzkxUS9scHVXV0FxQzcxQkdONExFamUwN3BPajJPNUJTQS85VHpmVS9SYUFXSUVhK0RmY215WnNLKy95NnkxOWdQbVVnVWFvYjVnMEdPZ1o1alpDZmVOS0VreFhUdThIbERPbWtVSWN3djNYRU82LzlyU1huR0pseEN0MkVpWkwyNWNjVytmNitmWWhNbUJKK1YwWko1LzkxeitGZXQ5ZU1yS3ZqcVpBN050bEFGNEVBUC9tK3pQSnVJOEY2MnNqd25yK3JYYUtiZDNkc3YvUlR3TW9BakRZVjFFTUlVQ1RFaTl0YmFuLzVnOFhyL3FiTmIwOWw5NUltelQ3UTdyUDZXV2xybCsvZERJdWtpQnBjdGFLcXhkT1BwT2VNZXQvdERSL3ZUWnFiVGhvRFdRQWRHZVZCSHdKMm4zUDRZYWFIODMwYjAyY09XWGFCNE9OTlQ5R05HVkVDTmwyZEgvTks0dEx2ekJaRzFYYTFsZzdMZ05kVkZIMUhtYlRRMFJYQmRPS2xzWm5mNUMvY2MxOFFmQzBOOVk5L1U1alhseHhmeW1Ndmtxc0xwQmxiUXhHUlhJQXdGOFdYZ2hwMjIwTk8xOHFMS3U2alYyY2J0c1hMd0FsRXhJZjBHeWVEamJVeFN2OGJ0a2lmVjN5VmtNczJ4cHF4aFNsV2JYcXJnUkhlcGNKZ1FWR2lkOGNlOWJxOHBlck8xc2FhLzRaQUJZc1daSE1KZ3dEUXhIV0paNTdtYjNxcm9UelhlYzFUb3k5bXpDQkNVeGdBaFA0cndjaEptWEFxQzdEUWt1WWNFdlRybkd0YmdHZ3FOeTltMG1vdHNhYU1TM09pc3QyM0d3TXorcHozSitkYkg1d1ZDckI4cTVGYzQwbEVqeWExN2U4L2RidVFXOTRmOG5mVDRFU0N3ZzhtVmtkanJXRUs5aTRvMGhMNFFpbi81U1dDVVYwN2Vxb1JTTUFGSmRYL1kxeVEwKzA3LzN5UlFBZzQ1YTdJZnYzSTUwUDhqY3VXc0NnelVTYzBIbXE4NEhCaFJsS0FoWkpkOFBWa1B5MWN2cWRxTXZSTFVQanBKM1A5UFZkT1pDVU9PbFVSOVBEbDBkZkFUQjE5dkp2bmovWkZHZkJWMWdSeUlWUlp3ZHQ0UmF0dmljbE5kVjNoOUh1bytkUDdqM3ByOWl4eGJyZS9hM0xyeCtNWGVURjdmNlFiYTFoUW1jWE9uOTdxbUhrSERnQ245ZDc2MERQcFUvRUh1dTlQbndMdE51UEFUZGVGa3VIZTlFZmZ1ZTVIN01wQUZBdzBQUHZhd1VQZEw5RHRxdFBLaEFsdE5YWDNqdDRTTERNRHpiVy9MaDRVL1dqTFh0cXZqaVcvbEJLaXNjdklNSkc2T3kyaHBwdmp5eFBUZlU5d0M3LzFFajJ0alZFd3Z3amtTSDhwZURseXgvQk9BNElBTEMwd2xscXMwZ01HMXkwQmZ6dFRYV2poTVFUNTZwdE1QUnlsK3lKSTZHeUsrLzBTaFpMdXVqNm5sUFJjK1NYQk5LdEJQVXhWcUtGald6cGFLNGJJZ1A4L3EwMmJMdklkWFRISU5tVnZ5bVF6OXBKT3JKM1YzTk95ZWVUYlYvR0hjRVJLY1VBSURLbUxQRjBaOTZpdXJvWlVaZUI4UWQ2QXY4UlRCQUM3ellRSndBRUJoeHAyNFpCaWdCNHZKbkxGT1R1Mkp6MFFSU1hMMTRNWUNxeHVYSzRxZmJKd2VPelY5MlZvRm10R2FDK1h4U1hCaFpBNkNsMCtYSmNxRTl1V2RWOFl6aWZCUVdQTkh4bFRJczFSRms5N2JIK0Rtd090K3kxbjRrOXJtenJkblpSRDh1azZTdFhoaDZtaTFiZmt5STlxZ1FRQ1M2NWUwNDAxd3lSQWN2VzNEZkpKbE5zV0I0QXVibWF3L3VBaDBjeDhrdktBeG1KUW45UkdkNmpWV2h1YkZsV1NjQm5MS2ZJRURvQWt6Mnk3WDhXRXRObUxqQ1ErMGtyVzloMllkLzE4Mk1xNGtmVmhXOWpOcU1FYjhaR1FCU1VEeXdUeW5oYkduY1AzY2ZpekdrZkJxRUJrZWlSMlA5Wi8rQ0xoYXMrdS83NE05OThCTUFqSnc5RzF1VWprK0JpY2ZIVjVxOGg2Z0VFNE85SEZMOEpZUFlVajFuck9tZ0dnQmtaVTlld2prUXlGRlZXRnloMkx4N1pVL3ZLOHRKdGs0MUgzaHFzSDVjTW9NS0s3Y3MwYzVxRTdBWTB0TWF6L2czclpncWg1MW5kdmMrTjB3NklzczhnVmxjY3V5M0Q1NnlqVVAvUUF5bXYvTjRsUk5heVlKLzRkWEhaanB1VnhkM3RlK3FHSmlJNUpZSGtCSy8raUFhZGNFMTRUOXlEZHNzV1dkaTFxSklFTXNMYzk5Z1lwMFoyNVoxZXg2U3NKd2tmWEc1cmQzRzVzRXlWT0VyOUVaR0ozNXpybHc1bWFDY01JcExnZURhZ3VEU3dRSHRVMWpSbjBqUGo1SjlNWUFJVG1NQUUvbnN3N0RFQUtMcDZxYVBsSFJaT2Z2OVdtNlprYmpKTTNOWjQ4cC9IcWxOWVZ1MW40Z0xTMkgreWViU29ibTVaMVh4RHROWW9jejdraEw4OXVGQXJxTnlXS1NCV2FsWU9HQysyTmcxcjQrU3QzekdMaUZJZFJ4LzMrUkp1Um1qZytWRVdkeVVCcTlDclZ6bkE4MGYzZnZtQzN4OUk1TWx1cVFQOTFKSG11cmc1WTNIWmpqbVEvRkhEdUJZeS9HOURaQUNBZko4dWNGbWNqQkY3L2pTQURnREp2cVRKKzI3SSsrQzNmRWtaRjFvYmQ4VnVITVUrOTdodG54V25iWlZiR1pqTmJETGIwMTZ1UnpUOURpUzJNWnZIZS92MG0wVmxWUi9VRGg4K2RPanI0Kzc0SnFYTnVBbGtubENLWGp6Vk5Kb015QzhKcEZ1ZThJWkw1NDZPcTBIMGJvQ1FDZW1IQitUZGlGcnhKWGs4cFYzaC9qMyt5cW83ak9Oc0g0c01LTnBRWFdCWVR6VXc3a2d5WUVWbElOV3cydUFxOHkxaG1RVmtlWjRCZ0tYcnEyNGc0UDF1cVBlejcwUUdGSlJYNTFuZ0d4eVhEM2s4NUEvdXFZa2pBM0xMN2s3eUNlOEhGZkNXYTd1TnA1NFlIbnQvK2ZZWnhISmQ1L1hPUGFjT1JZNHZXM1BmSk12cjNzWXVuakllaE5yMy9HTWNJU1ltWnhZcjBsMkRhUlM1WlZYenBYWm10VGJ1ZW1KRlpTQlZzOW5jK2VyMXI0Mjh6dVdsMnhZYWFYM0tEWGM5VDBRckFXWnl4VVIrNWw4WUU0VEF1d3dFMklpSVoyaTZKaG1USTZLQ3lybDY3a2hEWU5RRHhsKytmUVlUcjRUaHJqQkNUOGFXVFV0UEtsZXNqdGdtYVRKTEo2dW5XNzN3Y3N5WFEyN1ozVWtlZ1E4eVdVZmJrbytQNitHWlUvTDVaT094M2d1bUZ6dXArdy9BMXcwQStHOFBKR3FsL0VhYlYyeExUZzJiOEFzZGcyeTNmMnNpcFhyS0NVSnFWc2VQN3ZIRzVlTjVFNjFTaG5vTkxCWXJwKytwanVhdmpRN1Y5Z2NTaWRRV0E3elEzbGk3RDhEZnhwWm5KSmdQa0t1ZmFkMzMwQnVacy8zVHJyMTEvSG10UWozUzhpYVJzSHpLNmI5T0pDM0w5cVc1YnQ4MURIdVlac2RhK2hISlBvQmFtTldZckRPUjViVThpZW11MDNmVnNqeEp0cFY0aHJSODA1STZMeGlTdi9ZbVRub2tWbFJ3Q0I3UFpqSVE0ZjZ1TndIOHUzbDJ5OHZVUENidmxKYUduVVBoZlVVVjk5L0ZyTi9nSzFlZWorYnd4WXIzTEViVW9hQ3Y1K0pmbEMxZFhuRi91ZXU2NTlvUDdENWJXSEgvK3d5Smw5dnJBMjlFWENpUTJCbDZxeFVBdEdXdkREdHEzTnovL0kxVjJRSzBrcUhmTkhDN0RheXdaYkdCNFNWR3U4OGZmQWZoeW1XYjc1c2tXUzQwbHk0ZHlNaWM4aEVEVC9PUjVsMXZJeXB5eU5CemdnMDF2eWdvcjg1bElhaDlUMDFNcEVGQUpIaWRkV0JoWTZEL1Z4M05YNDM3ZkJWMUw3eU5KZndZa044NDN2eklxTkJESUNBbXdTMGpveThheUZrT0RSengrNUpXZ2szbnNmMm56ODVlZFZlQ0ljNWxGWXBzQnpCTElocVNyQzR1MnpGSHM1dlhqZTc5cDk3aGdUeUJDVXhnQWhQNHJ3Y2J0a2hHMXJJTXVPUDV5QS9WbnpKdEpZTm5FNWwvR3lsb0RBRCtzdW9WVEp3RHd2SGdwSk1kSThzTE51MllKN1RKZ2JDdUNDMHZuMml1dllRaFpYVzVDcHE2U0JyZG12ckswY0UyMlNzQ3FaYkh2VGxzK0FXUEpkYzVvZkR6SGMxZmZYdGszL20yczVRTkRSemQrOHJKbkp5QXgweDJpNWpwNUpHR2VGTEN2K0dCdVJEcU5nWnBJYXo2RnhzQ3c2SGNGZHRXR1EwUmRHWHNvdnAxQUovTG1MbDA1b0tsNzd0bWdOZGJHMnZpYk80OENlbFRuWUZZemlFd3RGQmJzT0hlTkJ1cUNNcDlFci82bFk3b0VlblBhRzErM1NPN0Q2VWtwNjBscGRyYUR6dzRsZzVEek9BVHdhVlRIZnRxUnprZzVaUUVraTJQS1hhVk9KaVlsRm54anYzOE42UHowc3ZQNEtWNmxWdDI5MVNMdlBsQ1dIOU05VkdoTWVyRnRuMFBkWTJzWDFoMm54L1FVNW5SbzdrL2ZsK2hKR0FwcUpWczZLeHRtY0pRajJrNjlteWdmL2FxdXhLOFhucWZZL0NIbzgxZkc5T0ZDdEhGdUFYTzdIdkQrbFBTWEhWYlg4Z2FZZDI0UmRxVVdHSmdMQ2I5K0xFbmhpMGdjeXZ2bVUzYXVvbDF1UDdVSUpGVFVtSjVFcXhpQWh2V1FQdWV1cmgwR24vNTlrSm1UbXFyZi9VQUJtMHJXZDNZMWRYelRFNU93S09NNDVjc1hvZ2xxQkJOS3phMi9LalM1cHRPLzVWMVFvcG9oSUEyaUlxbGQxL3ZPWFBxSFFpbENmeDVtQ0FFM20yZ3dYdkNSZ2lMR1hBSWdHRTlpZzN6KzdmYUVQTGpBSzRKclo2TXRiRXJMcS82VExkeUdsT044R21ibHdZYmR2MTJaSHVQU05vSnFHQnJmV0NVaDJzc0VyMlQzMCtHdVZOMC9pR1N0eDFGU0sxaEtjZ0c1clEwN1B4RlRCUGl5Wm1sREE1RG03NjJwbDF4RDhlaXl1b3Y2YkQ1cmZTSXZJSHd0UU1ubXI4eFpyd1dUOU8zTVhOblczM2QzckZHNnR6QTI3Ky8wdnlOM3FLS3FoSkorc2RYenJmZWwxdHl6MnhQZ3Jjc1dGL3ovZHl5dTVNODB2ZWxZSDF0WFV5N1pBQnhxUW5NdWhYQXJXTmRRMDdKNTVNVHZaUEsrOC9aZjB5WXlkUEowZ3VDRGJWUGtlVitySC9BODN1L3hUTmY5aVpuakNRRUNqZFZmMXFBQ0VidkErdW5BS1FCd053bG05L1RlZldOWVBkYngzcWlhcjVETUpKdTVjdHZEU2tORjViZi96ZUcrYzIyeHJyZkFLZ0dzQVh4bUxLdytPT2xGcEdsZW52ZXhGOElKQ3lmWXVkMCsvNEhUeFdWMy85ZXc4Nng5b1lIVHkxZFgzV0R0R2pONFQwMTN3V0E1WlZWZDdwSy9PYkYvYnZHaktQTEtmbUg2WlpGNzJQQ2VjMnkwemFjb0Izem1yR29vSzFwNTVqaGxySHdHWHQ3UzMzTlBVV1YxWjhKR2ZtNzQ0MlJuTUdjTFFFUDlhcmx1R3p0eVNvSmVDWGM3R0R5SzcrTGJWdTgwY2xseUR4WG1SOGRIVEdCS3FyY3RwcEJ0N2JXMTM1cHZITVhsdXZWWWMydmUwZ3VaNmg2cjBqSU1hUVRXeHQyUFFzQTB5ZnQyR1MwZlZTYi9td0NRQVFKTUFFRUliMXBoa1I1VzFOa25DWXdnUWxNWUFMdkxoQlJUSVFBajFyZ3g2S2d2RHFQQkRhd3NYN1MyamphQWFtd0lwQ3IyVXl4QkNoWVg5TThzdHkvNGQ0MFZyU01CWG5JNlBQQnBwMHZJaHJGeVo2RWxZNnhYdkZKdmJLMW9lNkh3NjBDSW4yUytWeXdvZTdob2szM3Z6OU16dDVqalY4ZTVZNlVXMUcxU0RBdGJHdXMrU1VBSk05WnZKUVpxbVZ2N2FzanJ3SFNyR0VXTjdMQlk4R213RkJFYUdGRklOY1lreHpjdTNQVVhLdW9QSENLaFVuVGpMUHREVHZqRnFYNUZmZGxuWHp1KzBsampWbE9Uc0NUYUttN2d2VzFRN21SbGxkOTNMQm9iVytxZTNyNXhoMUZTcHJMTGZzZmZHMnM5ckVJOVYwNzI3YXY5cVd4eXJ5SmJxRWhPbThMK2FFQm52S1RuTlYvYzBHcFVNOHJoMzV5QkFEeTFuMXhTMjlQVDhmcHRoOE5SUzdrclA3Q0pqSXNOVHNYVDc3dzNiaUY2NDNGbjg0K2QvS0p1bERQbFUweGg3OEI0RjZNZ2FUTTR1UWJscXo4Q0JuVGZmVHBSMzg1c256WnVpOThESWFkOEVEdmlWZUNQdzRDZ0UyZVloRU90Mm9mQ2ttYnpyYTlENDRTc0N3c0QyUXpPZWxFVnBhRytHTkgvYTY0RkkxQ24vTUpBODloU2Jxb3BiNXV5SUo3Um5yeWR4MWovdmxvWTkyNEtialpsWGQ2TGMzTHI0dnUzNlhQbmJUOXpTdVh2M3loOWR0eHVSUkZHeGVWc3pBTGFDRDhxL2Jtcnd4cFJmajlXMjNObnR5ZXZ0QXpzUm9YZnMrYTI0akpGMUxVY1d4ZnZCYVl2N0xxQmxLWUh0eGJPMnpUT0YxL3VpK2tmM0hxME5lN0N6ZnNXR2xJaGxvYmErSUluNXlTenlmRHRqL0dSdjNpeU43ZHI4NWJsTGNXNEtHVUFYLzUvYmNLby9VRUdmQ1h3UVFoOEc1RFZQbVdDRVpLbTRtVUJnQ095WGNESXV3Zys4eDZNcnJYUUQ4ZDNQL2dWUXlTQkptWkt4VHBROTR3aEU2d3NwUU94UzM0L2Y2dE5pWlAzUXd5eDRQMWRUOGY3MUp5Y2dJZTN6eTNuTUZKL1FQV2I0ZTBDN1pza1lYZGkyOG1VajR5WnVDSzQ0bXpNaW11cUM0eU1Ca1M5cm5EVFlFaHZZTHN5anU5S1VoZjZZUzQzbVBMaGVTS0Y4Y2tBN1pza1lVOU4yMGd4alJZOXZmRzhYVG5LODNmNk0wcjNiYlFNT2xnZy9ka2Zra2dYWGhVUGwrKzlKTklkSUhaMEg5V2pMVDdlUWpBM0pGOWpUTUVsT2lac2txUjAyck50dE9GNUx3d3JQYkNUZFZiU09zRFBtOW91bURwNzcxK051NUJOZlBHOWNWQ0kwbVRlcnF0YWRlNW9iR2NFMTdCc0g3L3h2RW5qZ0pJajIwemI5bDc3Z2ozdUk4ZWkrNVNGSlZ0cndRWkVXeW8vU1dBTDhSNS9NYWc2KzAzNXFjazNmaTdsS2xaS3hMVDVudytaZkxjUE9NT1hPMjVldTUwcVAvSzBNNjM3VXVyZEVOZFcyT2FmakdhR2hDSGxDblpDeXpMNDdRMVBuaXFxTEs2UUpOK3MzM1BnNmR5SysrWmJSdXgrUENlbmQvTktnbjRNanpxWnVWaVgvdSt3SVd4cnF0ZzdiWk00Ylh1ME1aY0ZDNmZKSXVTMVlBNUtwUGxzckRwRzFQQWNCQTVKWjlQOWlWbWxJVEkzVlZVdnFPWURBNE5rZ0hMMXR3M3lkdWxTcG5NYzJacU9DbVRyWEpCOWg5aTFZWUxLcmZsTU9SSFljeHZSaXI4TGl1OWJ3R3p1TlVsNitIeHpoOEpUeU9mMUdLNnE5MTJLWkZrU0V4cXJhOXRBclpJLzRhRnEwamhZbHRUNE5TOG0vSmRBaUNrYjZZeEtnbXNJYTNFT1NISXg4ZnJmd0lUbU1BRUp2RGZDNkpJTkNZaTg2dHgwL3J5TjFiZGFCRnZBcXMvdFl4aFJWeFVVYlhJUUdVTG90UmdmYzMzUjViUDlHOU5KTnQ3TXhrdG9jMmw0Tjdka1dqTWtvQTF3MmR1WnFQQ0h0S0ZMUTAxUTJSQVRrN0FrempQbE5MQXdFK0tOd1h5Rk55eng1NTRjTlJ1YjI1WjFYd2ZSTTdoeHAyL3hPQnVLaWc3MkZRWDkvekpLZ240aEcwcVlFeXVLOFdlSTN0MkRxVjI1bFlHWmt1anBsNlhYYU8wZlBJMmJWdkljTmVReHVrZTBSMG5HRnl3OFo2WkVuS1ZKRGxxSGVIM0J4SkZwcXE0Mk5YM0VLTEV4L1RVeEE4eUtOeE4xNXVYYnJqbkprV1kwZGF3YTVTYWZxU0RyVGExZjk4M21HMnBkV2hVQkNrQTVGZFVGOXVHRXBReE15RE1ucFRKbmlsTVUzcmJHcjNQb3lRZy9CN3ROd0luVHovMXIwTkVocitzZWdVTEpGcU0wNGNiYStLaUcvTkt0eTIwYmZ1bVYzdXVqRXdEZFFHTW1xdm1yZDh4eTJ2SkRTNlpGK0h5cXlQckZGWUdWb0sxSXdtdkgzdm1HNGV6SysvMHBuTmFLWXc1cTJ6UGJCdkNlM2h2N2FoVTNXV2I3NXNrdE1waEVrS3plcTZqWWRkUUpFZFdTY0NYNlhHWE95eGFTS21wMnZCVEFKQmRHVWhOTmU1Zk0vTlBqemJXalJ2eHU3eDAyMlRGY2gwWmVUQk5wbFgydXU3WFk4a0F2MytyelZNbXIyU0JaVnFaeHRibXJ3eWwraTRwdnlzREl1a1cyV3VHSFFCS0FsYUJMMXhNYkZLWmNXN0E3b2x6SjhndHV6dUpEVzUwQnRSQlJEOExVMU9UMXNGdzQ4bjl1NjhXbFcxZnlxRHBiUTAxY1pzNnlObmlTZkJrZk5JUUh4NU1vU0V5Qml3WUlQS2wzWFFqa2VudVVlWjRUc25uazhmYldKekFudy94WjlTWndQOGhNak16ay8rTWFtT0N3UllBR0NZRFhFUlVLQkFDSEhldkNoTENDd1h4VFNURW9iWVlyMUNkUGkyZmpSaEFXUFI1YkUrdUsxUjdSMU84Y3JySm5GWkVBdE02MGZsVGpJc3QwanNydklvWU42b3cvK0ZFYzJEb1M2R3dkMkV4UWFjeVNSRzJUVEFtM3d6TEs2cFhhV0NSQVovWEkyemtVcEZhd0VwM2VieGM2R3B4dG1WL1lFeG1PTC9yeHZVQ0pxZnJtdmhSNng4RC9XUFZBWURja250bVN5a1g5dldHandBQlE3YTZSWUtQdHJaKzIrVk1aNjJCYzN5RW1NNnRBUDZmOGYvbWVCUlc3TGhEc2JwaWpPcTNoYnZPdU9HalhxTVdTMlVPUW11YllXVzFOTDN5NjVIdEVsSW01VURndWJhRzRjaUl4SGw2Q1JzeDBONVlNeXFVRUFDdW5ULzIxTEZuSXlGWkJSWDNsNUtVUzNwZC9Xc0Fud0h3OVppcXB3RU1zYUc5YjcrbWhFOVhXSlo5S21mRko4L01XWGhyZTFiTzVwK0YrcTk4SDhEdkFQeXVxTEw2YkVyRy9KRzdHdnNIeXdkLzhzcXJYNzNSdjZWbGNrSHBkL0xLcTVld2E1SjZ1UHNZQUxMWVZ3d2RmaFlBMHJ4dUxvVDE5bmlNUFVvQ2xreXlOd2hDTHh2bkJkaVlJU1M5eVluaTVuNUhIejNlT0ZhSS9pQzJ5Q1RQMUVJWnRrNTRsSmdQSTJ6ejlxVlhFQTBOOUNaYnExekZCNkYxdnpDMFhQV3B4a1AxZ2FIeEtOaTBZNTdGOHIydTR2M0J4dmlRdFp3Tjk4NzFXWjZ0aXRWdk8rb0RZMG9zTEMrcm1xODhZcEUyM0F0bXh3Sy9CcFkzdVRyMEhBQVVWR1l2Z21TN3Bha3VTbW9ZQndDMFZnTXdrZG1MRzdwMllwREFtTUFFSmpDQkNmem5JRDBySy8zUHFEWW1tSWNqQkpneEppR3d2SFRiWkNucEE2N2hwMW9hSG13WldWNVV0bjFwSkkyUHVadEdrOEE1T1FIUGpNenBtN1Z4WEJLaU0raDZoeGJpaFFudUI1aDE5RXFTWFFBQUlBQkpSRUZVanhFUWw3cDc0eUk0azJhN1JlenllZU5ObWdtTktlRXpkc2ZJall0bGErNmI1SUhKN24xRFBJSG9McXl4UERkMW5yNytwN2k2SlFFcncyUGV5MnhXQU5RbUw3MDFGTUhndnoyUTZDR3pvaDk5YlhIUm53RDhKWUVwbHJiV2crazFoOFA3WXN1WGxtNmZSdEt6RWhBY0NuV1BqQkMwbk5TK2tzNnJWNCtjUC9pSUMyUjdKeWQ1Ym5lVlNuenQxWk8vOHZRaEI0Ym50RFhWTlVZM0pVZjk1S1ltMzBKRTc3aGhXYnh4ZTc1bDlCUlg2NnNBZFdsdDlSalEvRkRZMnc0RVRLSFZmeU9Fc2RzYmFvWVU4LzNsMnd0WklFOW92RHFLREZpL1k1YTA1SUpndzg2ZkMybjczdW5jaU9vK1NKdVdHZEs5eEhTOS9VQmRYTDU4ZnRtT202SGRHNlRHNnkzMU5VOEJXMlFhMHRZUjAxa0dLOHNTU1ljYmRvNnlEL2R2dURmTmEremJpZUVZeGVkajU1RkFRRXp4dXJsRW9rdUFaMGhwdXRzUDJPZXdaWXRNWmYwZVNmUkdzQ0ZtRjM2TXZvMlFLN1REaHd5WitZYTQvZVQrM2JIaHJjU1pVMjRpWVM4SDBaNGplM2NOa1JWTHlnTVpYa29wTnNvNTNQck1zSEJ6Z1ZjdkVVenpBZW9hQ0h0YVJuNk9MSkd3UlRJZmo4eHZ0OGlwU1lsNURQZGlhMzN0NllKTk8rWXhZVjVya3hWbmlRa0Evam1MLzVvZ1RrVTJZaUl3aGd3RERDRTh3bU9uS2FnenlaYTl4a21ZT3JHVy9RdGdJa0xnTHdzeGEzRmV0ZzM4TVdueWpJUFE2bXRxZ040NGIvWDE0OHlaMFg1NVk0REFFaUFRMkFnaG1JazFnY0JNY1I5NHlmYmZFWnZmdFRUV0R1VjdGV3dNRkFsTFRSSmtkV2diRzRKUDFQemJ5UDd6Uzc2VWJoRysyRkpmKy9GM3VvN2NXK2RuVzVhc0ZMQjJ0UjRZWG5BdExkMCt6V0k1dzVESkR0Ylh4dTIrRjVSWDV5bWpKZ3RwVFFuVzc0bzdkMkZadFY5b25TTEltaFIyblVQSDl0ZU5TUVlVYnFpNmlZalc5SWZrVjA0ZENzUXhmdEx5cFdvMVBJeDJndWZqclZFMTBxS0tIVnNWVkZOTHc0UG44c3Z2ZnkrNzdxdnQrK1BDc05JQi9HaVVEUHc0V0Y1eGY3azI0cVZPRjJjeXZQSTlYZFQ1K3pRcnRaaUJjOEhHdW5ORkZWV2ZGVmN1LzNpc1hNTCt2cXRIVDlmWEROMlgzTEs3NThQUTNQYTlkYjhmZGFJb2VxNi9maDFSeGxzSzNObXlwK2FPcU5qZlYyS3V1UnZBZXdEOEJrQXFBSGhUTW01cGFhajU2OEtLKzh1RnBCdUU1aWNPTncySFhmazNQREJYZ0NaZHUzUmkzUEF4UkhkQmJFbkxXL2JzL2tIZXBtMExQWVRpbG4yUjhNWGxsZFVQWFI0UUQ1eHBmaWhVV0I3SXRzaE1PdHdRR1BVZ0cwU2hWMzBPVEQxaElRLzRaTUxmRGZRNnUrMUVLanZTVlBlTDhkb01YVzlGemlyWHVNcTJSQUlMNjhiV3hzRlVsSUJJOEpwaU1uenM2QUg3b3IrYzF3Rm9hMzltZDF3b0cybTZqU0ZPSE4yN015NHFwbUR0dGt4cHlidjdRZ083VHNRdzNuSG5MZ2xNMFZCNWZiYTdQeVhzVzg5WDdiMllTbmRlN3V6N2wvTUhIeG5JS1Fra000ZXpMcjc5OXRDRVNnQVJ3b21Wd3dSRGtmQ2VDYkdiQ1V4Z0FoUDR6NEUxS3p0M09zamsyVkwrTkgxUjdnOFU4ZmV0a0R4MzVzeVJIZ0R2R1A0L0NLTElYQ3Z5ZW14Q1FIczlkMFBwUTBlR0NPQmg1RmRVRjRQZ0VRYkoybGpOcC9ZR1JvVXRKOHd4RzVYckhwVWVGTGZVMXd4dHdCUnR1bitqMHg5Nnp1ZnpsQXZYL081OGpKWk9mbWwxTVV0S1l4S1hoVkNMV3VwclIyMDZBSUEzeWZvWWU2d2ZuRGdSY0ZaVUJsS1ZNWXN2ZGZjY09EOGlCN3ZRcDk1RFRJc1lkRGtZVFNzWUdnTkhiUTgyMWxhTk9UNCs4d0ZqVEUvYmdQMG5ORDg4TkQ0NUpaOVA5bG0wRW1DdjB1WWw3ZlN0aVdrbUFiakhub3lkR3A3QzBYMURvdkgvKy9xL215QUFkRHo1VCs5WTd0L3d3Rndtem5UUWY5SXJmUVhpZXVjK016bnRDeTE3ZHUyTzFOZ2lwZlNzYVdrWUZqdGVYcnB0b1NZcUVVeW5nM3QzamhJenRtMnNkemowT0FENGtqSm05by9pT2VJaHRGek5SQjVtT3R2V1ZCT1hTckY4VTZESUdKVnVDSWt0OVJIaXdiOXBjWkhSdU5UYVdITjhlWG4xeHc0UHlGSHBCU2dKV0dUckQ0UjczTjk2VTZ6UzlzYTZPTHZJcFJYT1VtS1J5bXo2TGNCcGFkclZCZ0Q1WGZkdkpDRlNXeG9DbytiOHd3Z0lJVld4TXM0UjIrdkxJNlV1dHV6WkZhZmRVTEIyMnhRaWVZZXIxZU1kVGJ1R3JRMjNiSkVKdldaRnlGRnRMKzcvOHREQVpKVUVmQkpxRGJIMWRrdlR6bEh6MitLeUhSOTI0VGEzTlQxNERnQ1dseTJhYXdReWdnMFA3ZkhmSGtqa3NGcW1IZnZaV04wSkFDZ3EzL0VCWTh5bDFyM3g2Y0pFUWdOZ1poMEtkVjNzU0VwWnNEbll1UFBSa2VlZHdIOE1FNFRBWHhDelp5OUp0eGpmSlVFTEFWb0k2WG1mbFd5T3pFTmFCeS9NYlNGRHgwSTliNzF5NmRLbE1jT2ZFS0YxTFVMVUpOZXltSWNXRjVFSUFiOC9rSWdwK2xPQWFlazdaMFhEOFFPaW9EUzhHRUtsRytoMnVDam83dTRheGJnVnJOOHhUM3JGbDl5Qm5pKzgwOStSdjdIcVJzdWl2eldFNzdmc2lkbDlyZHlXS1EyVkthT05RdmdiY1gxdkRNd1UwRXVJN0VuQitwMnhDcnhVdUtGcU1aR2U3a0tlc2FHVGp1MC9QYWFBVEVSMFIzd2NaSDV5b2ptZURQQnZlR0J1eDdQLzVJMGhCR2pnclBWSVNVbkE2dkxwWXNFNGRDVDFsWE1GRzNjVWtkQ1gydmJ2UGpHaSsyOEJtQlB6dm50d1VSMUZOb0N2QWZoU1VVV1ZkSXp1T2RJa1hpbW8xR3MxeVNQSmJucVJobUpEN3ZXaXl1cFA5UTljL2NXSmNVU0lMcjdjTXZSRm1yK3g2a1pMY0ZHd1llZkkxSXhSakdaeGVmVVN3N3crMkhIeW8xRWk0TzZZNGpDQTkrZVczWDMyUlBNM3RYSWlINkdlNjI5ZTgxZFdsWkhoYVZCNDduQ002STYvSkRDRnBjclJXcCtaTnEvNFE1ZGVHMXZRdjdoc3h4eVdJcnRsejg0ZitEZmNPNWNVM2REU1ZQUEQzTEs3a3l6NGJuV2hIajdUWEJNcTNGQjFreVR0UDl3d21taENOQ1VrRFducllFZ2JZVjd4R0xPaVgvVisxWmVhVmtRUVQ0MTU4bUZRWVZsMUlkaE5zMEVkQUM5cXE2OFpJaENLTnVwVnhDYmMwbFIzcnFpaXFvU043Rzl0cWhsaXFXZXZ1aXZCcENTL2x3aDlwTUp4T1p3NU9RR1BTTlFmVU1CUHhpTURacSs2SzRFOHBwaU4yNWJxZURacWJWNFNtV1pELzREMW8vTUhIeG5JTGJzN3lSS3FUSkUrUEJoZWwxWHlhWituNTFLMjAzOFJRbmdtTTdRUFBNRUZUR0FDRTVqQWZ4WW1MVmlRWkV0Nm1FbmVSa1JKSVBxU0RmNDhKL0Nock1WNVR4ckRUNGU3OE1LbFN4M2p6ck5HZ3NGeGhNQ2kxZmVrSkNkN1A4ekd2SHpOc1JwRzFpOHN2eStiV0NjYlE4bkdVUHRZcVhQRkc3Zm5NN1RQOWxncmcvVTFRem5lL2szVnk0eUI4Q1RhSzdRajk3YnVyNzBhMjY4VU5EM1U0enpyVGZHc2ZLdXo3NG1SL2VhWEJOS0ZWNWM1TEgvVjhjZUlpSnlHczlvU25xUG5SNGowK3N1cVZ3QzhDQVNuaXpvZkdUeWVWUkx3WlhwVmlZRjVGTUNNV0pGbFdNbWVXZk9MVjE4KyswTEsyeGRmZWg2ZDUxWUN1QURnTlFEQ201U3hralY3aUhFNmRnZjV2d3IrRGZlbWtlMHVNZHBjOXNpRVc3dnQ4SzlTSnFlVzlaK3h2b3JJQnN4VW14TGVjK1hsYzBONlRBVWI3NW1wU1pZQ2ZDN1lHTDl3WGJibXZrbStaSHV6SXRWZ1gwN21vb3FxVFVmM1B6S3VSM1Z1MmQxSk5ud2JRY0psMXRmYW11b094WmRYelRkR1p3czJ5VDA5NmpFQXBuanpmUXZZcGRTd0pjNFdsbGQ5Um12bmNUUS9OSXFFS3ZLcE5RUTY3VW14UGhHc3I0MWQ2RkplZVhXT1JieEFzL1Vpb09hMk5kVWVBRUJGbGRVM0Exd1NyRDkrL3pzTW0vQ1htM1ZnN3JmSXp0TEc3VzNidXp2dTN1V1czVDFmQ0d1ck1Mdy93L0VNdVVqTVhuVlh3b3p1cE5WTTVyVll2YWpjc3NCVWo5QjNFSEN4UjdrajUzZFVWRm1kYjdRNk15aHNtVnQ1ejJ6RnRLNnRRZjQ0SnlmZ29iQ3pMaXpGU3krT2NFNHJMTisybGtHeisvcWRVZWszTEVnUUd5SUlLekZ0M25MZHIzK1pVeEpJSHJsZW1NQi9EQk9Fd0Y4UUp0RVZJR3M0MUlpUVNoQzNnSGt0U2VvblNSY1RNcVpmekVxZjFxcUF4dk45MTU3QytmTWpWTllqWVd6RWJGNjNMTTVpTmlBQ2tSQkFRSENtV1F1RzFkdmovUFRsRTdVT0FPUlhZQzZSbkI0YUNML29TMGhZYVN6M2haRWlHMHZLNzhvZ3B2Y2JJeDg5OGc3S281RUhFajVualB4SmEyTmdTQmdrdnlTUUxvMTdDNU9ZRkFxSGZubWllVGdOd2IvaDNqUWlwd0pFQTUxay95UTJYSzFnN2JZcFpHT09NdktNelRTVHI5clBqYW5RdStHQnVURG03OERxQjhIR1hYRzJOVXRXM1pWQmxzNTN3LzJ4MTgwblRnUWMzOHlxbTZRbWNYaXZQSmEvY2RFTklFNXNxN2VmSGRIOUZ3RjhhUGl0K0Q1Z0ZnRllIVDB3QThDVEFHWURXSGY2NkcvL2RjNnl5dHFpTWk0MW9CNVNaZ29ScEREbXFHVW5MZytUODhmWWZDWExrNUNzbk5qYjJLY1FKVWtzb1c1b0NUMDN5dU4rWWRGZnIzZ2xPUHg5bHpadDJYUW1YbmIxd29tbmNQN3h4d0hFcXVVcUFCOEdzTjhIMzNvMjZnMEFTd0RBc2oyelNWTUdDWHJ6aWhKRElmd0ZsZHN5aVhVcGpENENsblBmUG4rMEdjRG5SbzI3ZjZ2TmhFSUo4V1EwenpCUFJCZnZFbDQvS2J6VTFyVDdTc0g2SGZPRU1Ga3REYnZHWTZBcFRTZm5ROUJpWW4yQUlhYTZvSk0rTy9WV2gwUFBkdFIvZWN5RitOQjFWRll0WU0xcExqdk5IdUVyZFV4b3lHZlpYL0hBR2tCYkxRMTF6Y1ZsTzI0QkVRZWJhbUlld2x2a3RKU2tjcEswbEFiRXY3WTB4NnYxSnMvVlgxVFF4NCtFbmgvWGttaEdXbEtsNDdvdld0SXUxQW92UWVvcGdIejVSSFBnTFpRRUxBK1pEZVE2UjlyMmYza3cxWUFtMmJPVzl1R3RBUUJnYU1Wc3pEdUhuNVJZUVBPZmFVRTVnZjlDZUpDVkpUQXdJS2ZvZEtGVFhXRlVra2hPZElWV0NVS3JzUFI1dFRCYUN6WWU0VEZHR05zV1JpdHAyQlpzR1dHekVjYVNnbzBSYkZoWTBkZlNTTW1XRVd5a1lEWkNHQ0Zac2dBYndUSmFoMWtZSWFSa0ZpeUVZR1lCa0JETWdrbElaaFpDc0FDellKQVF4SUpaU0lDSkJRaE1naEVKSXdOQUFvTEFUQXdRQkFoZ0FvTVlMQVFKQXFKbHpBSVFSQXlDaUxRRmlKaEJJdHFPR1FJZ2lscHFFb01pN1VUMGZTUjBMZnFhSXVkakZwSE5uTmgyVEdBUjNZNDFUQ0NPck1QQURPWm9WQTNER0k3NlM3TUJtQWFQYytRWVJRU2xHQVFtc0FHQmpZbVdFUmlENVlhWUNRYmdhRjB3UUd6WUdBSnh4Tm1YR0NaU1pvZ1lNTkcrS1hwZXcyVEFJRElFWXd3TFRXU01NV1NJaENaakRJaU1JZFlrU0J0akRCRVpZMWlEeUpBbVE0STFFUmxoak5aQ2F0TGFhTkpHU0tsSUVTdWhOUWxoaERKYUNXRklDU09FMWxJcExZUXdqcVcwbE5LRUhGdExHVEo5SWE4V1ZwK3hlbno2aXQxcGNDRlJBNmZHZE1mNS95dVNySlJrRUUwVGhCZ3hPL0lRc0JhRVZWTGljd21UK015YzlLVS9kRHF2L09TZE5tQ0dXc2RvQ0dTVkJIeXBQcldSR1U1dlQvaTNaNTc3Y2x4MFoxNTU5UklKbm1FRUJOZzYyOVlVR0pVNmwxOVJYV3dNejJKaVE1Y3ZEZTN3KzhzRGhhelZWTUdrMmFFanJRZUdiZG1XcmJsdkVzR3o2RHF1TjAxS25GVFdOeUJhUmk3d3Mwb0NQdHZuK0dIb1lGdFR6V1ZnaTV5YWt2Z2VCZ1VQalVpREs2cXNMbUJ0MW9LcDMyWDU4MWk3dmd4dnVKaVp6cmMyN2JvRTRQTnhhWW1xRjIrK0dtZFlCUUNQQXZoaWNVWFZIZHFGUThLK0VteEVjR1NsLzJ6a2x0MmRCTXV6bVZ4OVFsaGl4bHVkdlQrZm1wcTBUcnNjUEhFaTRDemJmTjhrUzR1Q0VNdkh6NXo1WWZTK0JZU1U2c01FbkcxcGlOZFdXTFQ2bmhSZmt1WHZDNFgyNFhKU1Y4SWNzMXBwdk9xNmZhTVUveEhkWExDbFdzM2d0d0NkcVhVNExqSmdjZW0yeVpia201blo2WVBuOFplZjI5VlRWRkcxaUpWWXJGbTArSXpKWTZILzFOWTQybEdndUxKNm5kYWNERERldW5yNWV3Q0dkaGNLeXdNM01EblQ5VUIvczUyUXRMYTcyMjFHSkNvM2x3MFhYZXJ1cXgxclhqM1VkM25WZWtYY0J5MTZTWnFFdHNiZGNSRXZ4V1U3NWpDSnpZYm9lV1BMNTVzYkF3b0FzclB2OUthbUpxMWp3dXZCaHRxaGVmbnkwbTJURmRSeUJpZTdEcDQ0ZVNBdTdRQkxTN2RQWlhEbVZjZjdOQWIxSnRpVGUrSEtwVjhDM3phSmMzWlVNdlBMTDliWG5vNXQ1Njk0WUEyUnFRZzUrbDlpQlFzSHg5N3hQamRmaDY0UUFPRzQvYThuSk52NS9SZjJaa3hhc0tEaCttdXZqWG5QSnZEblk0SVErQXRDYTUrQXBHUkVZbHBpaXdpTUpJQ3ppU2diZ3RiYXdKZXlVaWIzOCtMSnZ6WE12OVRLdEd1SU1ETjdRUVFER0hnOHpJWTBSVG9VeFNXWXlzeDVRcW52RGY2elpGZmVtV3F4S21YWC9YV2lMK0Vqd2ZxZDN4cnIyaElvYVNkWS9EN1lHQmdsaWpPSUplV0JEQ0hWSjF3WDN6cXlOekFrcXVMM2I3WFpvOWFBYU1YVmtMei9UUE5YUXJGbHdyYitwMmJ4R3BQYWQ2bytQbXhPSkZ0L3BWbitXa3BkRXR5ejg0Y2p6NG1vZ0FvWi9jbGVSMy9yNVA3ZGNZSWtzMWZkbGVCTFM5d2FiS2g5RU1Dbllzc1crTzlOa3piV3ROVFhmR2YyN0MwSnRseThzYVdoOWhzanVsOEI0S3N4NzA4QjV1OEF4SWE4TDR4NW5Yejk0dkg3K2pvdkxGNlEvNG12SlNWbFhMQ2l6Z0xGRlZYdkN5dng3TEdtQitPVWZoTlRaeTN1Zm51TVlaWHV1ckFKL3dITjhZdEFmMWxnY2MrMU0zRnJ4K2xaK1YvczYrdmRlYWJqOGU4QnlJOHBDa1hkQmY2MHZMTHFEbGJXR1NtOWpvNDZKQklqVFVqT1BGeGY4OWhRLy81QW9vQmIxdEpRODlQQ3NxcmJIR05hdE5PN2FxeXhwNm5Udnhxc2Yra3U0RmQ2K2FiNy8vZmhQVHYvRnBFRmVobU05WGJyZ2NCcEFCQWVMSGVNTTI1dVduRnBZTDRSNXIwTTlSaERaTEhpdHl4d1RuQnYzV1BqdFJsRWR1V2RYdFpjZE0xNTgvZFRFdWI4WTdEKzVQYkJoMXZoNXFxYk5KUTU4a1JkYzBIbHRoeFhReDJwcjRsN21CVnNXbExBckphYzdRNDk5UGFJaDRpL292byt6WGlqclhIWHVDa09SWnQyZk1Bd2p0Z2VLOVZvbklOQUlnQU1QZ0NMRXZRS2R2RmFNRVlOZWRubSs5S2xTMW1odm92SEpCSFlHSmNBTTE1Q3l2Sk5WYmNSNjljTzFUZVBqRnloMFQ4NWhHeUhBQ0JMS1ZKS2tUR0d0SjVDeGlqaURFMUdSNzRXMG8waFkxTEptTWg3WXd3aERXQ3RhWkNmTU1ZUWtBTG15TEVrQU15Uk1rNWdpcFFuRGg4elRJT3Z3WWE4WGlZZ3duTzZqbU5MUWJZV3NMVVdsaFJrR2Exc1lRdExHTEpZa0VWYTI0TElNZ1JiTUVrRHNnWEJNbVJzTW1ReHdTSWltOGhZYk1naWdzME1peEF0WTVhQThESVppMEUyRVNReDI1SFhaREd6UllBTmhnM0FBcEZGTURZVFdjeGtFOWdDa1FVMk5rRFJPckNJWVlQSUN3eUxpY1VoWVRBZE9RSHdJaEw5YWpOZ2V5S0hZMko2SkFCcERhWWdpNkZqa0hMWTNUejZtaUFHQzJOdXVSaXVFOU4xTkRwczZCM0Zma1JvT0hjb1VpVmFIbjl3UkZzZ3JpSEdhSWY0TjhQZFVPeWx4UHlLYVVoeFp4bDlIVVB0WXE5QnhKWEhYdW5nZUNEV0pENis4MUVIaFJpam9oempXZ0ZJaXV0MTZDVHhkeUhtT3NWd3hRaWRJWWN2VVF6ZTk4SHJrUEYvZ29nNXY1Q1Jjd2dKTVhoU0cvQU1uc0NXTVI4UkM3QXRNQUFia2M5ZW9nY0FFdUZOUWlTd3pRc2tZMnJVdTJiNGNjRU1EWEFJQkpjWWpnRWNZamdndUlpa04wVi9rME13RGtlUE13c1hnRU5naDhGdXBCd09HQTRETG1BY0VuQ2doY01naHdGSENPTUFjRGo2WXhpdUJCeG01UmpBWVlZakdTNUlEa2pMMHVGd21FR0NoWlNHS01RaUpGZ0lhZnFGWUtKK2xwWmxxRmV5RUlJdHE4OTBDc0ZDU3FacmttMjcwd2doMk9mekdaZllBNHJjNFJIenJPamdZUnFSbUdhUldDRW5UZCtWbFQ3OTIxcnd2MUVmdjlsajlSbFBYN0s2ZEtsanBEYlJVTFRmWkZ2ZEFpSG1zQlArNGNoRlNXSEY5bHhtZDZvTzQ0eEk5TXh2clErTTBnVEtLOTIyVUJKUFlpa3lYZUg4K2xnMG9xeW9vbW9Sb0tZcjVyY0pUSzBINGhkRHZtUjdjNmpYZVNJdE9mMnpmYzdBNDJORnMwMzJtbFhHOEp1dFViSGlvb3BGbTEySG56M2FWQnNubmx0VVViV0kyS3lDbE9tYTlIYzY5Z1NHRk9yOVpkdFdDQmE2cGFudXhaSDl2eFA4NWZmZnFwVjVTZGhVSHF3UGpQS0tqMElEeUo0OEp6OHpjMWJoMzd6VzF2QlBqblBCdWFIZ0k3ZWRQckd2RWVHM3h5U3ZQTWx6RTJjdFhMSGU1MDFaOHRMQjd3L21GendMWUZaTU5iTFlXOWJGbmI5SkY2bTNhWmlucDZha3ZFZEx0LzFvNCs2ekFHQzVZaVVaKy9qeGZjTWFQc1dWWnBjeWZMeTlzVzZVeGtOaWlyVmNzM1htUkhQdFcwWGxPNVpEaU00ampiVWpCUVdINEoyamIzSzF1ZUNWOHJNdDlUVjN4WmJOOUc5TlRMTGsveERDYWgxdzNaZVBOd1d1NVpiZFBaV0lGN1kwN1B5OWYyTlZHWlI4cVczZmNKcmowTmlXVmE4Z0pwOEVVUmo5aDBZcS9oUDA4cllyYi8rcWFPcTAycGJvL01oL2V5Q1JYZlZ4c0hsa0pIRVUxL2VtNm1YS05aMVhQVmRQVDlXVDF3WWI2K0tpaDNOeUFoNElmYnVBdVJTc3I0c1ZlYVRVUmVuTGpaWW4yK0lzejdmSWtKUjVIZ0gvMlRldWYvWEtpZEZpZmdrZTZ4OWE2bmRHSWx4TEFwYVVLcDlEQTRjdnRINjd2Nmc4c0p5QmM2MU5nWk94YmZ5YnFwY1JtMDhHNjJ0R2JWd0JnR2VtdXRtOWF0c01Wc3djaGlaZmQrZnh5YVQ3ZnBqbVNYSFRieW84YVl4cDFERDdqYXRPMkY1MlhhM2RBYVhjaEZESXZYRGhnaHY3Zno2QjBmai9MQ0V3ZGY3U2FRays4aHROUFFhNlc3TG9jZGpxc1VKWGVzK1AybldQaGQvRzdFdFdaamhWcXBTUVRBeDdMT1Z6cGNleUxLMXNhYlNTdG1WSll5bHBhVXNhUzBoTGEybU1sRVpvS1ZrS2xpellDTWxzQkVzV2tvVmd3NEtKSm9NNWZYQkNSTkhmZ3c4dGpyd1p1aElpU2lUQ3h3WFJ4NFZOZlRad0Jtd21SOHNNVGdCWUZGbGtNRWhvajU3RlF2MHBHQlVCeVZ1L1k1Yk5ZcTBLeWQ4SUwxYnBVUGVvSE8yQ3ltMlprdTFQZ0hHby8vejRZZHRMeWdNWkNVSi96R2k4Y0dUdnkzRlpYaW96YzRVTjNOZ2ZDdi9UbWViYUlUSWd1L0pPTDNSYXBkWjhHdVFlYW05NGNPaUxidG1hK3laNWt6MFZvYjdlWC9pU2ZFdFpla2JuUzBVWC9GNXR2UjlBKzhtTVUvRnM0ZTJCUklSVldXK1A4eWkyYkpIVzcvYWtLM2VZN0orYzZibTlwZjdrOTVlVUJ6SzhVQjh3Vnk1OVoyVDNBSDRQUkdkVmtZZlZKd0dNM0RFSUFuUWU0RHNHRHpnRDErODQrY0wveTk2YngwZHhuZW5DejN0T1ZYVzNWallCeGhoamtBMFdJSkJhQW1POHlDeGFzR1BIenBCazVwdmtKcFA1UE12OVBEZis0bUN6K1hiTTVpVE81R1l5VzVMSkhzL2t4cFBWQzVKWUxOdGdHN1FoRmhrYmJCWmpkaENncGJ1cnpqbnY5MGRWdDdwYndzbk16Y3huMzh2NysrblhYVlhubkNwMVY5YzU3L00rNy9QKzNZMlRicjc3YjBxdW0vVnM1ZExWZDNzZTl1N1pQRGl4VGx1d3ZEQ3Z3SzQ5MVBiVExHUTJVbmh0NGMyMy84bkhFd09KRnpPWkZBaVFVbUkxNWZpUm5WblI2c3M5Ny8zODVGcy83Z0R3cHdGWU1SckFSUUFQb0NiMnlsemJxNEtoODU3RVJaSjJlcFZyV0VkMmJWcVhLVG9JR3UwdTBNYnNqTlk5ZmpleE9MSnZhMnhJTXB5ZFZ4SXB2KzNQUG5vUlBhdm5OY3pJMTNUekV0blQrekJxYXF6cThPMFZ5ckRwYklwMXpLbUpqU0JIMXljOS9lSytyVThORzJrcHIxMTlBNVA2RTJQTUt3d3FzQVQ2bUdnVVBMbHp1UGFaTnV1MngwYUc0ZFI2YkRyR1JDYmUwM3M1bVVhNks1WXNuMEFHMThrelo3ZEg2MVplQTRpSk9HOWxzVCtpRGF1bkNsWjNlbVNlendZRFltSnV2YmxQZ1U5MU5LMzk1eXVjbnFvYTFzeUJOdThhNDhZbGhhZEE2bDVoNUxpMnBvMi9SbEJXaVF4SEx0cVgwdEdRV2JjOU5qS2tuWHFDM2g0cEt2MjAyL3MyUUxBWUxIeTlEeTRwbmIxd28ySE5Lbjd4cEl5TUtyMXdmTHZSeVFzM1Q1NCsrMTZBUXZDZkM1S0lMQkJMWWxoQnVwQmtnaVE0RmpOTGxyQ3NzTjhHREF2a1NHSzIySUlrSXNzd1M5OEhFZEtQSGd0Qm1pVERFcEFReEpBc0ljQkdFa2lBTE9HZjE1SmdGbUFTbG1BSlpzRkVBZ1JKZ2dTSUJETkpBZ3RtMkVSK3lwTHQrTDYwQUdDbm5DVVorTmNwUjhpeXNqWUhYMldPbHllUlVrYWhUSWN6OWZ6TWNod3B3Ky9OOGs0REMwTFdtWjR1NVRoNFZ3QnJtSm1KU1BudllCQkVrQWxzd0g0a09SMXRCcGc0aUZxRGcvM0VmanYySTlGRWhqa2RyVFlnOHZjekd3NjIvWEU0R0NkamZBWVRndkdKbVFHVGpvNVRSbnRPUlk4NEl6b09IeUwwSSsrcG1TYzE0WEJ3WGdUblptUWVBd1cxbkpDeG56azFVbkJOdmc4Mk9JbWxqNmZQNjMvTUhBd1hYRVg2R0dmQkY1UmlKUVQvWGNZeHY0Um5HcnRJd1I4QjQ0QUgyd2FpSGVsK25OcklHQnNnOW0rYTFJU2NNV2JRbjdMUHk1eEdZVkszcEFCWURGNG5DeUlFMnl6UzE4a2t5RS92STZZVXU0S0pBUDgzbFdaeWtQRFB5aUxOd2lBV0ZJemg5dytZRmt6K3VYMXFnL0QveDlRNUtUVzNwWDRtRXFEODFIK1RpVWtNTlRFTWxrVFpBRTBheHhsRVRpaWpmK2J3TW4zQVFRN3NBb0RoT0xZUFNCQmNjTmhEQkI0RGJnVHdnSHgvZnlFOFluZ0doVzRSb0Fod2VReDVRSWxIREZmNS9TMHdwbVNDVkxtd1FPb09KYUtSSUR3cVFYOUcrYnl2bUF0ZE9MZzRJVEpyVlRZSzV1c09URm44YURFUmlwQVV6N1p2elk3aVZqVEV5cVQyUm5oc0hhVXd6MnA3NFkyaFFtaDFLNjhSSkdZeWk1Qnk5UXQ3dHdWQ3dVdVdUNEFSa3d4eGI0akV5RjFOZzJKeTBlaURlUmc3dHBZNTJSb3BDRTBua2kxRHdJQ2FtQlVOZTdjd3Mrb0lGTmRuMTYyWndRYW51N1paV1lMQkZVdVdUMkRtdTVqRURjYndUenFiMXFkU05HbDIzWm95QVI3WjJyUnVTQnJFKzVudEZJd0FtMkpoMFkzMnhiNnNvSk8wOHdxMU4raS96cW41L0VYTEtiaWYyUHk5NjU0NEVLMWRNMDhSdHFMenAyOE9OellBTWV2MlQ5OExnOUQ1TjQ4L0hBUkJBT0JraG85eXFiSmgxVHdBSjR0MHdSS0cyVThRVXlIMTBhNFhOcjZGNklOMjlaaXhkM3JHbkd6ZjRyTXVKczUvT0RLMnVPQmpodmxNWjlMT1NkbGNKaXRycDkwSm95NTJOTWNPbGRldW5BbWlNVzJiMWw1WmtLOTJ4WFFCVENPSWdiUHhkMWRrSGl1ZDkxQlI4WWdSOXhpaU5sSmU3NzdtOWU5T2lENlk1OENabmRUSm5kRzZ4KzlpNXZNZG03OTBMSGZjeXJySFNnRTlSZ2xCQW5oclQrTlQ2VFZtZVcxc2JNZ3lkMk5BYktvYVU3STBidVNYZ1dkMFdVMXNQRnoxaURIV1QzWnZIbG9HTTMzTml4K2RSS0R4dG0wZkhhL0dmR3pYNXV3cUdEUHFZcVB5eUwzWHNMeW9rM1pXdm41bDdXT1ZwQTN2Ymx5YkFRYUFxdXVtM1dWQXBaNm4vaVVYREppMllIbGhZWkZUbHhDdVgrbzcrcUJkR1hZWHN1RjMybHUrZGk2NitORkpSS2J3MUtYZXJLQk90R0gxVkJpenhEV2N0WmIxTFNabTEzbFZObUFaMVhPY1FCWkFlZG83OXJEdUgyQWhDRVJrQTJhV0VKZ2xJQjVCeUhhWjZad2orR3dvaEhQc0ZKNjl2cWprSEFGbndYekpDTG9BaFI0STFRT05ucmppQzJjdHR3ZUgvczlpVytYYWh4WVFpRGppSHNHMFVVZ2t3RllDUUNJQ1RxSmdkSEx5OURFZXdDNElsOEN3bUNsRXhHRi9FbFlTUEZwd0FRbVFMY2lCc0JFU0lBaHBreURiOGlkcGtnSVdrV1FXRUpZUWtvS0pHVDd0VW9JQTRWTXhpWVJmTEpBbFFLTnpyelVYR0VoWmFwc0FDS0o4QUROTWFoM0VySUVJZ3p6ano4b3NYSzJQNzJ2ZWVCcEJWRjE2Vk1HSmdTMVdLTHlJa3U2T2pweFVnRGsxbng5aGFWR3JCZmVZcEh3MlIzRS9iZEhGanhhRDlCOGJwbmZQWE81dU1nZDBBQUFnQUVsRVFWUjdLWk42VkxWa3pRS0NxVkdlL2tWM3kxZXpITXNpTHF3aFNhT1VxN2QzWlFqNFJhTVA1b2w4S3dvaFhuVHlDdVlUeFY5cmUzYkRrR29CcGFVUGhZcUw4djRMTTEzR3VkTXRhTXltUEZIU1haRFVacytiTzc3U08zUGg2cWx2aXNiTXlCNFo1VDRiWFR5bHdKQ3BJT1g5ckQwN3A3OEFvT2NCSHBleGJ6MkExNGY1Q1BxcjZsZDlaOCtMMzNqTFRmWStrbDdwc0pseHJQdlpyMTIrOFBhRUcyZDgvRWNkR1ZVUm90RlluaWwwNTByUXpFVGYyY3dISmtaZlV6WkRLdE9VTzZuUFhyanFXbHZLdVZvbHR3MmNleU5ybVhieXJXMHBnS0E5RUE3OE5vQS9BSENnS3F5bUtSWVJ4ZkVPbThOTGpITFQ5Q3gzNEdMV2R4S3RYN1ZNYVQ0b3BUVkZHRDdTMmh3YlZreHc3UFdWTTdXd1hqbTA2WnVYUjlRK3ZvU2dkNzMyMnRmajFYVnJaaGlZVUdmVCtpM1RGaXd2ZE1KbVhpS1IzTDZ2NVN2REt1eVVOeXlmNkRBK0NqSTdoTUZwRVBJQUdxOUlkblJ0aVEyWi9ES3RyT1l2QzV5UWM2dng2RFhiRWpmR3RVNlhzcWxlR2h0dlBHOUJ3bGhiNWVnSkJaYlV0dzhrMWRZRDdlc0d5K01zWEQwVndGTFdabzk3M01tS3ZGZlVlcmRwb3ZIOWw5MHJpdXhFRi8vMzZ3ejBTRXVaTG1OYkRjeXFtNVFZMDdiWnp6R2N1MmpGYURiMlBNOFZUYW1TbStXMWorUTdKTzlnUlR0STRBYjI0c2ZnLzE0dERsYlN3c3FyVXNrTEQ0REFRa0xDdmVEVGZJVHdGL1BrcjVjcE0veWFHZjFOdlJKbExkUXpWKzlEbk9QTWFISm0xSlVHUFIvazlxSGNQcGtYUU5sUjZBeGo1aVFCSGhNcFpsYmtMOXdWQXdwRUdvWTlJaWhtS0JBOEVEUURpaGlLUUlwaEZJT1UzNGI5ZlF4RkJFWE1pZ1VwWm5oK3FneHBBanhtcllpRllzSCtLN0VTZ01mTXlqQXJRVkNHaFJLU1BXT0VKbWJGckQwaGhES0dsWkdzaEpGS01Idk01QW9oek9DLzY4RWpTanZNUk1Sd2cxY0FnRGU0MzMrVDNpYjJ3NnJwNDhra1FDS3JmZnBWVU1xNVpnQklrTXRJWkk2YjZpZXkyMVBjcnpSRGdqR1FPYTdmcmg5K2drSHc3UVNYS0RtM1NwWkl0OGxzSDJ4TDZXOWZHdHJXMzVZOCtMNlhNeWxTdVdNSktRZGhBaWw5MXpvM0psWVNYRzNBZEFFQWsvRWVBREl6Y0VZQ01LWW9mVk9uR0RIcHZxbTJ4VVBIOWJjSHh6STVtVDNNZVVQT201OTFQTWhKWUNiaytmMlp3NVI1alptTUdnUnRVOHdhVGlFaWV2QVlNdysyRHdITURvRUJod2ZaT2FrMmhwbDhUTnY0eDV6Z0dBTzJzYkpRTDYyVkJVdUdEY0VteFk0UXhpTEFNUVI3OEZYYVJMREp3R0VZR3dTYkRXeEpzSTJBUTREdE0yMWcrNENEY2NCa1E3QUR3QWFURGJBVHNHOXNNRGtBSEJhd0ErYU9FNER3TnNBaDhsazVJS0xVL3Z6M2xmYk5JYlFNZVVibHNnSXlub2RnREdKVTZhWU1FRVlBZEZ2cTBlZUV4VXhtM3BheE50TUE4TTZXZC9yQ05UTWFjM09TSzJzZmkwcnRoVmpRYWNuaXB0T1hlaHR6S2RyVEZpd3ZGQ1FYR2VJK2VMUWpWZkoyMW0yUGpiU2tkUXVJejVNaEswdFp2aVpta1oyc1lLMFBBSGsydzZOZHpRZUdPTTVSSnhuVnNKSzdtOWEySWlpdFMwd1R6eWZGUzVtQ2JOSG9nM2trblB0Qm1BbzJQKzFzV3QrVk9qWjc0YW9Ka3ZSRWMvYmMxcHpoZjFvdzR2cjk0MjZvZW1EZ2NzK2VrMjl2YXcvMGxkSjVBM2E0c0VRSWlGNVAvZnhBUmpSNjdxSVZvN3QyZm1kRUppQWdRd1VQTWN6MnR1WU5YZFcxcTI3VnBHUlg4clVyZ1FHb3JsLzlVVFpVeXRyOTZTRE4zejgwK1BtdmlVSnpzU1E0MnNpM0RXc2hXY2kyemZJMUFMZUhEL3p5VC9hd1ZzbUJDNmVEZFJONnV2OW42U1VaS3VpOWNIUXZZR0taNXd3WHZqSnAvL2F0Ym5MZ3dpazdYUHgvSDN6OSs0WHh5eWVQQUxnMWFKTEZxQ1JoTHpxdzg0ZmpERE83eWQ3ek90bDNTK2J4a3dkK1hucEsyQ0hsRHZRaytzK2VBSEJmNytITnN6djNuSDNIQ1JkOGlvMDJpZjZ6eHdIY245SHQyWEcxait3anRtWXlvS1NtdzYxTmE5T2ZVMFhEaWhJQk5jY2JzSDRwUW5xV0lEcXd2ekYySVZyemhURVU4ajd0YWYxMDE1YWhKUXZUMy9jOXE2NWxoYWhoOGFaaGM4TmxjZkhIbVdrSTBjV1BGcFAwYmpkR2pqSkcvblIzUmk1L1pjUHFoZEIwcWIxeGJWWUFwckpoOVYxc01BMk10cEU2bENNUEdSTjUrVjZGVXVqYXU5a0h3aXBIajYxVHhoelowN3p4d054RkswWXJhZDJTNkhNM1p6SWE1dGF1dmtGckxEWE1YZmFGYzBQdWs0cEZ5ZWtDZG41L01yN1BEcFhjbC9DT01nREJLcjVRaUNzOVNNZ2h3Z1NBSmlBQVBHa1EvSGNsdzRXa0pNTjJZYkdiYnlGWkFOdmw2WE42Q2R6RG9QTWdjNEZBRjR6bTgwYWdCNkR6UnZGbEljM3ZKZTNUOXN5WmQ5N3BmdDgxOG4rMmZTZ0JnWWszemI1V0NIb3N2YXdZamc2WnVTRE81bFZtVERqRExZUXp4OGlDempNVzN4a2RNdnFuSjU5aFpydGhxRzFEeG1SbVpwQmhadWxIWk5xWk1Oc0VaeEtaZ2g2T3NUL1gxNS84Vm1GUjN1ZmFOcTBkbHI1bGg0citpMkZ6MVBYMGEvdGExZzZyRzFCV0ZuUFkwdmRMUTZkYm01L0lLbjB6cnlGV1pvejVpS2ZwdTd1M2JzeWlVVVViWXJWczFDUVEycnB5YVA0MGVzd0N6K0NJRGZVUmx3Y2E5elgrOWJENTQ4V2xJejhKc05QZU9EU0NXMVcvNmcrVnByYTlXemU4QXdCaEIvZDZ5ZDdNWlNXM2IvbnlwYXI2MWZmQzFWM3QyN0xRZkJ2QUx3RXV6OWpYQk9CTHczOU9oV1BaNkhkS3AzNWhTNjk1N2JwM0R6VFZCMnRRQUNpNGVLcjc4ZFpUTVFid1JEcnFOU1ladFVnc1VNcjlqcGU4L0NlWjR5VVM1MCsxTnE5L04zUGZuSnJQajdBZG10ZDNURHpYM2YxbE42aDZjQ1Y3RlVBNUFJT2FHZ3RNOHpxYTF2Nm9ldW1hditzZk9QOW9LSy80djNpdUh3dzN4a3ZmV05YMXF4L3dvRnFsYlJkQzYzT3RUUnV1V0ZsQUpmb3U3VzZNSGFtdVgvT1pPTVZmMmJmcHErOENJRTA4clNQSXN5c3VjcW8xektFOUxWOFp0a1NmLzBFNzk3UEI0ZE85OFpieFJRWEx3TVFYemlWLzgwNzcwQnk1SEtQOHlPaW84V2l2a2FyYWVPYU5mVnMzdm91Z3ZDQ01ybS9mdlA0SEU2SVA1bDB6WnR3ZnRiK3c5cDh5Tzg5ZHRHSzBzckdZSU5EV3ZDNEwyYTY0NjlIWlFvai8ycjVwN1NldWRQSm85TUZpc3ZXbjJqZXRXeDl0ZVB5aDVNWGVweVBGK2JjTmVHbWhUa3RaNXQ2T3BpZStuM25OVWppM01ORStUV1ljYWFFSCtvKzhhVXZIRndObDhrTnVPbjRXaElrRTVDUG5tVEhrRWZKN05HYnVoKytjZXd6cUI3aWZnSDdqKzR6OVJPaUhRVDhUK29neFFEQjloc1FBQTMxZ1BTQ1krb3lVL1REZUFJT1NodG1UQnA1aHVKQlduQ2pCUWdpbUJERkljRndJOWgzUFhnZ2htSVJnNnZVcHYwSklGdUl5OTJRNGpFSU9PcFVrSmVNc0lJVEZBRU5LbTRHVFdZNm9aVmtNQUVlQ1Z6aU8vOW9kQ2RxMEl6dktuZlY2cFgxWDdZTmdRMGl6NzI4OXYwTWJBRUQyazJxb1gvbis3NFB0YVBBMlRpZ0wzcnArQ2c4OFgzMVdxVXNFQUtsMEh1QWFhTzBSSUdDTUlwUVFQRzNJNkw0MGNKQU5hdmhtakE3MDdRMk1NWlJHdEl0elFZMzRJRUNpVTMwTktSU21XekJyZnpXaXpDQ29FYlFWQWNnZ0lreUF3bUNhVUtDOFlKZzBBRmJad0VZb0ZLSXNXb0RSWWEwOXkyZ2hqVFJTU2lHTkZwYVVRaHJXbG1TU2hzaVN6TUtRc1lLVUlmK1Z1WWdGUlFTWkNKanl3QlFCMkNFZnZJOHdJUStNQ0lnakFJVUlLR0FtZjV1UlJ3TDVBUWh4WlF2QTBDSHJyWnhsR1JIZHhJenVqTzNnazNwR2Q3Yzhrd1VHVk5XdnJ2R1lCL3I3dkwzNXhjNmROb3VYaDFDMGEySldZVmo5T1lOYmphR2V6aUJLUGJrbUZuWWk2cE5KYmYzY0psUGRYdlJHVm1TK09oK1RqQW5sVzNFY05XRzl1TFZ4L1pDMHlvb2xzUWxDdUFYdGpXdTNJUkJmSm9XS2p1WW5ocFNORmlYalZqQXhFWXZuVzV1ZXlLcEZiem5pdmt1SExuNzMwS0ZzTWVUNTh4L3VkMGZrejJRV3o3M2RtUVlyeG1TMjBjWkxhRlo3RG14OU1pdFgzRWpydnVSQVQrYjZqclRSMjNadjNyaWpxbUZOQllPS096YXQzNVI3bmVuL3YyNTF2V0hNY0pWOGV1L1dMdy9ySEVWclk5TWh6QlFpSEdKajdJNGpsOStwS2kzKzQ3Ykd0ZDhGZ0ZEK3FQc1QvV2Mvazl1di8xSmE1L0h1M0dPSjNzRkw5aEtYNENYZWY3bkN4cHZaZituRXpDc2R6emhYMm5vditQck9jZStLZW5lbkpsbVJUMnMyUHhhZVNMWnVXWnUxWGhQR25wdFVxczF4OUZSaTViWTFiWHdUV0NZNTdIeU10TmpSdFdYOUZUV1I1dFI4ZmdRcGlpYU9XYytISjZsN0VnbXJPUlhVOEcyWkJObnp3SFJyZStQYVJ6UDdWaTlaT1ljOTZtbmJzalpyL0dqZHlrcG1tZ0NpQysxTlR3eGhmODVyd0hUTkpOb2EvWlNMYU8yYWVTQjlZay9UaG4xbFpURkgyL29USFkxcmM4VElsMDlRRW9zbFUyOTc0NFpjb0FyekdtSkZ6TjYwTXdteGFXd2t2T2IwcVdPdkVlaHpBSHZHbUZlRmNFb1lYRURRaXBtRXo3WWs2Yk96SUlsWk1wRUVzeUFpQVpCa3NCT0FsSVZadm1JRytPaS8rbGlya0JsY1JadUcwd1AvZDVteHpiYUpOODFlY2Z5dHJsMi9RL1AvRlB0UUFnSVVUekFLSXN6TUJxRFRCRDdPb0FFUStvazVIdEFYZldZa3lBYkJKc01PaXdEWlp2aTVwVDVxYmpPekhjRE1IcGc5ZjBFTkR3VC9mU3BheGVSQitKUTJCaXNtUCtyRllJOUlLQkJDWUh3MnVLKzhWSzdxY0dEQVVIQUJoNWk1aFFqekFackJLWHBvSUNxSWdMSWJyWW1Ob2JDNjFkWHhIeFVXaG05UEN1K0h1UU9WMXo0eTFoR1JoYXo0WlMwNHNtL3Joak81YlZJV21haVdFaERxa1JlektGVVZTMklUdEZGM0tXbCt1cnRwUXdZWUVCTnpscmpsZ0pvbWdZT3RHZVgxVUJPektoemNTa0JTU20rY1VlTDFmVnYrT3NzeFRvOWYvL2dpSmg1SlorUzNNL2RIb3cvYVBMWWt5c1orYy9mbTJNRVpkYkZSRWVoNzJKYmZBcEJaM2dhVmRhdnJEYXdqbmR0aW1WVUxKSUFmQTFpY3NlOGRBSCtZaVk1bW10WnUvSFJ2NHVqWVNlSnV0MmYrbjk4d3cvN29rZTdHbGN4cVd0Q0VBTVFDSWIvUFZEYXNLaWREbFVyeEM1MmJ2ektFcm5YdVdNZVI3RDNMcEl3VXpEV2ViT3Z1anJubHRZL2s2MlRpai9hLzlMZkRYVTdLek14Rks4ZUZMSGwvc3QvN241VzFxKzlKWFBaVzV4V091UjFDNU9jMmppNWRNOHRsSEJZa0dWcFBpci9yYkI1K1dOOU9IOTU5T0ZxLzZyYWswVzM3bXIvNmRyUnU1VFZFMXIwRHg4VDM0VE1OYmdQcmVIdmp4cmVINno5dHdmTEM0c0x3QTZ6MUJSYjB4dmppdkk4YXc4ZGg4OG5mQVF4QWRPRVhLN1JteVVKTlpoTEhkbTlkMzUzNnJDSVJkU3ZpeVVZZ0pxNFpZK1laazhpaThaV1dQaFJTVWl3V3pIWmI0eE5aRkxPcSt0WFRZSEJQVytQN2dBR0xIeTFtMjdxbmZaTzFzYnAyMWEzYTA2MlJvc0xiWFVxMGQ3ZXM2OE95WmJLcVY5MW1XR1hYS1Y0YXU1R1VZaFltMzRLNHBtM3p1dDljZTlPTTJmQWRmZHNYVXlNWTVpN0xHdkV6SWExYWxUejNwZ0ZDZm9pUFE0QndDT3dBQ0RIZ0JKVGZVTEF3RHZiQkNkSUtVbTJkSVBmOWZZMW9NTEJKd0Joa1RXdUJpVXpHZ0J3OFJoazBmNUZhYzdQTEVrb3lLU1pXeEdITlRJb2lySmloOG9nMHMxR0VmTVZFQ3N3YUJXbTJnR2RReUNNQ1NyMy9ySVlCa1NGbUF3UG1NV1NDMEtvQmFjTW9ZZmlVZlVQRWhrRUdERFBaZDFzTURCa0dNMjVXaGtBR1BKc05ZSWpTNDdDdldPZVBEeUpEWkF3emFTQzdGQ1REZUNsNlB4a0t5aHVUUDVZdmJHY01rWUgyMzROZ0NJWk4wRDZEZm4vVjBnS0dnYWdoTTdHZmNaOEt2d29nSUwwSGdvY2lFQ1JNRTl0RjBDYWc2b3RBaEpBelJCRUhVd1VFZ2dYZVVHWjYrcExZRW9JQ1VjU2d2L0JGRVVVZ2VzZytEU1lsZ3BoaTJCTklCNktMdGtBZzZRdnBFSVF2c3FoQUJBdUNpSVVWMFBtSnRBekVIUVhJRVdUWVQ5dXhmRlloRWFUaFlIeGZ5WkVBa0dSQlFaWUQrWUtQUVRCTEV6R3NGQ2VmQUJLUUFLWCtINEJZcGxNY2dyU0VJQzJDaUFCQm1la0pBVkZGd0U5UEVGS3dJR1lSMEZ3a0NSR2tLWkFNMGg3SXo5bmhySlFFQ0FFcG5IU1drTC9QZjVFQmNPQi9tT1EvWFRJWVNvTUpDZ0hBa0VOZElneXpMN1g5VzREVXdXRE1VTXNKdWdDK2V1UkZZazZrQithaGE0T3lzcGdUdnQ2ckpNM3UrZDZCdldPTDh1K2tCTjdZdVMxYko2bTA0YUZRc1ZKM2FxM2ZGRktvenFaMVhlbjl4aXpTS3JuRkp0eXFrMVlMbmhsa0ZWVFhycnFPdFo0TEpWN1ZFYk93YmRQYUlXQ0FYd0ZJelRzYlAvRWNBSTR1ZnJTWURNM2c4MmV5Z2pkbFpURW5iNUord01Ba0JZc2ovY2RFZXU2YVV4TWJZWVYxZlp6bFR3L2xsQ1FFZ0VSUjNsTEJmRGx4VEF4UkVreC9idHBMZGpRTnNrRG5OY1NLUE8wMU1PbE5NTG95cyszdXpZZGVyMWdTbTBCR2pXNU52bkxGZGNqc3VqVXpHS2FVRmY5NmJ3YjdNdE9pZFN1dklXRnVFQ1M2dERZM0d1TjFWdDlZL09uK285WVBFYkF1RCszKzhjaGsvNFhodW4rZ3JYak0xRm53OUQ4UXhOaUJFekpkR1duaS9JY2o0NG9pQzhIZTI3WmxqU2ZCMTdWdjJ2Z3JBS2hjY3RPOWdrVzhiZlBhSVdVd1V4YU5QbWh6cU9BV0tCeU1YSjljcXFUWW1jVjRxWWxaMFpDNUhRTFRGTHYva05XM1lmVlVHSXdaZUZlK25MWC85cFhYZ0dnV3dReTBOYTRmSXBKZFdmZFlxV2Ywekk2bWRUOERnUEtHMkVURGJrRlB3dGtCZ1BJbXFWdGRneXhnYVBxaUZhT0p4RjJDaFdodEhLb3ZGbDM4YUxGcnZNVnNhTS9vc1BuSXBjdkpKMG1FL3BBNEtRQjRvWUlidjF3MHVteWd0V25kdG5IanhrVlFNQzRmS3BudjVJWHlwVUkrQzhvenhBVUN5QU1qenhBaUFpYlBNSVVKaURBNDRnT1FhZEF4d3FDSUlEaGdsbjRLSjBrbWxtQ1NJRWhpMkV3Y0FWTWVnVU1NMlBRN3JNMkdNeEppb2NYNEN3QlhBWUgvSmN0THZ5TUFMUjY1L3gzYUdWQkd1R0dWS1JwQjhNSUpxVnhIaHBVbmxXMUx4L2FrMXBZMGxwU1cxbEliSVkzVUFZVlhHS0dOOXFUVVFta3RMYVdUcmpEQ3NuWFM5YlMwUWxwUzNQUW5FdG9LaGJUc0NablQ5Z1dENDBVYTZOYVR5c3FtQzdZL0MzOXFlcGVZcCtST1VUbVRrd0d3RzhUL1pEeDZXUTJjTyt3VWxqU1NvTlF4QkNyTFlDWXhyeUZXNUxHSm1uNzltcFVYdVV0cnVYMXY0N3FzNE1tY210Z0lTNmdxcGZVQnl4S1R6bDBhMkh5bG1iSnl5YXI3UVpnaVBQMkRRMXNISjRyUzBvZEN3bEtmSXREcnUxOXdza1J6WnRaNjE5cFNMbWF0dTFxYk4yUTk3T2M0M2x4TGlIakNxTjR3ck1MV2tRZHlCZFQ4OHphc3VrV3d1UzJoK1h2NzJ0ZG1weEtNSERlZFdWRkgwZjZ1YVF1V0YwYWtHNlVCcjdtdDZhc0RscDFmbktraFFOcDdyMzNMdXIwWnZWTmdRS1l6T0FEZ2dmY0xNaG1WN0IwN0luOCtBWHVLUnVoNmpDemZIU3FlOEZjSFczOGMwMTQ4a3pxMlRBaG5WdCs1WXo4c0hIWGR6aDdQMmZlN1JCK3JhcWZkNzdsNlQ5ZldkY2NBSUVUTzNRTWNmOThsenZSRkswWTd0alVubmhBL0NlZWpBcHJmamhRNGN4bG1ZcUwvZkNiQzMxZXhhRVVaS3k0UlVwK3lqSXoySiszbUs2V0hwT3lhS1hOdjBwcmYzck41dzc2WmkxYU9FeEN6K3hQaTZlN3VtRnZac09vVzBoeloxYnh4Mk1sODR2eUhJM21GemwxTVhLSU5QUzhKTjdBZ2o0eDN0djM1ZDk0YXJrL1c1OUd3cHNLd0xoR0t6Z0NFdHVaQlVLbXFmdHJkME9hZDFwYXZucXBjR3FzWG10OXR6d0ZkUmt3dCtqZ0xLdERRV1pvWmsycytFMmJ3M1lhOXpLaCt0dFhVV0ViYTFhTFBiS3Vzd3hSTnNsQ1FMdEJTdCsxNXdXZEN6TzZiWGs3R3VCMXVPQTNzbE5jc24yaHJNNHNOdlFVcHJtbmJ0TzQzQU1BUXdlK0dIQTVrMUcybmVHTFIyQVhQZG14cCtrZWdDeWd0RlJNVENaRk1Ga2xkN0lvaVZTQzhjRUpxRlJGaGxaUTZwSVZXdG1TamhlUFlRaXN0MmJhRWJZelF4aExHVXRMV2x2QlloMWtnWHhMbGdYVWVTRVFFSTQrWjhrRElJei9DbHVjRENINlVqWDFRTWtRQjZBREFZY0FXb0hBMklCR0FEMFNESVVkZnVkdEpweUJrTUtzR3N3NHlNUFloQW5OWFlGZGRzVTgyWFd1SWc1QXJRRWNaeUgzdU9Pa0RZbmhXQmxNcTl4OFFZSUUwNVg0d2RZQTU1ZGV5bnpzdkVYaXpISENUcnhveVU4a0QvNTh5ZUp3OGVMTlFJTEVRR0EybXJqQU5zelBqTnZOTEFneCsrNXhTRHJoaXFDWjlYK1k0bEpuMzNIQXN3UFN1M1AzQk9ObE5LWnQ5U05uTXdselFQN2R2OXFlV2RVVkQ3L1djNjhocC9idjlEeGcrQlltR2ZULzg5QlNJRnJvRWFQYjVCeG9NRFNMRllFM0JQdjg0YTRBMFFBcnA5NndaMEJSc0U4aHZ4NnhCcE1IUVROQkUwR0RXektTSktEZ09CWVpob0lBSWRRQkt3R2F2WmpwQlJOY1JveFRrNndWbHI3T2dBWE1JaGwvU3dCNGl2cVRabkhUSWVpRGpQOHNDQkh6UTJMdURZYi9kMm93RFZYV0ZIL0dVOTBiWHRxRUFlUkVYMWhqQlkwbUlnKzJiMXFkVEVvdE04VjBnZlVsU2FBWmNhM3NtSlR0YXQvSWFocXpVV3J3c2haazlFSmREQk84cWxxNjZYb05tOVY5eW00N3M4S24wUW9UcUllSXZ0ZVdJem9XdlV3dkJQSWtFbjBqcStDKzd1NTl5RWFTNGtYQ2paR2pIL3VhMVE3em1xaVdybDRJd1JTV3M3N3pmbXNHTlh4b1VKWXpHOHBReFVWdmFPM1p1R3BLL0xvQm5kdTFwZVc2RTloS1gvZTk5cUJFSnA3dmxyMGRvN2ZVYjVRNko3cWRzOTdhdmoyVFdMcEd3U0laK1VGbnozMVM4MS8zWDd1NTE3dXlGcTY1MUhKb1h2M3pxeUpYNmY1Q050ZkVneFJUUEpKcFMzMWRaV2N6Skt6UzNnY3doQTZVdG9tdGJONjMxd1lEYVZSOGhnZXNHanNsL2ZMOTFKNDhaYzc5bCtCMGplS0pXZWxmWHBvMlo5QVdLaGt3ZFNUTlplZWFWM1p2RGFWWkdSY09LTW9LNVBzbnV5Nm5yZ1Y4eFlCelpWZzJCOWVYZTVCRHRpZXJhVmRjWjhEU2NPLzFMcE81dG8yOGxyWnVPdE1RUzBkbzE4NWoxNVQzTkI5UG5tclpnZVdHQlpkMXRDQ0xocVYvbGpsbGUrMGcrdzc2ZFNiV1RaVit2MlcyVmRoNkg4OFpHazMzSEFKSVI0ZVJkYTEzdS93RUFjL3IwNlg3OER0VkVNa3dBa0pNblQ1YjkvWG1XS2t6SWZEY2l2WkMwSWxvSmpqQnA3UWcyUVpvV0czSWNSeGcycEYzUHNpekw5eDB0SXlUSVptVkdnekNlaEJ3TDRuRUFqUWZqV29ML0IvTEY1ai9vOXVFRUJBYUNESEVpTW9ZSGpoOTQ0OGdIUVQyU3RUV1ZSTEJFWUdoRDNFZEVCZWxsRERPRDJXVlFBb1JYRGZnZmpoM1k4OElnc1ErWVBIMk01VS9MdnJBVU16UUZNUlROYXRtQXAzK1ZueWMvYzBsYy9OdERUVVBSWGp2aS9hbUMrYUVscmZ2YkV2SjdlTzNydythN1ZOU3V1a01JY1J1ZlBmM1lydXpjZXhUZk9ISzlObmlsdlVtOGtwbWZCb0RDZ2g1aXJWOXNjNTBzTkxsNmFXdzh0TXB6M2I0M2JLZGdTV3VqL0JId3pCRFVQYnAwelN3eVdNWktmR1BmbGk5bHNRZHVybHQ1RFJGbWREYUdmZ1k4WS9KclYxZXowdSsydFh6MVZNWFNWZGZ2Mi9ZM1R1YTMzTDdseTVsZ1FBakEwd0ErbHJFdkpTTFloYUdXWGt4YVR0NUliYmhQRUUrV0pMcVloQ29vSHRldnZYZ05nSjhCdUMvVjFoaDMrc0gyZjNtTWpXcElpZC9Za2FKUlh2enlNS2NBcWhvZWIvQmNiMDhxclNKYS8vZ3l3enpxL1BualYwVGpBYURBbHZQSTZMMGh5Yk9rZ0RCTVJRcXFCTEJPcVdULzlGUTdHU3BJU01lNlJVTTlLN1JjME9wYXYwRkxiTWgzTHAzOFBPME9QaS90U1A2bzNaczMvQUlBd3JhSTlvdGtSM2ZMdXI2cSt0WFR3QWkzTmEvZmNxVnJLeWtJenhWTTBmNWpjbjNlUkhPbkpoNVBSdTlwMy9MbDN3cVF6S2wvYkRJckxpSFdiOEFTYzlvYTE2VlZiYU4xajkvTmlnKzNiOW13cjdwdTlXTFczb1hXcHZYZG1XTlcxYTM2R0RNS1NWc3ZkemF2eXlJZWp3bFAvSGJTNkExN04zOWxLSDh2ZFk3UUhYVkdlWWN2RmZUMUY5T0krMWp4V3d5enYvTUZYNlc0dkdiNVJNbVkzZHBzL3loMTc1ZVhQNUlmQ2psTHZLVDRwWEM4MjhsVGFmUmNFd1hsSG1RaDJBY1dqZllHM2p2amJnZmEvYnYxMEtGQkp2Tlo0RU1TeTdCS1NzckNqbU5Db29CREhrVWNDWGJJTlNFQ2g0UkR0Z2FIQ0RJRTVoQUJEaEU3eEFnQkhESVFEbkVnbUVpd0FnRkZ5VXd5VGVzRFNZS3hRQ1NJMldLZnppZjl5QzlMZjM0aXdXQUxJRW4rY1VIK0dCWXpKUG5vdlFDeGxVTHhnOSsyQllJdnhKZ2p2SVlzeHpNZElnd2UwcmwwOHNBNzRzR09uR3IvSDVqKzhlR3lITFlFRC9zTUNIUUFPV003NDEzNkU4N3NTaG5vUWViQjFIejYyeUFaVG9CZ2lCR3dUZGlBb0Fud1JSK0pOWUVNTXd5SURZTDNLY1pKd0RiUlBwTUUyaGR5WkVOTUJzU0ttVFFCQVhzR2lvbDhkZ3lUSWpLS2lUUXpQR0xXQkFvWWhhU0kyQmlBZmNJSkdSajRyQllDa3lGRHhGcUQyQ2Vwa0VGUTZqRFFSalFtS0hkSVJJYTBaaTJFSmlJbTdiZlZSSWEwTVNUSUVCU1RrWnFJakJaR0MyMjB0cVNTbXBVS0FoOUtheVdrclYybGxPMHExVzhsdE94ejlJWHdnTUtKRXhyQUIwcG9hL0pOczZaRHlDaUFFaEp5bGdSbUFaa1lCcnZNNkFYeDIyVDRYMDJjZjM3czJONGhFZWdicHBXbkFZRlU0QVZCeWhwSnN4aEd2ZHJSRkR0WldiZm1ka1A2Y0c1cUpGS3BrekFPR2RQVHNXbGRta1pkVmZmNGZVYnIwMlRScU9TQWVtbnY5c0hBemNUNUQwZUlNVk5LOFNKWTFXb1ZiKzF1K1ZvV3I3eXNKbFlnalpyUjIrdStsTkxWcWF4Yi9kbDRYRy9aOTNLMk5wRmZFUWpUV0ZEY2d2MnZlNW8zcENkNmlWQlVHdnQwYTNOc0NGT3pxbTdWWEFMdTZUOW1mVDRYREpnMjc3TWZlWFBuOExnNmpkSVZodlQ1blpzMkhBZUFVTjZvQ2NtQnJGbXRVbnZ2byt2dGEyN0FTLzUyL3kxem5FaGtSTG5uNnAvczNmNWtUMmxEck1qU3F0cllWcU5SN3JPcFNsS3o3L3I4bDNyN0wvL0xPN3UrbDZWZ24zZjk3WVZUSnM2Nlk5K09mMjVDNFZoclZ2bml1cjA3bm5zQk9IWWx2K0VyQVA0aVkvc2ZBWHd4dFRGajdwL09wWWhWTEZnVzdYbjU2VjhERjlYa09YOVVXbEF3c3ZMd1cyM1BUNTFlVmIvbjVXZC9NOXo0TjgvNzAvbGsyeU9zVUI2M0pxemZvT1dwOUhvdGZMMVhhWmhQZHpSdWVMT3liczNIelZueEhJSXlsZ3h6WTBmaFc5OUE5NVhMQzFiVnIxNXFsTHZYV000NEljelJ0aGV5MTBMUnVwVVZZRXpTSHUzYnZYbERWK3FaT252aHFtdUY0UnZhaWc0MlpySllvdEVIODJCVFBXREdta1Q4KzIvdStGcFcxUTNVeEN3V2FwYjB6T3U3MnIvdGxkWEVDa2pvSlRoeitsL2EyNy90VlM1ZWZUTVRydTlvY3Y0MTVRK1VsY1djU0lIN0NVanFBWm51ZlkwYmN2V3B5Q1pucmpaNGs0eWNSUEQ2T3B1ZlBGSmR2K1l6UFQyOWgzMG8zcWg0L0wzdU56cC84djQzMnBYTkFEQkhqaHp4djUrei80YTB0SCtYUmUweDEvV1Y1T2VISHhORUR3M3UvMkJGRlQ2Y2dFQ0crVm03MFZRKzZmK3ZKcG1tZ2prSm9oQUp1akhJWlRNZ0hHZm1BMng0cnlIZXFUVzk5dDZoUGU4TmR6ZjRpMTBBRk5SRUJodUFJSnlpVXMvbGpmbTJmUXVTL1QvTXpnY0N6YXRaZmkySDdlb0x1UHpOSWk2czBUcjVIRnErTWl3WVVOV3dwb0tZRjF6dVRjYmV6QUFEU2hzZUNoVmg1Qit3MXEyN205Zi9PclBQckxzZkd4azI5dWVnVFh1LzY3eVM2WFRPWHJqcVdtWTEzOERhYlRsNWk5c2JoMUxma0tJamFWNm9qUG54N2kxcnMvTEZmRFZVcTdxdDhZbWZZdGt5V1hsaHhlMUdVKy91clJzUGxOVjhjYnpVbU9NbCtzNFBOMjZRai85TEFEVTUrLzhjd0JEa1BWcTM4cG85TGQ4YzZ5V0RaNXRmSUx4UGFJdUVKYzkvOXowQUFDQUFTVVJCVk5sb2IyWmIwWnZQQllEQ0h3RDRTU2JyZ0gxTkVTODExb0dkUHg0OUhDQXdaOG5LT1RENmZOZldqUWRMR3g0S0ZYRHhmQ1k5am96WmNtci9yNGZWVlpoYzg1bndLR2ZpWWhqckNBUEYwbFlsY05VK3RxeEZBSjNyMlBTRURXQksraDhmZVVOLzI1blRQNjRzR2JNdzdpWmZSOHU2SWQ5NWRlMnE2NDRmZktubTVPRkJmWmhqKzU5N1plTDhoOFBqaS9QdlVob0h1eHUvZXFxODlwR3hUTGcrSHJkZXZTS3JaUEhxbTRWRnRVbFhmamR2b251bkVmSmFDZXh2YmRyUWNZWHZKbTNURjYwWUxXQlBFOGE5d0paMVoxdmp1aDhIaDZpOGR1VU16MU1uOTJ6YnNNOHZMOGdEdTV2WFoxS3BxTEoyVFNVREpjVG9hdHNjUzVkTW1ydG94V2h0VzM4QmpXL3QzYnp4d05Beit4TlhWVVRQQS9naTY5Q0pJcmJ1Wlk5ZkVoYkd0VFVlOG5QZWFyNHdCcUhRSFZuM2IwM01za05tTHJ2bVZTdmszY25hNm16ZnNqNmRFcUdSVEFJUndHalBKNjVTeU9pQnM2ZjNQelZFUlBORFp1cnMyZTQrNUNyVC9lOWhFb2dLbEY0U2s1VWkxeDB0UEM4dWVKU21JcTlBS09VS1l3eVpQRTlvSFJaNXhwQUphK0ZIREpqWUtCRUtoUWFGNGY0UE5pTGlaRElaaUNCYVBxdE5FS2YxSm9pWTRvSUhBbTBJS1JOQkc4R3BFbk5DU0w0a0xqT2x5c3hKeWVKOFNsdmlYRkNHenVJamxzVndIUFkxSk5vNWVENS9zRlpVViswLzNEeERmUlpoQnhFbWdGSXlrZ0F6djhPRVY2SHBkUU52MTdzbXVlZDNWUTFQTVRJQklHTEZSM21lOVhyWHRnMG41eTVhY1JNYkNIUGgzQnZaUFpiSk9VdHVuTVZHanlBeTNPN2F2L1R2eFdVeVduZmpiRTE4QnBiTU45SWMzcnM5dTB6eE5VWDVDelRUQmNBczhJamU2TnIydGN5VVIwUS9Fc3RqVjkwbXlkcno1bzUxdmFpSldSVjJjZ0d4OWRxK2x6TWQrMlZ5VHYzMFNtS2VBWUU4eGVycDlzWjF3VUlrSnFwcnZWczBHVzVyaWcwcEwxaTk2TEVwQm5TWFN2YXQ3TzcrSDROZ1FFM01xblQwN011WGpnL2pLTWRFZExGM0s0UnhPeG8zN0VGUWh2SGdycWV2eVFFRS9rTk1xMFIvNTdiMVJ3R0lJbmJuRzRzNk81K05EY0NQYm84UWJQMlYxdW9YNyt6NkgyM1pQWmZKbTh1bTNXcUlYd2N1WHB5ejRQK3BBZFFPNE5nVmZjQncvcWd4aWV3MGhLUS9GeTZUbGJYVDU1Q1VsakNxRjh4dHdNV0xmc3FsbU5EV3VPNTdsYldyRjdMRkxVUEhqNGxvblRzSExQSUZvUmZTMm8wWEJ0ZlJsWXRYMzh3R0JYRmxEbGJWUGY2cFB1VzljS0I5N2NETTJsWFhTZWFGWHRKN09sZDRPOE5venBLVnM5blFlUloyQ1J1Szcyck1CckNxNmxkUFk4SThHSFdnczNsRHV1TFk5RVVyUnR0U2xyRk9iczhFQTRCbGtzZVdMQkpNbGhiOHM4NldyNTNMSEM5SWlWbHNXTDNadHZYSjgwQk1oTU5tZ1ZiSkxaM3QzL1lxRnE2Nlh0cWl0SFhURStrS1kyVmx5NXpJZFdhSkFmVllTcC9zYUY2Zjg3c0Nvb3ZYekdSbWtxUkhHV0hiSFFtN3E2TCs4VVVhcXNOTlhxZ0l5cTFvMDN0aCtDamNCOUxhdlhQdjRrVGh6Yk56MDJrL1VQUFhoeElReUZKQVpoRHcvdlRyL3l6anBQdFRoTzBFZ1BWRXlBZmpXU1k4N1dudkhkdmwwMGVQZEovTlpBTU1Pd2F4eVNJZUJzaTFkbnVQSnNra3dzTHIycG56dzZ4WXVHb1NPM0s2UG51cXFXajBxSm5NZEw1ejgrRmhWZUdyYWxmT0pORDlrUElIYis1WWw0WDJGVkh4RXNFY0dqaHVaK1VJbGRjK2ttOTVzbGFST2EwR2RIUDM5dlZwSjZHOElUWlJ3bFFrdE40WmxtWm03MlZ2aUFPTzRLRURwcnVKdUd2MzVvT1prWDFFYTc0d2hpeDdKcDg5dFFrQUtucW56eVVKZDNmejJ0YnkydGhZUzVqNVNlbTJrTFQvalBVUVZ0dk5RV25CRzNQMnJ3RHdUN21OWjkzMjJFaEpWcm1YN0RzTFlDcDhCOThUa0JPSnpFWE5jdktsdHk4MzRsRDZ3YWltTFBpcjVTZDJQMTJTNkQrL01CRDFYZ3FnclhwcGJEd2JWUjN2T3pzRWZhOWN2UHBtRW1Ma3VhUjREUUFYNnhGeklGQk8ybXhyODhzR0RSVVZySWxaT05kNTMxdkh0NDJ6N1pFWHJ5MWJIREVVM3hhSmpQcVVTdlQyNzNueEcwVUFNb1VIbERMT3R3c1BOLzF6Ui92Uis0ZU1GMWhyOC9yaGZoLzdqci8yZFRxZThVRGEwL3hVWmdqdkhJRHhtUjNtTEZrNUI0UlBzK2QrUDJ6WlU1akVKR25NR3ozeThwQmF6TGxXWHZ0SWZraFlEY2J3UVcwN296b2FuMGlyLzFjdmV1d0dKYXh4dmFHZTdUTnIvOStKQW5MaWVkZkt5bUdiczJSMUtRa3pqMERkYlp2WDdjajh6TFJVSHlkRE85czJQN0VEVjdBNXRqdFRzelNkaFFkMlZadHBkN0V4cDhtMlNzL0d4V2JnR1YzYThGQUlpRlFhbFd6SjdGY1o4YXBJQ1pkdDNDeVUzdE8yZFgwV2tEVm14QzNYSkM5M2dRazJPRTBnL3Yyb3pseTEveWpUUUx2R0ljRG5tZ2FNMDdQK1RYL1ZydHBWKytEYWU0ZjJuQmhmV3JveWJPVXZCSk5ENEJjOG81OG1nejF4NlowNTk5YWJ2Yi9ETURrMnlCQm83K2s1aWZadmUrVU55eWNhbHRON2U1TXZ2cG5Eb2l5dm4xWnFNYzh5ckhyT0owOXVRY3NQRkFETVhWUTZsWmtLR0JnUFVnYzZudCtRNWZCVU5xeGV5QXpGQkFkYXZkdlZuQ1A4RzMzUTVxUlpKRzFyLzg3blk4Y1J6RjJBNkc5djNwOGw3RnhlTzIyU0JiNk5DZGRENjMvYzNmeGttam8vWjRsYmJneUpqaTBiczNSd2tNb3h0K3hQZ3RVdmR1ZFVwcG90azFNRXJCdWx4QkR4eHFvNnIwb0tXKzNjRk5zRkFMTVdQVFpGUU5RbEJub09BMGlwN3B0TVJtV3VqYi9obHJ1TVlYUG02TTVYcnFUcFZGUnk0dzFDV0ZZa01tclN5U003SGt3bENic0RGODhncUVvQXBqZGJYMWg3RkVHYXJJVDNDWVpvMnIxNTQ1QTFRRlhkVFgva01uYnQyYlQrYUdYOTQvY3o4enVkVFU5ZU1jMmdvdjd4UlFlMi84T3d2dEhjUlRPbUdrNkd3UnhtVGUrMmJWbm5yLzJJYm1QbE5WZlhyYTVYaHM5MXZyQitpRURpM0tYSlVxM3RZZ0tQU2pLL3VPZUZXRG9vRksxYldjbmFsTVFWdCtYWmR0VkFRbXcrMExMeGZIVk5iTHlSYW9WVytQcjdpVHZQV2JLNlZCQkdnWWd0RDhuV2JXdXpSUCtxL0xLS2xXVG94S25ML2VtMGxsbDNQell5N0luRmNhMWE5dVdVMll6VzNWeFBiTVpxVDcvV3VYVmpGbWdGZ0FxNXVNNG83MUJuVUdHc3NsYlZDR085MTdiNUt5ZjllMHlXZTNHUmRmK0ZKMDI3aDFpVE5PSlU2ekE2Q05IYUZkTlowQVJpZlJhZzRzN0dKN1pXMUsyWkxRbUp0azBiOXQ1UU52Y09zQ3ZCUUNyVis2cjkvdXhEQ1FqNHJFME9LSWprS3dFUG02MytuMnRIajc1eGN1d05NMytSRjVaVm52YStkZnl0N24reldBUXhLUkRBTEFRQUdDWXRDR0FZT3JCMTQ1QUkrYnlHMkVURCtxNWRDZkdUOHRGRm95eXl5anViclI4T1I5ZXZXTGpxZXBMMFYzRlhyY21zV0FBQTViVnI1Z21OUlFWSitjVzI3bXpLdVNYekZwTGhRbHZJbjNWdVg1OUc1U1pFWTNtV1VUTnRZYjNFd3RSb2xXaDdNNnNXdkc4VDV6OGNpZGppTHdqMGRsdWpmRG4zMmlnY1hxSkpiK2xzLy9aQXhjSlYxMHREQlczTmIyeWJPUC9oaUFWdlhwSUhYckw3bVMwN1hPUU5CUVNXRGdNR3JBZnc1SENmYnloZjNxRlo3Y3JNYlpOMnBFZ2xlYjl0Y1JuT25IZ3hVNFYzMm9MbGhRV1I4S3dSdC8zNXMxM2J2bjVFZXdNL0FmRHF0QVhMQzQxU3QzaEliRFlxa1ZuTkFNWGpabzBYa2lhME5iM3hOUENNbmxVYm0wNUMzU0ZBMjNjMWJ4aUMxcWVzTXV5V25YWDdxTy9pc1c4QXg5RHpVaGQ4c1VwS3NOSGgzTjhya2ZYcnFaWDE1WHRmL01aN3dEQ2xuOS9mZmx2N3JITlZMRjExUFJtNlR5ZnB1N1l0aVprbXNUR1gyemJicndQZkhIWml6N3pVRUlVLzNrUHk1eU9nYXVNSjJaZ0NIcUkxWHhoamJQdWV6c0kzL3E2MGIwWitXS2hQdHNXdHIyY3lVTXByWTJOdE12ZHFaUTZqNTB6V2hGOXA2MCt5b0hoN294aWlVSnV5eVRXeHNDVzhxVzBKK2VzcVRMdGRzYkVGUktpdDRJMW5zY2tIZm9wMDhRSmhXV2ZhTjY5TFUrem1MRmw5STR5WkJNbG5GSHNIdTdaK09ZdDJHcTM1d2hnbGRGbnlNa0NBemNSdVJnSnVCcmdTczhwckJzYmJ2UmRQNTVUR3ZHcFg3YXBkdGF2MmJ6Tno2dENoczlmZE9PdXpIRGY3amgvZi83OGNuaWJPeUhWdi83WlgyaEFyc3NtdEw0aGJQMmpia2MyNks2OTlaS3dETEFYUjIvMTkrcVZVZnYrTXV0Z29EZmNPc05pTGVISnZ4OHRmeVFJRFp0ZXRtUUhOVUVJZHNZVTF2YlZ4dzJ1NTExRlpNbWFoNjZsZCs1cjk5VmxseldPbEVQS21qaWI1cjVucnBsbTNQVGJTRWZnMEVTSms2RHV0ellQTXVPcmFWZGNacHJIdEtsVXhKK2QvTFJuM3Q1N0NQM1p0eVdIVFJSKzBIY2U2MTJnK2RPekF5MW56ckxUekN0alFpSjFOMkFJQTFUV3g4V3g3LzVVTi9jeExYTDQrb3lrRGVHNjQ4MGJySDE4R2NNL3BTMzFmdzlHZHcxSzlLNWJFSnBEUWVVS3c4Wkw4czVOSFh2MWNaaEMxMm84VUgrcklxS0FrSEhNM0lOOXViL3hTWm9rOENZQm1MSHpramd2eGM2Ky84L0szRGtickhyK0xqRHJZOW41cnNFVXJ5MW16TXNZTUNkeVZsUDFsZ2JHOGVaRDJLZUhwRTd1Q2tuL1JodFYvMFJ1UFAxTVV5WnVwQmZvN24xL1hIbndPTWpPUlJTbFJRY1RTUmZ6RlBjMVBIVTUvTGcycnB4cGxSblp1Y1RaWDFxb2FJbk9vdStXSlUyVmxNUWNSOVlpbkUxL2NzL21wSytaWFZOeStvb1FFYWhtMDNRaXZvSDNieGl4SGUvYkNWZGNhUVRjSjhIVnRTZm5QcVRUaXlUV2ZDVnRhMVBVZnQzK1JtekpTV2JmbWRqWndJTVNwenEzcmhrVHhxK3BXVlJ1ajN1dlkrbVIzdWowYjFlYVh1V1llTi82UGRVSTNkN1U4a1FhY3FtdFhmY0lvNmpZV2wxN3czaDFDNmE1WXNud0NJS2Q3MG4zSjhhdzdUL2YyTjAxYnNMeFFnaWF6SlRiUHFZa1ZKd2E2N2t4ZWZzY0FSR3lFQkpiSjNQS2ZIMlF6Qm9Gbjk4RzBEeVVna0dPVUxnbjBBYkF6aC9lZEJ2QzVmMjkvUDJlUlVzck1SS21VQWM0cHVMbHNtWXhlS3IxUnM1clMxcmp1QjNOcVlpTXNSTzVwUzhvZjVlVDlBOEdEMWhMcW8zRFZrL3UyUHBrRkJsUXVXbGxPaEtWdFRXc2Z6dXBVRTdNcXd1Wk9BbTdTaG4vVDNqU29yaHVOUG1oamxMck5DSDFNUXl3d1RHOTNEWk83UGJubU0rSFJrZnpQRU9Oc1crTVRXWlVNeW1waUJYa2hieEVydGFOenk1ZlBCaEgzMlFPSmM5dUFaL1M0dkpXM2FLWUQvVzdQUUxFOThRNDFURzJZc3ByWXQwNTAvL090RjgrODlVRHdFUDRDZ0svbnRwczQvK0hJMk1MOFJVYmpMVklKenc0VnBsTUd2T1JBaiszUWJGWnFSNmJETm5IK3c1R0NBdXNPSVRCQ3VhWlpld1BwOG80RlJjNThUNk5yVC9QUUIzWFJxR3R1NG5PbnZ3TTh3eFdMVnBSWlVpODF4blR2YW5JeVVkcy95K296ZW1vbE1jNXo1TnBYQWhhSmhKL05ZSUV4akNBSm5abFV0dVR2SWNVbEw5azNiRW5KMzVkRkZ6OWFUQjdWRS9HTDVKZ0xESGszUUNmYm05Yy8vOXQ3eDBTMDNydlZnQStPMUY1RHJ6WmJEclNzNjBOQTlUZTJ0Yml0Y2UzZitDSk81cDYyeG5WZnpldzlmZEdLMFk1bGxtbkRwNzJFZW5GdjhQMlVsY1djdk91OEJpWXp1YjF4L2ZvclVhL0thMk5qSGRMMUY0WDlxOWtocnhLZ0lpa3RUN2plS3dFOWp1WXNXbFBGVE5UNlFpeGQwN2RpeWZJSlVvaHlaZEJKd2t3Y21ZeGsxY2N0Ylhnb1JEcS8ybkhqS2VGRkcwRFdwQnFOUG1pTDBTVVBzREFGbXVSdjJsdXVnZ0ZYN2FwZHRhdjIrN0IzRCs1OStYZG9ka1hqRE1sRlF4bjEyYU1QMm9iZDZuNlhmOW1lbzhkVDNyQjhvbTFDOXdpbXR6Z3AybE1zeTdLYUw0N1BJNzNZR041dVlNWjJqanVjUmRlZXVXamxPRXZ3dFpLc0k4dzh6NXcrTTRSSldkV3dwc0xBWE5xM2RmMFpCSTRpYWN4cGExcjdzOHgyc3hldXV0YXk2VS9BRkZla1dqcUxEcVVkKy9MYTJGaEliNDUxNGRKTDJQbk5yR3VQUm1ONUdPUCtrV0grWmRlV2Rka2w1V3ErTUliQ2tmdTA1Z01nNjBEOHd0dFpEcnZqNUkrSmV4ZGVCZjdlbE5jK01wYWwvZ09qOWZNZHpldDMyazdCUTU3N1BwbGxOVEVyR2xFTHlmQ055WDd2NzRhVWJBeXNiUEdqazRUUXRVeDZGendwT2VRU2lFUlFRZ0oydUhpMFozUjhkN09UZHVpamRTdnZKc0dodGsxcmMwc2I5Z01JN2QvMkZBQ2d0R0xaclpJNHNhdnB5bUJBOWQyeEtVcXBzU1RZTUdmWG1wZDJYdUdrNjhkOENteTJrZEtqZDIxZTN6YTVKaFllNlppN2hOYlBGVVlpeFFSWUhjK3ZmU21qMjlzQTBtREoyZVB0bnkyWk9HZHZGaGhRODRVeHd1QUdzRzZ0YU5DM1M2YmUxazFyM3dhQXZPdThUM2pLL1BMOXdJQm96UmZHVUo1OWh6TGllY3U0TjU2Nm1NZ0VSVENqTGpaS1FpOFFqTEZ0ald2WER4NVpKc2M0RTI1bnhrczVZQUJWTEZweHM0Q1pERXZZYlp2V2ZpLzNuRE5yVjEybmlRdDdSZjkycE5KSWlXVmIwL3FXMG9hSFFpTjA0UjNzSnR1NnRuMzV2ZFNZVlhXcnFwVVN4NFJOMHlsaHYzaWt4UWZSVWxaZSswaStsTlpzcGJBL1pLeEY3Rm90QUZDUTd5elNSdXh5M1V2aFNEaXZ6ajE3NWxVQUgyR0NMQmd4dFh4RzNZeUQrNXVlK1pESU1uM3c3Y01MQ0FSMVpUa294L2Uvai9uMWNOa3Z3M1JGb0tPeTU2WnF0bTNFajJKTGFjTkRJV0kzeXNyZU1weWczTFFGeXd1RnBUNmxQWDZwWSt1VGh6T1BsZFY4Y2J5d3hhS0xKTCtXZXlGVklhK1NRWXVVcTMvUXRYVmpGbDFOakMxNWdMWFpUOFlhRFI2RytoWllTZWk2ZXpWRGV5YWVWVE4zY2swc25CL1JVVzMwL280dFh6NVd2VFEybnJXWmwreFhMM2R2Ly91KzZ2ckhGekdMM3QxSkhLNk1UUHFZZE4xVzF1NlFpU1RzZVBlVlJqL3hmTnVtOWNjQTB3bmdSN2x0b3RFSGJTNHFxQ0pXaHk3Wm9STWpSUDQ4TDltWGZvaElPMVRBQ1d0WGU4dTZOT0JRVmhaeklpUDEvVkE4b0RVZjZOeTZNWTJTVnRVOWZwOWhkWGhQODRiRHVlY0NnSE9uRG5TOTI5UHN6VnIwMkJSaFdYZG96UWN1eTk0dEdaSDBMd0Y0UExOUDM4WGpzWlBuM3EyWk1PNkdzdU9nRXdCZk45ellBRURDM2pkcVl2VGhrbXNyNUxuK2QvY0h2NFkwblV5SWtGTXc2cnJTWlAvWms4YXdGeWtlTzZudjNMdUhqRW02ZVVVVHJuVkMrYU11bm4yN0d6QjZSTWxONVc2eTc4TEE1Uk81ZExRRVVnSkxsbnJRa0RoZzJEMW13ZjRJaUM4TXhPVkxReTVzR0p0YnIrY1pVQkVBR05mYWVxQWw1ck5jYW1LV3NkVThUZ3hzUVUzTVlxbm11NjdLRmpLc2lWbDVsbDdFU3ZjcEpKdjNibjhxbFpOSGVaUFVyY3lpNUh4Q1BuVWxNR0JHWFd5VVJhYWl6MVBQRnhGZnl4WVhHaFpoSXJOL1Y4QzJxYXlMVFFXWlVSMk42ZnJMbUZ3VEMwc3lzNDNXNzFrVzNjaG5uWmFXOXV6ZlZiRXBYS3lsT0V4aGV6WXplMFJrRDBxZithOWk5UGdIRFBGSUllSy82bnpocS8vR3l1dFg3YXBkdGF0MjFmNHpqSGd3WlNBZTd5SGkvTTREVzcrZTVXaE1XN0M4ME9id2ZDSytxRmwxdExkc09JV2dCSi9XcGtKcGZjQVNjckxIaVZleWM3RkJqaVh2aE5HSGxQQ21LWjE4Yms4T1V5eGF1MlllQWVIRVVmczFBRHluSmphQ1dFMjdLQzg5bTlWdThhUEZaTkU5QkxyRWhrOElLOVNhT2xkNTdTTmpiYWhiQjR6OTh2NmQzeHlhWHozS3U1dUkrbkgyVEJhYnJyUWhWZ1NvU21NZ3lORFI5aTJ4UXdER1pMWkp4aStjNkc3NSt6NWdtWFJFK1ArQ29XTWR6ZUdXbVl0V2pudjc5ZThVdlI4Z1VDbmRNbWd4TGFIMWQvZmw2Q21rYk5iZGo0ME1HVEdETmZZeW9ZVFlPK3lZOER4a09PYVdFeTZVSVh0M0t1QlZXZjk0SGNoTWF0dDA0TnZEREptMWRyYnNndEg2ckJ5V01RRUFNK29lSGdYanpSQmdJMWllY2VNOVdVRXpKNVEzeW91TFo1MndLVGNodXdVQXhvUzhjZy9pbU5IcU1wRlYwNSs4Y0VXV0lnQ3cxdXF5N0U4REV1VzFzYkdDZEUyaTM5c3NDNXlicEdkMDY1YjFyUUJRWGIvbU0wYkE3Uk9YMjY0NFlFM00wbzViSVZpL1o4R1VYN3pVMjNKODV6ZlRhK1JwQzVZWFJvUytod3pMSkNleVFLV3F1cHZ2QWF1MzI1czJaRldKbUwxdzFRVExvbmtNdnN4blR2OG05NVIrZFF3eG41VGJkR2pMTjVPemJudHNwQkJtTXA5MVhnSkFSWHJFVENaOVBsUHd1N0poMVR3d2hjbm1VV0M5dmIxbHc1RE12QkJGN29hU2J3bEtUaU1LYlc5cmlaMnZyRi8xVVdhMU4rbGFsL1BDK1FzSEVza1hqZXByOE91eWtqUXFrY3cvZDZLM3JPWXZDd3FjVVNXN210Y051eDYvYXIrN2ZTaWRhYUpCRFFFQjBHU2xQakFNZ2QrRGVRQ0dNZ0l5MHEyaWRTdnZOZ0tpWXhOMmRYZkgzRUszWUNvcDZtL2Y4cVVoZVV1SVBtZ1hGSVppREg2cFk4djZuYm5PVXlRdnZNYXc5ZXloVGRtMWRhTjFLOGVENUI4a0V1cDd1ZXE2MWZXUEwxS3c5N3F1dWlnRXpKVW9XTlgxc1FjTVk3enI2Vi9uUnRKSGhQVXNwVXgvUjlPVGg4cHJIOG5YU2xXcHBIaHA3L1luZStZdVhWV2wyWFBibW1LdDBaQ3BNM0YzWit2V0o0ZW9CRmZWci9wRHNzUTREZlVzWUI0ZURnd0FBRFZtNUUxRWh0dWJOeDRZU2VwV2JlbTNuSEJCZXNKVDdrQlBlMHNzNnlHVk4way9ZSkpxTndrUjZXaVduYW5QcmJKMjlVSXk2bWhLVkdjNGkvY2N1d1FBSWNmNlEyYnpYdUs0MVh4b1Uxb0U4cWxjTUFBQWpFN2VjSGIvYjM3UW43aDRKSy9vbXU4V2pycitWY3NwK0ZWUU9lR25BTDRYemkvNWZzbWs2SCtiWFAyWGk2Zk1YRHlqcmZqZ3RnQnA3UWowRXY0SndEK1ZMMzVrOTAxVm4veFdNbjdwcXpOdWYrandqV1gzYlRBbStmK3g5K2J4VVYzbitmajdublB2bmRGb0JiU3dyd0tCQUNITlNPellZMGxvSkd5eVduYWNORXZUbERidDE5L0dqZU9BQk02dDJSd25xZE5tYWVPMmliTTFpN040aWRFR1dNYllHS1NSaEFDeDIyeG1FeUMwenN5OTU1ejM5NGRteE14SWN0TCsrbTNzZlBSOFB2cUE1dDU3N3JsblJuUE9lZC9uZlo3dkxpcXBlaWw3K1dkZnU5MzVpVWNBMVBjOHZzZlBUaTk0OEtjRFBaZi9JZnI2OE05UEFFeVc2QkIvb1JCdW94M2F4NEI1aWRURTVvRDJmSXl2N1NoWVZQcllBcUV3WFJFb0V2YlI2REV1ZE5nUGhXeHh3dC80alJ1RmhyeGZDdmxXZkJtTHh5VWZRRlFKa3NsWDIrdS9mc2YycUhqemJFUzhTekh4d3JsR014aC8zMEdZTElHVVIycnlhT0x0bXozQVlRWlhQRU9RN1BEWGJEc0w0VUFSWi9ZQ0ZLRTNvNitjNEZBbENMSWZkRDZqT2FqVisvMW1qRUNndTJ4ek1RSjJjbVVuS1Z2ZEN2dWVBQkFsUURqejVDN2IrSkFDbXFWVTZNV21YVjhiVVVCeURHTVl3eGpHOE1jSGhoTXhBQUFkSGM5WngrcWVIcFoxVEVwMWZBSkJha1R5MWVpTmxDVDdYZ1hXZGM1aGJsTkkyeDIvMWlueVBmNDVKTjZPaWszczc3RWI0NC9ubFcvT0FhTFVwaHIrV2lSYnF6dkVoME45NGtEVXVnRUFBSmhtZkVKSkFDR1YxV3hwei92RG9uclpGUTg3Tk81YVp1bmkxV04xNXJDKzU1ZFZyMlNjNVRVSDllZml5OWJTcExXTUs1ek9wR2oyNzk1NkpQNWFBQUNsQm1zMWl5cm1Wd013clRubCtQTUFwbkpxV2xrb2NIdEV2U29JbDVXaXpqOHRtWGdwZm42UGhtRnJkNE9nSHNZeHV4ZDdtNlJ1TExGb0lNYmlMdEJ6N1h6a2VUMitLamVRWE5BTjNkK1BwNHg3dkY5TUI4Q1l2YzJKUXo5NEkzNGVINExYMUZ5WTlDVUI2aXdpNjIrcTNkb1VmNG9WNk8zVUUrUm5tNE5hdmY4bGM4QlR0bWsrSUtZZnJ0dmFnWnIrQmJyUnVXc3dZREk2THAxc2FJbThuM2xsanlaeUpvdjdML0xudFdUbkpFMkM0ZCs5ZlQ4QVFPRzZ4eitvR09UNEUwLzhJdjc5ajBhaHczNUlRK3hHaVJPYmc5cXVNOUZCSUsrcEpTWTYxeW1wWkZDSW1QVlRZZm5tRDBqQmhwVk81T1U5bW1nNDRDOFVRUmNUcWpIK2M1Slg5bWdpUSs3REc5ZCs2OTg5cURmZ1ROTC9mdUNTc2Nmdk53ZHlWajJXQkF5bisrdDIzTEdSOWxVdkJZVnBra0FEMHRyakF4Q0QvZG4wZ1JESkRzR3RDYmFranFaZDV0WEMwaTM1Qk9wcVM5MlRaeE1jcWtoSU9ON1IrTFdyRkxaZ0kxRENDbHc5Ny9jL1k3dWM0Lyt5ejdyMXZraTRJTDYzUkFUajhiNWtDUFNIVlVZUUJrVUZ4WjlTUUlCSURYNXFpSWNOc0ljaUF6TzluM0ZtSkV4YkprbGViS3ZiM2c3aFVnRE9iRTl6bmY3VCtLYW1ybmdrWVdKcTRxZElVbDFMdy9hWVRVOWUyYU9aQm5NOUNsTCswRiszOVV6MHNTWEYxVk1ZNHFjVVFjMnhSbWZNUnJ5d2ZITU9LQmxnWElXNFUxdmRIT0MvR3ZZTWxaVzhxRy8rYWtYMlRFazRiQ0p3bDIzeE1JWnB6YlhiR3dCTVpvQzFVcUYyb3EzUnZKMWZ2bkdtVXBnVXZPaDRvMmh0MVJJQzJkblc2QndlNkFCQVZHeUtoYUdmdDljOE5lcVh3WktTVGZNNDhwenVNOTB2ZTladUxpTkp0eGp3MlVLRW9yUU9ZajJJM1JYVnkwSEticVpwSzV0cm54Z1NKbHhhWXM0anNJTk5EVVpjTUlCbFJnZHNrdExtanM5Wi9zRC9CWUlqeE5XYjRVa2VBZUM3WWVlRG9Sc3ozWGxhMmNGNUFBQjJzUHVlVTI5ODc5OXpWbnoyc0ROcHdwYVdtbTNoaUxiSjNPWFdJZ1pzYXFoUEhEQmMydDFOdTdiOTAwalBtNzkyeXlxZFFGUEN1bHBVdnZrandpSy92L0ViTnp5bFgwNGx6Z3BzVFJ3RTJLYnkxMjZlaTRxczlvWlk4Wm1ZY1NnWEgxS0VvWmFhcmY5VzRLditLRWZHbW11M1BqSGErZEVvV0ZjOWd3bk1rU0Q2a2RFN0xYVmZ2UURoaFVzYXBhNUF3aFo1UmI5VXNIYlQzUUR5YUhUUUtUZlhOSnd6eEdwU0tra3BPQm90bHVRdXI4cER4QWVKNkVldHRUdEhlOS9SWFNhOERQRTY5dlgzVTNyV2h3Rmx0NUo0cm4zMzRDUTRkY1VqQ1pUcUtoY2hhR25kR3hIVE1WbEJlV2daazNZZmNaNGs1TUFyMFpaQUFJQUZGWnNXTUFKRmlEZVJZSnAxeGZrR0FBUUFJRFZpWmFjbGpNOEh4Rk9CRUgrMm8vR3BzV0RBR01Zd2hqRzh4eEJ0TmFpUVJ0WEJ5YTR3VTFKSWxDb0Z0eFd4STRmcnRsNkJzQnNBQ25XM0ZQSTBSNVpKUXV5Q3h1MVI4MFVsOTVUTkw1UlNIdUZjelFRcFRzUnJMQzBwcnA1aUVFenIwcnBmQmZpV3l2V2FTVWt1NFEwRnFUN2FuU0M3d2t3Wko5VjZLWlZrSEdBZ3FQOGtpZzJLNHloNXRXWGJKNC9zR1o2QjkvaXEzTWpZdlUwMVc2dGpEbmhOclVpWHE0akRKRW5xaEY4NG80SUJpZHJnU2pzQ3hndkxOejBFQkxkSlovK2UyNW1SNEtyWVhHNkg1RjZsN0dVampkdVM0dW9wdWlFMlNVblB0aldNTE9JMzAyczZKemlzRXNXd2l4TlBUUXl3WHdoSHFsZVFhaHVoSEhNd0tlUGJtSTJBNWNLR0g1N1pHN3RoenZlYWFaQWdWb2Mxb3FMM055Tyt2NTcxcGdzdGV5M1k4dCs0cnMyM1ZIQkU1cU1qY2Z4VWY4M1dEUUFBQlJWbUxwSmFRcDNzQlhmNTR4KzZKVUxmZkdzRWJTQmszRUd4VWdSRGZkQ1lhelZYOG5VMVVXVnd5YWRjN2V2YkQyR21DQUhOOGUvYXVtbWtma0NrWEhLNldDa0J6NURDVkFVRGI4U3VVMHhXNkJSbHlKZ0xKRHZVc21kN1pBMlBSV3VybGtpRjc3VHVNV05VMXp5bFgwNUZybjJBQkxaeFhaNDRWQit2VjJZeWpWbXJMVXMxSFBZL1krZXNlaXc1T2RWWkZrVHJIenM2dGxwaGw0VjFBeGZZanlQODdZS1NUUXVRc1FTdzZieW1ZMlpUalhrMnZzMENuMXhNU2x4RFJKZW1JTkM2NThtM0ZwVlVaU2xOWmtwbDd5K28yTFFBbElDMkJ1UHNaTThHbDBPZXpiWkROeGtBQWFHUjZDbmIvQ0VTOXE5L1h6Qm1ESDhZM3A4TUFSYWd5SmNEeFVVQzMvZEFGT0YvR1VBdURsR2ZHRGN5SE5NK0FKWjlzYVYyc0lhcVlNMm1ET1JpK2UzYlBTK01wQnVRbVp6MFNWQndNL0NPRnFPY25yUHFzV1FOSFI4bmtDODIxOFZZdTRISFZ6VkpjK0w5QkhEc3VzNHErd0FBSUFCSlJFRlVXay92bTlIdGVvcS9OSWRJWlF1dTN5Wmd1WmF5WGhxcFJLR3dlKzRDUmJCRUVLdHJhOWdXVTJyZ0xxL0tRNklKemJ1ZWFBQUFLUFNwOWFUNDFaWTY4MHkrOXd0cEdobExPR290amhtaGJBR1VlaVAwVHZ0SXp3YURFdnZQdGRlTXJyeGFXTDQ1UitjNDUzcDNmMDNhM0xSQ0lMeENRQUpCOW5OdXVFYTZwcWk4cW9SSlBrNEI0MFpQMzFDUUphL0NuQ28xTlRjRW9jUHgvV0dhSG1OM21EbGp5UndFREVtcE5iZlc3T3dNNndFOEd4Y01nUEdURi81dzZyejFIMGFtRFdrdlNCRzY2L2orNzMybXBXYmJDZ0RJQkFESUt4TXpPR2daemJYYmRqbVN0QlUydDBha2tSV1ZWYTlFa001Kys2WWZEY2RTVU5UVXVuZjcrVnl2bWNSMTQ0T2t0UFlqTHovWlZlVDkwa1RHWU03VnZyNVJyUUtMS3JiY2pRU3paSWovZkduNTR6NE9iQTZ6eEF1am5SK043T3lISFZ5eEZjaEI0MEFYVzJ0MlJpWWZURlhKQzVYQzNxYTZyUjBKMDZ4RkdtQjNYS1FhWFZPdGVhaHdIbFA4N2JiNk80R3NvcEtOc3pub0Q1RVVQMjZ1M1haeStKMEhVVmh1M28yTVc5MTlvYmU0STJVVlIzaWJLVkMzaEI3V0NERFp4QlJYR1FQc0NOc1lBUUJBUVVWb1BnZUhBelNXb2dTOEhSMVZoMEU5Zy9HYytFeEoyQVVBYzZoVE94UU85c1NXc2tpN055ajdmOVBSYUk0RkE4WXdoakdNNFQwSXBlNXMwSENVRGVQVUZZOGtwSkZ3YzRKcG5NdWpoK3UySG9PSWhwSnR1eFZUNXpqbmN5VVpoeU5aMHdqeXl4ZE9JeVhUUU9kekpJZ3o4U3pIbVY0empUdkEzU3RrNjVtYWI0V3lLeDUyT0F6YlRTSFJjWGp2OW5mdW5QY1paeHBZcXhTakNZd3pJQXQyUnpQMGxwWnR2bGNxZmp1ZXlRa0E0Q245eW5SaS9LNVFyLzMxK0dNRlRsbEVUS1dEeEN1QllGZGI5RnB1d1lxSFBocDlia0p5eGpSRVRGSkIvcDgzZTBFWnp2R0ZaTnVIb3ZzWmpjWDNiaHluR2ZCSklQcFJhOFAyVVdqdmxYeThJVll5NE9jMEJWa1VEQnpxZFZnK0RiRzdQVUwvUmhhVHRNeGZ1M2t1SXY4OEN2M25JOTFiYzRxVklVbC9zQWM1aGNSeWtuQVRkY01qZ3RvYmtTQUU0N29qK3J4UW9Pc2RDSytQQWRTTTV0b25ma2JwMHFPa092cFczUHNPQUxDMGZNdUtLSW1LR0xqTE4zOUVVdWlTRU1DWURzczVad2N2SFhnNmtKdHJHc0RSYTR2QVQwYTZMZ3gwelpBTEpjZ1FBNXluZ3p3UnYwNHBMQmZsQ2pCVENtcHZDbjllWWJEV2Z6NW9QRFY0aWNleVFMeW1wblMrVWdJQW9UeDFhTmNJbnlPZmRUZVhjTzN3WHYwS1FDVlBUalk4RkZSdFIxNStzbXRSU1ZVV0lpdTRqZHB6RVliTG9yTHFxV2p3aVVLb2ZqQmdUdjk1ZmlDZW5ieW96SjdDQ1RNSk5ZTXpUR3FxUDNVUXdLc2xPTFIxUWxtdFRuQm1vbVJ6cnZVRTNweTZvdHN4T1QxajdTQlRoUWdCV1VMU3hGd0FlY0svKzZzakpRemZIM2lQTVFiZWx3eUJRWmVCQ0FpVlVuOHlEQUVpa0lnQVJNUWcyMElBQXdBQU5DTTFwNHZkM25CbXoyQkUxT1Bab0pPTGUwaHFiNTRab1Y3TVhiNWxBeU13bWxOTy9oYnFZeWxWeWFuR3gwbmlkWDh0ajFFajlYaE1GNkVzUWFWdU55ZWZlam5hODNSK3lhWUp5dEJXVWFEM1JjM0pWdmIyV28wblh4OHVkcEt6MXB5TWFIOUVrWGpsY04zT0dGMkJSU1ZWV1pKZ2d2M095VVlBZ0tJeTh5NEI4bHpyN3ExSEFDcTVscEQ4TjNUOTZ0Y0NFektuR2dDNXpRMW5mdnN1Q3FJVXZabUxSMEhGcGd3cDFlelFKV05QNWpSanVnTGgwQkdDQ28yNUJMWURDUjRIZ09UdzZWY2d2S0VXTmhzQVRhWnBJZXYxQTJIeG0wSEJSdnYrNXBEKzdiaU1NVTlJeW5nNjBOZTUrTTVMYUtWbHpFb2pZWCsvZGZlMjduQXc0R2NBVUJuZHY1VDA3UDlNbVZmMCtRekh0RGxrRjMveDRxbjZid0pBRmd5U1JKSUJZQnNBUEFFQXphY1Bmcjh2MEh1MVlmemtSUjgvZnVEZlQvUjNYMDBOQ3crS3lML0phZE15emg1OUtmM1c1ZmFqNHlibmYxNE0zTzdzdlgyT0E4Q2lXeGQzbDNTY08vUWFTS3VRR3dsSjcxdzYrTUhMWjE1L0FVQitOUHdkWUlSL0hBQmdPSlBTWjd6ZC9vTDN4cFhqLzF4VStsaXVRbnd3UU5xangvWnMvWVBFVzlMbXB2MGRFQjFWcEM2MVJLa2Z6eXQrWkxKaVdsWnJEYXZMcXpDbklJbXBUUTNiWW1va0M5WnNTbGVNVmFDa3c4ME5XM2RISnBIc2lvY2RRUHFma3dqOTByLzd5Uk1qM1JmQ0FTY0NXL2hyOVRmY1pZYlhSblZHSnlqM1c4WjNJZ3VlUXA5ZHFFaGVhcWw3Y2lpb2tMUHFzV1NPYkM0am15bVE1MXAyUHpsTVdUZlowUDdjRnZTQ3dkV2lRMG1uWG93NEZCQmlqTytwRkwwWE9uYS9Qb3dhTjRZeGpHRU1ZM2h2QVBGT21RQVFqcmd3ejBoMkZSRmdia2hhZTQvVWZYVW9jSzB5Sjh6bENpd21jVmwvTUZEYjBUaThMRXhYOG41Yll4MmlYKzQ3dXUvSldHdmkzRW9qM1NuK2txNTNmdk5FT0x1Y1JHbDVISG13NlU1R0Z3QUEwdGdVTndKYmlBQTNVTXFqaC9adUg4cTBGcFJWMzZXVWVLZGw5NU14SW9GRHo2akpMNENVenh5SnE5MzNsSDVsT3FHWVRnVGovQlo3QVJxL083U3VLVmhiVmZMT2VYK01PQjNqZXBLUzhqVi80N1liSGwrVkd3a0hta2ZmaUdVSHJweDdvTmZ1djN6dXlFdTNBQ0I3cEpPeVpweWZmdU5TVDdydUhGL2MrVTdiNzFMSFR5c2xvYXhMcDNkM0FVRDJyTVVmOWIxOTVJNzJJdE1jVHE3aG4wRWdzTE9wY2Z1d092U2lzc2NmSkZCdFIrdTNYd1JBL3ZzczN0MFZqNi9uUUQzSUtFTjJYbjIrTFNyTDczQ05teFRvdmJQUGxuWndjSzJMdUpyWm9YcFAyWlpsaU1SYkdyYWRpVzgzdjl5Y3FVQTRFSmtXMzRQQ2lzY3JVSVZPWWtoY0k2ZTJCanM3WHp3WXZxOXJ1dnlsSFZKLzI3NDNkb01mamJ5VmoyWUE0bXdrTGJrYnUzNXpwajUyN1Y5WXZ0bExDQVlnM1dpcHZTTWNXYkN1ZWdZSHRyd3A4ZmlQb0NOMlRWMW9pQThCY1EyVlBOTFVzSFBZMnFyUVY3MVVBVHFhR3JZZEJnQmFVbHk5bEJnRy9IdTN2Z1dWbGR6bzFmS0pST3VaMnNHeVk0LzNpK25BMklmQlpzK2pMdDMrWFNkZkdyNk9yK1JPanA4aXlYN051SnJXdkl2dkFYaE91WDNtQTRFK2V6Y2xKQW1GYW5sTGNOOXpVNkZBbjVTUy9MSCtpK3ludHJpVndUZ0RBTzRrS1lTL2Z1ZW9pYUV4L05meHZnd0l4QUJIRjk1N1h3SkpBQ0N3TUh1RGNlWUVVbUNGYnJXZmo2b25vbkdaMlVqWTFkSmd4aXI3ZTAzTjQ3QjhvSlRXWEw4OTJyTitrSjdsdE5jVGdSRUk4UmRqTXQyVmxaeTZROFdJUEJtdWQvNHdPaGl3WXNVakNTSE9WOWk5OWt1Nks4a3RMVG8ya3IzZ2t1THFLVG9YSDVlQVIxdHFZLzF2ODcxZlNFT2RMUXZZOHZVVEhjOVorV3MzenhWZ1EycElQNVpiYVJxdVhsSGEzeWQvNEVwT1RqVVlMS0RPbTd2aXYwUVFOUWZSTUVMQ01PUjZ6U1JPb29oUXRlb1Q3UXhFWGtBQjBTb2RiQ1dRZlFLSUJpeXJMN1orcW16ekxCdFVJdVBLaVZLY2FtcjgyaWNIL1hTeHIrUFFQeVZiQTkxbkFOUjN3eG9QRWdBbUlySmxnYjdPNmRIdEdBbXB4NG16dlMxMVExRmpCUUR6WTg4Wjk0dlpCUTk4emFFWjZaTEVIRmRHL3N0ekVzZG5uanYyNHQ5TGF5RGF3b2NCd05KQTkyVUFnT0pibDBjVnlJWGUyeGNCYmcrdU9ib3V0OFVjdTNwMlA0VGRGMEJhQWJoOFpoOEF3QU9qdFJYc3V3SEJ2aHZnVEp3d1hUR1dFZ2p3cW83RzRYV0o4WmpwTlozcFRsRXNFRnNaSVd1cDNUWlVXckhBVnpVcEVkaUhtbXVlK002Uys2cW5hSXJkMTF5ejdWK2pyeTlhWjA1VVNuNk9pSnFCN0NHOWk4WDNiaHpua05ybmlGUmJjOWV0VVFlaG9HSlRCcE5hbGdVRGI3aExNUWNBWERvcFQxK2YrRDZFcmFNV2xWUmxBVkhxOWQ3UTBJTEhzOTUwWVVqNGlLREhWaFJzclk5ZFhFMWQ4VWhDVmxxaVQwbnhPOGIxMlRMWS8xcjAzd2NRQmFLVEFVb0JBUHpCU1lveGpHRU1ZeGpEL3pLR0hKMEFBRURGN04yOFhsUHJTYkFMR2JINVVxbWpSOFRCb1FDeDIyZG1BOWdGaEhEZUptaUtEd1o0UEthTHBjdjdCS2xEcUFDTzd0UGZpVDIrUWNmTWlTV0IyK3cvamcxdUJqRi9iZFVTcGlpcnVkNzhYVlFuTkkreHdnTU03cElFVndIcFFrdFV0ajIvZk9OTUxwVnNqcUg2aDQ5NXpUVGRhWCtSQUY3MDE4ZHU4aGI2elBFRWNqbEkwQUpXVE9rQkxQRnRXY2lWQ0Y0L1ZSZlRaeEVhdU9HdjMza2lmKzNtdVF4aFpsUHR0bUV1Q1dGd0FEaDlwdVhuN3piMEFBQnc3WHdNT2JXNjUxcHNEUDd0STcrTytUMHhaZUk4SUxYRDMvaU4yR0NBMTlRS0hlQVdHTG9RdXVCNDIrT3J1c2RmdCtOZHJKQXJ1Y2MzZDRsU0tpQUFkTWF3UFZJdlAzWEZJd21acWNsM0hXbjhabXlTalhITlhicnhRVnZoSVdKc2toUFV6S2JhN2IrSWIzbnh2UnZIY1Z2a0F3TkZLdFlqTzJ2V3Fua0s1SFc4MFhVS3htZmVROUk2MkJLbTN5ZWxHSC9ETFBIVnczdDNqc2k0Z01qNmhyU1BvWkRORE9oa1hEQUEzZmR1bnE4a1R1V0lldE91SjM0UU9lRHhtdWxNQ1U5VDdaM1hJT0tta1pXeFFpa21tVlFEWFZydnNDU0lwL1RMMDRIeENTMDFUOVFBQUJTV1ZTMlNDTlA4dTdiK0dzQmtoYjFpRFVweHJhbGhVQnNncit6UlRFWE81YjFuYm44dmJYWnlzUVI2UFg0ZG4xZjJhS0xCRXRZTHNuL0tBR1pycEIwRU1NbGRYcFhIbFgzSjBkOTVsYnNtRnR1U3ZUb1RabW9Ua2hMWEtCQzFIUjA3ckZuekY0ZUZtMlVvTUhEbHpHaUMwbVA0NytGUGdXNlBVcWIveVFRRmtEQ1NkV1F6aFVCQUl4a0FBTldkQ0haUnljYlpvTFBzbXhZL0hIKzlSeGZGaUh5S0RhRWZScitlbTJzYTZZWjFEd0tPdDVqNFNid29YRUh2L0VyR3VDZGtxZC80L2MvRWlLK0UwbHlsZ05vSlI1SlJqaUF2ajVTWjk1UitPVlV6MkVjVndObmdCUzNHaDNaK3lhWUp6Smx5RDZBOGNHTFB6cHNGeGRVekdJTTVJYXVycGJIUkZNNGV1UXlVdW5CODR1bnI2SFNWU3BSTjhYMVk2RFBITzVJbXpQeDk0NWV6NnJGa2wxUGVaMXQwbUFtVndEVXNVSlk4eEp6YVBHUmFsMVNnbXV0M3hOWlBGVytlb3lIa01HQU9CSFU2ckpCNkRRQldBWkRQR3VoYUNhQStCUUIvQ1FCL0F3QVBBMEFsa1pvZWQzdVZPaUg3VzYwcGIwVnZXZ2tBZGtSKzBSeUorK2F0MlBEUHFCbVdMVVgrN1M2dE1TbEp1MnRjVnJaajJwTFBMQSszUFNyejRYOFJhbGJlaHkwUzlNSWZSbjAzV1laaHV3RnhJaEpaTGJVc1lzY0hTNHFycHpnSjh1bkc5V2VLeXFxbkdUWXU5aWVlK0xmb3E1Y1VWMDlSUWl4SFV1YzUxOW9pOU11RlBuTzhRK2tmbG9BWExRclZ3Z2kxZWhDZUxEbHBKU0hkYXVhYVl3SFQyVXhDQ0ZwQ3ZSa0pYbm04WDB4M09IaUpzSXltaVBWUmR2YkREclJGcWVMYUphYUFkZllPeEFvS2VVMHRLOVhsQWNTenhIVVB5ZUNSK0FVSkFvc1ZmbUtFQUo0L2FKREhNSVl4akdFTS8vdEFnanNibFJqV2FTWHZjOWh1Vkd3UmtUemRaYjF6Q0JvYkJZUjFoRGlJYktiZ05BTVdPaHppTVJuS1FhdFp1MUFpQ1dCYzc3TDBROE5LRE5NejcxYTJPbmZzZ05rRkFPQlp0MldSRHBUYVVyOHRldDJFQmM0MVJjaTFFZ0k0eVlrdTRmWHJRMG1XL1BLTk16a1pDeTIwMitMTE5uTzlaaEozeW84cjRudWJhN2ZGbElzV1ZHektjQ2gxTjBkd29kSmVpMTRIRmxSc3ltVW9KMTd0Q3c0ckpRd0ZibDExK3pabTZ3em1OTldlL0lOS0IvK25vVVNvengvVTM0eC9mWWxENWlobXM5WmF4OEdFcWJKQUFiLzFiaHZGSlNYWmN4aWhreU9tQTVPWEl5TERVMWM4a3BDVmtyQ2MyOVpwVUJRbnZqMStNbW53Sm5ETk5sQ2YxRlEvUEJqZ1dXK21HNlJYTUlRK3BmQWRvdGlBZ09aTVNzUHJlanRtWkg0S2lKOW9EZHQwSjZjNEtwSGd5S0U5T3crTTF1ZGM3NWNtY29tRnFPUnhDU3pVYkJreFFaN0ZKUnRuTVZ1dDRFQURUYnVlZUhhb1Q1NE5PalBzRmYxQnJUNnVTVlRwNDNKUllBcFgwaUN5WDQ4WE1Nek5OUTNrV3BFbEIvYkJvRTMwUEVRMnNiVnUrNjhCQUR3Vm9oUnQwZC9Vc0tNdGNpK051NWIxYWxwalduYktSMUNxaytHUzJhZzJLdzJET1l0QXlhTU0rU29CMnRHRE5XYlBQTzhYSjRCaTA2LzBEclN5aklsMzJVUlhXeHZNSyttT0taVzJablZFeEFnSkdBdW5nUW1sRlZ1Q1VGS1ZOZHI0amVFUHcvc3lJTUFZRzlJUXdIZXg1bnRmQW1sd2tpSmlRZ2drR1JqTXpJWnJUYktYbVNuSzRTeHVDYkNhZUlWMWQ5a1dEK04wTDNWZSswRzhJSXR6aHUwbXp2SUMxUC9ja1pmajZHUGwxYXM1d1NvUzlqZmpCUUFMZlk5L1ZFaDZHOUdlS0pFZGpvODJEMEhYUDBVRVYxSFhhcU45VFhOekt3Mlh3VllPMlBhKzFwcWRuZk5MTmszUUhGaldFdEoyZHpSK3Q4OVRYT1ZtU0x5NWZzY3hkKy9jVDE3dDV2WHhYeUlBQUU0bVBxR0VOWXlWRUFPdnFTVW42Y1VjK1M2aDZ3SGlSazRQNzI1QUI2d0dZcnBRZEtHMVlicy9XdHdscjhLY1NnYXVBUW5uTllZM281N3YwT2czR2dsb3A2YlAvVWJucGVZZnhGa09BUUQ4RWdCT0lkT1BMMWo2cWFkMVR1ZTRWRE5hNmsvV0pLVllzeEcxdXdjdWFQOTBydW03VndIZzJ3QXdKMzNHc2kvcGpxVHZBVUFEMHh6WEFPQm11RmI5OTFNay9nZmdTcDdZNlV6S2VyRmw5N1pSNmZuUmNKZGJpNGd6TnhDOTFWcXpkVjlrRWVUeGJOQjFBejBCU1ljQ2djbW9BRDEyU0hzemVvdzhuZzI2N29SQzVMQnc0S0wraTZaZDRRQkVaU1ZQWUtKWUtlS3R5U2VlRzBGa0NDQThrVE1iMXc1YzRMK0JJSXhUa3BKQnlac0cwL3FPaEcwMmMzTXJEWElrZkRod2p2K3FyZEc4SGJrMmVYYktNbWxyWjFDSnRVMDNydStKOTBoMmEySXVSelFRYUdWL1QvREZ5Q1ErQk04R1hUTlNZaWlSQklBQUFmUVVWN256eXN6TVAzREl4ekNHTVl4aERQOWJ3SkYxQS9MTEYwNGpZRzVDdk9pdk0xNk5lS1l2OUQweVhtclczSkN0cml2a1U1cHF1VDkrTTI2bGpaOUdqTTBIQUdpdFBkNFl2MFlyS0h1OEFoQzd3L01xRlZSc3lnQXBwemZaanRlano4dXJlR3lLaHJDV29hcG5nRE83em5hL0ZzbGlGNnpabEtHaHM5Z2ZZblVqelltSlRsR21TRjN6MXowUkk1QTNkY1VqQ1Foc09XTTBSU0c5RnUxS1ZWQmNQUU1sVzl4YWU3cngwb0duQTVQbnJNbUp2cFp4SXdGQXkxWTNydTk1bHpMT0NQcmY5UWN4Q0lDQndYK2hINUZac2NkWktPcjNPNDMyWEgxcm1HWlZicVZoY0ZyYVVxTWZXdUtUQzRBb3RiVnU2NmdPVUFDVlhPZTRXakpLaGhDMVJ1a2J3Y1MwSkRjU2REYnRPWHZlY0tWTmlyNUtpRkJmNjY3dDV4MVNyZXJyQ3c3VFJNaXVlTmdCbGl3VFFmVXFFSnNRZHFhS3dUdkg2NW9oWFg2b3o1YlBSOGErc0t4cUxRRW1OdGRxdGZIblI4UGxkTGlCTVNUT3NLV2V0MGFQd3p6dkY5T2RtdlpoNU5qUFVOc2RFd3pKelB6ckVPZ0g0eE9BZVN2TkRBNk9QSTZRb1c1Mi9pWmUvd0lBSUhHYStEeUZncSsyMTMrOVB6ZlhOSlRHRm9Rb2VBQUFvTWkzWmFFSTBlMm1QVS9lU2FDa1ovNTlEN0JYMDBoNGJXTHRJem1EYVJQbkxoS0EvY2o0WGRkdkQveW12ZDY4RGdDUWxwRHdrSzJMMXllbEppMENVdGhhdDdYZFhiN2wweFFLMWtSMHdqeWVEVHJYMDZZUUFRSUJNc1o0cEYxUDJaWmxUR2RwN3phR1kvajllRitXRENDN1l6czQ2UG45SjhVYUVSQVdTNHpYUnZCNE51aVlxbFpKTzdnTEdwK0tWVC8zYmNsRHBJODIxVzcvdTdqMm1MdWthaEVRK2hTamwrUHRkSmFVYkpvSEFFdERnajk5WkUvMGw0TEo4dGRhZVlMa0ZjWlVIOWs0cmxYQ01MR1JRZnFQNHdNa3FVY0tldjF3M2RhWXpMNWorbnlQVlBEV2lUM2JiK1o2elNTWERxdjZBL0F6YURSbC90ck5jNG5URE9pOC9ydWxGZVk5UXNIK1N3ZGlxZWt6dlo5eHBqdW5mVWhLMlc4RnV0NDFVMTNvc04ySzJDWFNRQmdEWXFrTjh1dzRUUHVnWXRRcGtYcGJhL21SNkMvTHBTV2JKa2lsbGlpdVhrSE9saDNxdlBiYnlMUG4zdE9YMnRINGozMUF5dmt1ZnljaFpQb0ZWMnJXVzVsVDNEOTVlNEhqWi9EYzZaRVdHY3FWblBYVnpGbHJCZ3hIeWl2RStYSmtyTlhqbTVzSndENmlnUDFrS0lqaU5UVzNRNjVnb1BhRkZ0M3pIdzZsZjNyZ1BMOHZPc2dTaHJGb3plZlg5blpkZlV2YVBib3JkVkwrcVVNL3FRY0FQbUhtOHFrcFNSUG52WDMwK1RjQVFKdVNVN2FZYythODBGSGJGQmFwdkNOV0NVQzZhMUxDakFWM1AyQUYrODVlT2RmYU5HUEIzWldBem83UnhZQmlzYmpFbk0zSUxsZUFoMUhuaHlKalBIWEZJd21ZNGlvamhLTk1Pa0t1cWVJRENIVFFIN1Voei9XYVNlaFFQbERTQUlCZlJaNHpOOWMwakc1MU56S2FURXo4YklRZ0MwVGVxNncwc1laSmVvMlBEeVk2dURGSG90MEh3R2NmckRFanZFVk1tTFpnRmRocWIvUTRMaW11bmdKQWlab3Vwd2Y3eExmajJRZDVGWTlONVlxdGxpU1BJMkZqZkpuTS9KSk5FNUlOL2U4NjMvWWZSWVRpeU90STNPRXVLU3NtcmpyYjY4MGI0RFcxa2NRM3h6Q0dNWXhoREg4Y0lKR01sSHBGTHlMYmFzMXpBQkJUenBick5aTVN3RjZqR0Z3ekhEaTd1ZWFKWWU1SzgwczJUVEIwZHA4Z2RmNUd6MEI5N01iWlpKNTFjaUVUckwrcDFteUtuQS9FVjhoUTN6NW8zREUwUCtSVlBEYlZDY2FuaGFRV2pyaFlNdm1UTTJjaTJsR21DeFBGaW9FQS9ITDRuRkxKUGI2NWR3SGk3TTd1L3UvRUsrdG5wU1F2UjZKSml1QkFTemdySHVrSFk1aHpyYmYvUllEblZPYjBOYXV1WC9RL0YzMHQ1OGFTdnA3K3gwK053dENMZ2dTQXBKRVBWZklpWDg0OUFoVWg4RWs5ZVB1NVZFaXRzSHJGcTBmMlA5bTEwR2VPVHdCNTM4REZFei92NkhodWNKNUcxZ2VrRWtkcWJmSHFqZU9jeWNiSHJuVDFQdXNwVHB6RmlDMXFhdGc2TEhNL2RQNjlHOGNaVXY4a2tkelBKRTlvZm1YcnlVaS8zQlh6aXBRQ1p1dnFuYUoxOC8rMmFkZXZUd0xBMnNpMXR0WGZVMWhlL1pDdzVCc2psY3VtcUtTbGt0UTUzZUQzTmRVKzhiMlI3ajhsKys2RkNxeGpKL1o4OVNhRUUzakExUWY4TlU4OFBGcWZjM01yRGRmTUJYY3JJVGtTaHZ3TjIySXkvZmxlTTQwNXhIb0o2aUlxZUsycGJyQ09QN3ZpWVVjS0pYc2hGTnJWdm5kYmpDWkIwVHB6SXBIOG1KTFV6b0ZPeDlzTFpsYzg3QmdINDhwc1lpKzBOWDdqUnE3WFRISTY1RG9DZXEyOS91djlpMHFxc29qalpNM1FYd2NBeVBYK1RaTExNYzRuQitUMzB4SzA2UWphamNQMVpveCtHQUNBKzk3TkMwQmdOZ0s3TElWODVkS0Jwd01lendhZHBXZVdTQ2tiTk9RcFVsRldTLzNKbXNLS0xTdWx4USsxUkxNeDA5TVg2emN2elZDaW00QUFGVU1PNFJJZVFwVW1MZ3dQd296aHY0YjNaVUFnRm9SSy9RblpEb1pkQmhqU0lIdURNRkxtUmdDVGRWSjBySFgzMnpGWi9QeTFtN001Z3pVaW9EMFYzNXpIVjVXUHdFc1Z3ZDdXWGR0aUNwc0g3VnY0ZWtKNi9jZ2VpTEdGV1Z3U25NbFFHMi9yMmptSHhMemVvUFVLdkI0N0FXVlhQT3pReUxVYUFDYmFGbnV1dmRHTXFYOHE4bTB1QmFVR211cTNId01BY0JyMlBaTEI0WTdHN1gyNVlhWDc0QVg5WmVma0RBOEp1TlhTQURFUlJZOW5nODZkRXlzVXFFVG1NSDRHQU44ZmJkaVdWbXd1QnBLQjNqNzdlREp6ZkVDQmJORjFQcG1BZ3FDWXpXNWNQUXp3ek5BRU9kTnJPcFZEZVpVdHozT0FmSXNDTDBjMmhKNEtNWXRVZ2dIMGVHb1UzVTlMbmxLU09uMVd6c3FibDk0NmN2VmM3UlZQYVhVUmFwaWlGTEQrZnV0VmVPNnBFVGV0MlJWbVNocUpHN1pGZnRSWWhaSjhIeWhiQjhZK3IyejVVdXNlTFZKaWdFVUpjcFdTNGxvQWc5Y2RNbmxwYjIvd1AwNTJQQlVmRElCQ1gvV0RSS3JKbFR3K2lVZ2xOZ1VjL3drQVl2SjYwelU1Wk9YMTlvdm5BYURYVTdacFBnTjJ1YWwrK3h2RGV4WityOWY4eFo4emhEZWFhN2U5V09Dci9pUkhQTmhjdSszRjBjNlBlWTlLdnpJZG1mUXF3UGIrM3VBYkoxOS9haUF5dmhNU3hCb21vYjB2b0hVbUpJaVZGbGh2UnJ0Q0RBYVR4RjJnQUFYQitUWkxHMXlrZUUzTjVSU2xBTEEwcE9DSDdmV2oyZ3RDUWJtNmgwaTdPb0RRbjVBRTVVRHlMQWVlM2x5N2RhaUljZWxhMDZNQStwc25IQi82akJjVVY4OUFuUzFEa1AyUzdEZmpSWmVLeXFxbktVVjVrdFJacGFpdkxlMVVqSGhRcnRkTVN0RGxKNFNRTHdMSUdJWUExMTFUcFIyOGRuajgxZmI4dFZWNWRsLzNoV01BZjVBZzR4akdNSVl4ak9IL1BRaFJEaWtJdk10NU9hc2VTM1k1N0dLUzdDMEVuRTRHMnhWL3p1SjdONDdUaE80RnBXd0Yyb0Y0cGxsUlNYQ21ra1o2a3dXdlFialdtak8rM0NKdC83SEdidzRGeU4yK2pkbUllcWtrT3NZWUtDWHNQYTExWHgyYS95aEQrV3pVbXVJenZnQUFoV1Z6aTRteFBBYjhtZmo3ZTN5UDM0TkVzeVRDa2RiVUV6RWlRMGs2SzVNb2QxODY4SFRBbFRidEE1MlhEdnlZbEVpSlBzZTIranluRGp6OVRRRDRCQURFckVkMEl6SE50a1lrNzhYMnIzekJBd0xwc3FaWVFsUEtpWis1ZSthdlJLVGpSL1kvMmVVcC9YSXFvU29TUWY1aUpCaXdwR0pMUVh2ZERrNGo1UHZ5dldhYTRWUkx3YkovbVpWb1pCQ0RHVTMxN0xrUmJnc0FBR2t6bDZjbFNKWWpTZTVud01hcld4RkJiWk1WbE5tcnVOQjdCbGozS1lkTVhzcXc2MWtBRldPdjdIQ05ueVJBSG1qYisrU3djczZsNVkvN0ZDak9FT0QybWE1bjQ0OUhJQ1ZTNjQydURnaG4yQlhDM2JlaDU5SFJSNnlTSjh6SThZcVExY1VOYlZ3Z29NV0pnRy9RMFNuTFFhbEFVTUtyZDlpOUprdXg3UUlFZHRtL2QwZU0xVi9CMnNjbVN5bnlrRUVIWjZLM3FkWVpwMWxnc2hTQUFtbUxNMjI3bnpqbldXKzZLQ1M4RnRHQm8vVTdyaFN0KzlKRUtmbGRZb0RWdHpXYUExQlp5UjI5YWN0SWlDWUdYRk5jWlBaQTkrc1FoNlZsbTJjcENiTnNVT2MwQmRnaXROTUFnSkNldmhnUWI5cGtYOVRJVVl6SzN1ZXVtRmNraFFxMVNqNlVnQ3dxMzFJa1NUZ0QvWmNQTW9DUEF4Q1NVbHBCK2FZVmlPcXVvT3I5dDQ2T3A0ZXRrOS9yZUs5bHM5K1hKUVBJK2RBZ0VnQkN4aCszUC8ram9BaERZTGcyZ3Q5dkRneFNqZTVFbm1kNlArUGtIS3ZJdG40Y1RZV0djTDBZQVZ1aEVBKzMxRzNkSDUwZDkzaS9tSTZvVlNMQzhaYWF1RHEzWE5Od09yVDFJZXh2TTVUd0pRVzFYU05GUlJQVmhDVkljaGt5OXJQMlJqUEcvczlUdG1XWlpGcGZVLzMyQ01Yb0FVVjRvblhYb1A2QXkrRXNzL3ZGd1lUSk1vY2JlbHBUQXd5ekZ4VHBHUVVTNUt5QjRLMWYrRjh5QjJBVWVIeFZicUdrTFR0dk5pY242Y1VrckJxTk1Ba1Ewa0dCNGE4N3ZpOU9rd0F6WExKYWtyMFBkWng0dFdlZ1BvNTZ0NjZsN3NRYmNmMFJPUXVYdWJsci9OR3I1MnJQRlpadm5xazRPaEZ4R2Q2OFhqZlMrQXlpa3FlQ2VsVHY3bTh3bkd3VkNhdW1WNE0raGZnUkJtcFA2NTZkUTlhTzduczN6NWNLbEw5KzV3a25TeXdVU3AwYXFkMGkzK1p5WXZpR0RUeEV0a3BzcXRtNUw1SXRtR3pMclFPWGpEMlI2eEMxcFUzMXcrdnU3b3pkNC9leVFjcmE3d3BMTjNvMXpzYzMxNTU4ZWJUejQ0Rk1sUU9EZ1phVWt3M1JmUjNubEFXQWVPVlEvYmJ6QnJQeklBUm40eXdpMFFFT2p5SlFrb0hWVnErL0dYbUdKUTV3RStJeWFkRVBodXlIUmtEKzJrMnJHSUc2RllSVFRwQWZzVlRvUlZLWWRrdllReE5TVWNuRzJaS3JXYzExMEJ4aEdlUjd6VFNtczFVTTFEbFVkTHVsN3NtWVNYUHFpa2NTRk9FQ1FrMXdCTmJXWUxUSE14UVNuS0lLU0I1cGJkanVKMUF4aXpNcCtpNTJYM2pwZUc1WDdoVE90Q25IRGp3OXpCdDZER01Zd3hqRzhFZkZuZTkwTmNyQ3ZMS1NKeVpoSU9Xc0FBQWdBRWxFUVZRWnF6alQvZHlBWlpabXZURnNMVkpaeVRYYldLNHhLTks2dTM4YW9VRkhNTm16d1VXR3ZzNmZjbndmTkpwaTZvcEhFZ3h3ZVNpbzdUdFdkNGNSdWREM3lIZ0FiUTFLMVkrS0xoT3BxOUdXYXA3eTZrL2J0blc0dmNZY1pyV2NWMkZPSmNUVkZoUGZQMWhqeGdqaWVYeFZia0o3SEdrUWJLM2xCNlBuc3NLS0xmOUg5dmZzRHBkcGZtS2crOUt2WTRJQnlLTFhIL2NEd0dzQXNQeE9uODN4R2RNS0RNYjFad0hnZStHZllYQ1hQKzVUSXRqR2xacXVwSDJnc0dlaGh4Q041dHB0cHdBQW1LR3ZJRXVlaUt4aEM4czM1K2lBRCt1dUNYOEdBQlhobjZHRUVEb3RqeUIyOXRDZW5UZVpadHdsSUhod05IdHFBSUNKV2JrZXFlZzJNcjZ5S2VYa0szNy80SHZvTHJjVzZZelpUUTFtbTA0SkhtTHl4TUdhYi9WdzNSbGpTNjFFYUtDdDlzbHo4ZTB1OFpsTExTVjdTWUVoVVRaRm1Cd3dXR2FSSEgzdTFiY2JqdzJ4RUJrK1NHUy9HRiszSHcyUGIrRVNLYWxQMTR5UCtnUGEzdmdnRU12TS9Kd0VBSVZHYzNTcHI3dFU1S0NPS2Y3ZFcyTUVtRDJlRFRwanpnSW1JVWlrc0tuMlNYLzhtTGxMUlE2Q1NBbVh0Q0FHWlFGeU9INjBmdnZGWE8vZkpDbGwrUERHdGQ5RzNpZFBYODU2R1dLWHVzOE5YTU5FOWxjdEFXMWYvRE41UEJ0MEFiQ1FsTHlwQTB6ejEvTW1hRFNGcC9UTEtZUTRvd3R2dDNOd1ZzZ1F0SkRHWjZDaUNhME5la3RrUGVqMmJjeVdJTWUzMU8xOEhSVXBvc0VVcWVFY1AwMEQ3YlBkMFBYTmVPYnpHUDU3ZUg4eUJMb0JJSGxJQkFaSnlqOGRoZ0NoQkFRQVFxNlVqUURHcU0rMnJLUXFTeG5hbDRLOTF0OGYyUjliQTFSUXNTbURLLzRBTW5haFA4QmVqdzRHNUpVOW1naVk4Q0dtMUZ0TjlkdGpvdDNaRlErbnBKRDh3RTNMZmphTko2N282N0YrNGc4cnRFY0JQYjZxQW1EaUhsUlEyN1RMakdFczVGV1lVMEVwVi9BOHZBNVF5VHhsOHdzSjFMbTJodTJuVjZ4NEpNRk9kYTRkRUt5Uk8yQWNhbnhhMHk1eldNUzlxR1RqYklYc3c4SlMzKzVvL082d2FIZ0VudEt2VENlU2FTMzFKMTh0OU0zektHS1hHT1BUbE1ZTEFlaWMzOUwyeGdaUVRHZUdVNndiNk9wN09pRTV3VVBLYnI4VWJTL29GQTlhTXZqOTZHczhuZzI2bXBDeGdwQnV0dGR0ZTd0bzNaY21rb0RGRE5Ib2d0dmZPRE1LalM2c1dGdmVaWWUrTVQ3TjZRWWhPL3k3djlwZFZQYjRnOFN4cTZsbXg1NmhlL2lxSmpIRnNrTTBzTmRkWVJhanNtKzMxMjhmdGhrdUxLdGFoSWpkdHVTOUJoT0ZJV1cvQ2dBVWVhNWduNzJ0bzJPcnRkQm5qazlnOHVPazhlK1BNbEhpa3ZMcVZRQlUzRnk3OVl2NUpSdUxTTk0vM0x6cmlmaVNreEdSVi9ab29zNGM5eVBBUUVnRjlrWXZNaGFYYkp6TmdjWTE3OXIyWnFHdnVvaFFZLzdhZjRqWmRPZVhiQ3drQmxOUVFhQ2xidHZ6a2RmZFBqT2JNZW1WUXIzMGJyYVNSU1ViWjVPT3J1WmRiSStuUXBSS0FhOGEzRmxDQ01mZXFobjhXMWhXVXBXbE5GN29yMzNpbDNldU5KbnVFTXVGWXRlUXc1U1docDIvalc0M045YzBYTW5LeTBCeEFjSnVxdHV4Ty9wNHpxckhrcE5USEo5R201cWJkdTk0QlFBQUVXSVdpQXFJRXFlVVpTYnEwdGQwL2ZxelkwcTRZeGpER01idzNnSVJxSkdkNHUrZ3NHOStIaEJLU1NLdlYxaTdUalk4TlN5NDYrbWFuNHU2Y2x1Vy9QN2hPQXRvVCttWFU4RXdIbW9lZU8xZm9hWlJndGVyWlRtU2x5UFFoZWdFenVKN040N1RKUGN4d0lBQzFjR0E1L3FIV0c2VlBMOXMzakpGck8xSW5DVWhoQVhuTkpBUEk5R1A0L1doaXNxcXB3SEJBZ0xnemJ1Mi9taW9YNTROT21aa3JoS0M2dHBlKzlZTnhveXZLV1U5Q2xIcGVLNDVEODR1ZUdEejZhWWZWUU9BTi96eVVnQTRBQUMvQW9BZmEzYnY1Q256N3ZuTzViUDdZL1FLb3BHL2R2TmNBQUhJdFFLUzJxdkE5RW5BeFBUV21tMi84bmcyNkRRaGN3MUo3VmJyWHZNOFJDanRTbnhBV3ZiWHJiN3JIWEhOWVg1WjlRcU9MSGdiYjE0dkt0L3lad0xGaUZvSzBUaDM3S1ZLcGpuNHdPMUxKd0hnSHdBQWRFZFMyc2tEUDh6czc3NXlKaUVsNjIrUDczOG1HQnE0Y1JXQWFRaHdWL1QxZHJCblh0Z0srczc0T0pKU3o3ejVUQVlBb2hYcXUyVUh1d3ZEaDFoQ1N0YjBRTTkxUGE0YmxGMWhwb3dqc1pGSTFiZlVQVG5Nc2pDQ1FjY2xlNDdHV0VJWGRIMEZHcjgxdEFiUHJuallrU2FUNzVLRXZWekN4ZVlHYzZnZFQvSG1PY2lwc0xsbSs0K2oyOHNyZXpRUjBWVXFTWGFoRHFrdE5UdGVpcituMjJkbUExckwvRFU3bm9Yd1JoeVE5RUhSUlpNNW5XcVZzT1R1dy81bjdOeGMwM0JNdFpkTEM5OFJ4TjlKblpmMlVldlN1YTlCKzQ5ajlnb3p2Wjl4TWlOakxhSzhUY2luTk5WdUd4UWtYRys2U0toeUx1VWJxVGh1cFZCMGxnRnBnRGpEWDd0OXFHLzUzaStrTVRKbWlSQTdPRWprb2JCc0hHcUdNM01OMlBZWEkxYnNZL2ovai9kbFFJQkZhd2hnUkc3dlR3T0lGQWlYZHhzeTFXSUFldmdQSUpZNFZWQ3hLVU1DZjRoQzZsL2k2YzU1Rlk5TjVjVGRDc0Fhc093M1RqVHVqTmxRRzh6NU1VV0U2bVpuakhXTXgyTzZtQkpMQTBJMmpPZU9wVXFxOHlObHFBdDhXL0tBWURVU0hhUWJuYTNSRzU3c2lrMFpYQWgzdDZZMW51a3dyY0o3SHNzUm9IaGJTRCtVWGZHd3c2YkVaVnpDOFVTQmxqRFl3b0VMc0R1K2ZYZDVWWjVpL0NGZzdGOE8xMjRkMVliRjQ2dWFCR0F2N21IR2E0VmxDNHB0a04yY2NSdVZXb2lLcmdleHZ4a2FuNDc1Z2tvM3JIdUVoZjZFdEtUN2JFdThlWGpQWUFRK1o5Vmp5Y3hwTGFOZzZOZnRqZCtJbWx4TWhobGlGWUs2NWEvZDBWNVVzbkUyRUY4SXlHeGdxdlZNVGV3Q0lCb1pxY2tyRVZYN0JLNFhTWWxkTGZXOG85RDMrQWNWeWl3TjlDRnFXWDY1T1JOUTVQY0gyRzZYMDFtRXdyb1ZVVzZOR1pmU3pRc0lXWVpVOWhXRDBYSVM5cXZ0dXdjbnduR0d2VlNTYkQreS84bXV4YXMzam5PUXRZeHMrV04velZkSFpGWVVsR3hhd0FFWE50ZHVmZFJUdW1VeGNGcnByK1dQalBZc01lTyszblJCU0t3RnhBeEEvcFAyMmp1K3VlN3lxanhRTEwyNTgzcERVY1dtdTVSa1FYL2RQOFI0R2k4dDM3TENKa29raEVBMzEvWkdYaStzMkZKQVNpNERpYTJoZC9SUmhZSHl2VjlJQTRNdkpLN3ZjZnRFR1pHNnJPbGFMcWpnQ1gvTlUwTmxCMUlYSG1hTFBkSFhlaXBFS1NseU1DYTR2M2JIYitPYVJ1Y001Wk5TZGl0RUYrcEdqSFhtVE85bm5Na0pXaVVRdmRXMGU5dFFFRXNSQm5qVXdwSXo1M2huUXNyeXJsdmR2eGpORldFTVl4akRHTWJ3eHdNaXlYZlRwSFpYVkM4SEtaTVZNQWtrM2o0Wkx5Z2JLUzFqZEI5SjNIMTR6NW1Zb0hldTEwd0NIWlpaR1B4RnhLV2cwTG55ZmxKMlcxT1VPUE9nWGE3dVJWQXBwS0FOZ0UxdnR2aVFSb0ZuM2Z4Y0VoQnFxVHN4ekhMWFUvcVY2Y2pWWDBtQzU1dnJkOFFjejE3MmNBcHdYcTRVOWRzVWlQSHdZeGxaK2JhVXQ5c2FqTE9NNmM4cVpYMHE1cmhtdE01Zi9sbVRibVh1Q3dzc3Z3U3htK1Q3QWVEK3czdi9NUWhBK3dEZ0lRQzRDQUJYQUNBWUxpdXdFNU9uakx0NmVzOHNSQmJxN2JseWdteDdRZHFrdWJQZk9ibDNQd0FzdU54OWFwVjlyVGx3NDFMTGVRQW9BZUFKRjAvdCtjaEF6N1Z6UGRkUGVRQmdCUUE0QU1BQUFJY3pPWFAyaVFQL2xoRHN2M1V6T1czYVI1STlsZDlvYlhocTFKTENDSUo5blEvR3YyYUgrc0FPRFM2TkF6M1JPUzBGd2c3R243NDAvRE1FR2VxRC90REl1YXJZOWdhaDYybk9WSktmSTRENmVQZUhhT1NYYjV4SkpBb0p1QUFiRzgvc2p0N3dtaXhWeW56aU5CK2xPTlRjc1BOZzVFaWU5N0dwWktoc2YrMk9tR0NBeDdQQmhjeDV0MjNieDNXTkxTQmJETHQzVVZuMU5NR3N1YTAxTzM0STRiV1lVcFRWM0hsOUR3QkFrVStVa1ZLWFd2YnV1QXdBbURCVkZoRFRiN2ZXSHp2bXJzaTVXd0c5M3Q3KzQvNjQrK3JNeUZncmxYMkc2M3Eyc3UwOWtkZkp0bjBLOUlPSUlnTkI5aE1MblVMTldCME0zSDdsVGd0ZVRYTWtycGZNcm0xcjNCbkRmZ1pFYmdWdUh1NDQrSjV3NVBxVHdmc3lJQkFEUXFiK2hCZ0NpcUNmSVFBQk9aS3NCRTR1R0RHSXpVamJUQUwrM2I5MzI3Qkp5Q0NSaDR3dEhBalp6NXpZcy9ObTlQR2lpdW9IcFdUVGd0YU5yM2ZFYlZZd1F5eVZvSzRuYUd5eFRiSy9iZmYyWVFyemVXVm1wb1p5bFNSODIxL0w5MFhYNVh2V215NG0xY2ZWcmF2ZlBlTi94czViK1dnbU9CMnIybXI0c3dDbVNpazNjMUhaMXNHRzdhY0xLN1o4ZHFCSFBIZXlZMGRNM2MvZ0pwOVhLcHQvcTdYQkhEWUJSNUJkOFhBS0V2c1lkVjcvZGxwNlJnRnBySWZaOWlYR2VCRXdOaGM2cjMzMVdOenplY29mcnd4YXFzV2hxMFdEd1lDZFF6Vktya1M5d0xibDZTTnhsbkp1WDNBMkttNjExTzlvWDd4NjR6alN0Zm1LbU1ZWW5mUFhiQnNXclkrZ3NIenpPcFRpc2cwMEVVRUx0RFJzYmNsZnUya2xJTDhmT2pzL2V6RGN0MEZCSDdISVA2RDlMczhRMDRSRlZ0dmU0Y0dBdkFwektxSmNGUmdJL0M3Qm9YdWFnOW91YUJ4a2JuaTgxYXRCWXlIL3J1MW5BUUFjTHFNUVFSNXRIa0U1TmdKTjEvNWM5SXVuQUlDWUJnOEVGRDN6YnBTN2FFaGJMT1djdWJ1aGEvdVpYWGNtSzAvcFY2WVQySk5hNnJVR3o3cXNoVVFnL1BWYkQwWmY2eTdkdk1CbVN1ZVN6UjhJQkg5MXBuRmJEd0JBd2JycUdhRFVmT0lzNkU4OHZoZnFSMWN5NXM3a3ozYkI3ZStNczFMWEFJcWJBdlJFc0t3THpidWZHcktBS2pURWh4U0p0dVk5VDk2OGMrL0hsak5MS05JMTZoSmlmM3k3bm5WYmxpcGJYbUVjeXYxQjdVbW9pOVhNeU5BbjN3L0lxS2ttVmhFNG5pR0FUQi9YMTMvOTlUTUhmelJxc0dnTVl4akRHTWJ3eDROQ2trTXk1VEcyZ3dCTGZGc1dFc2xFQXQ3RFVGRnpYRmtaaEJtQXhQQXZRTUliL2diZUJQQmN6UHpwMGtVeEFSeUxaTzA5WlZ1V1dRT0JnKzM3dmo3RS9QTjRUQmVoV0lZS2xsQkkreVk2eFZKYkJWK0J4cThMQ0xQdG1NRGN3ZnI0MlBaenZXWVMwK1VEdGxRdnQ5VnRqN2VzdzlSeGFmOFhpTTdaeEhkSFo5RGRwWTh0a0lxeTJocU1YUUNtU2hvM2kvWGN2RU5HUkdRbkZpejdpMzg2dHIrekFlQzdNcnk1THdPQW5RRHdCWWlKb3BBemZHeEU5UGUrQS8yOXNUbWQvcDZMUS8rL2NpWitieXJoNnBuWFlEUUVlKzlVWTlqMlFOVXcxNS8zTUNiUFg3MktnTTc1M3lVWXNORDN5SGdkTkxlUUFDRHRreTE3ZGw2SVBsNVFFWnFQeEZjcWhjMHQ5WGVDQWJtNXBxRTU3U0lWN0g4bHJrbFVHUk9XNkFxT2M0ZnVKUXYzK0hkdmoxa1hlandiZEVMdTdnWDJDZ0RRb3JMcWFRb3BxNlZPcXdkNFJubDhqOThqa0xwYjYzWWNBd0J5bDI1ZWdJd1MvTFhtb2NLMVcxWXlWRDJIZG0yL0FQRTN6c3hhcXRBNng1VHpydjRBZTZHak1YemZDVmx1SkhrZVFuQmJPZERUR3RKZktIVEFYNGY2NUU4Nzl0OWhBM3ZLNy9vRUJkbkxyWTNtamZpMkNVallvYTZMQUh0L24rUEZHUDRMZUY4R0JCampmMEtjZ0ZnZ0c3UmFZUUNHNWJLWkFZN0IxOE5aZU05NjA0VzIrQ3RBK0dYejdxMUhvcS9Ocm5qWTRTSnhGd1BLVUVLOEZCc01xT1J1My95VnBHQU9jZnM3Y1RSODlKUnRXYXBBT2xDUnBVaXd0b1luaDRuUWVieG1PcUQ4aUFSMTVaYWxOMFJ2SUhOekt3MFFva3paOXJOKy96UDJvcEtxTEVQbkgyeXUyZm9NQUVDUjE1eElZQy9zdDdwZUtpcXJmakJneVpmajJRZDVaWThtSXVNUG9sUTEvb2F0bzM3UjU1VTltbWdveHowREY3WHZKRXpNbkE0SXJxRHNhM2V3cEZMRklEVjRuai9WMFhFbkdPRHhiTkF4TTJ1cEpjVnhGeEluWWwySDl4Z1JtaFhMTDZ0ZXpobXkxdnBZbTVTOENuT3FScXJnVU1yeDMweGQ4VWlDdzhXV0l4SW5JWHFhRzNhTXJHaGFXY2tMYnM4ckFJQUJTOUVBMTdUazVyb1RiK1N2M1p6TmRiaXJMeVMvY0NJY0RNaXROQTFYdDNLamtJYzl5WkJHSVZnWVZQcXd5V0x4Nm8zak5DbnlBNWIyYzVjcllZVzBnNjFoVmVKQmR3bkFDYzI3bm5nQktpdDVmbS9PR2dGMHU2MTIrOFdSdXJlb3BDckxxV3YvRUZMaTIwNERWR0g1NW44bVVqODVXai95K2ZGdys4eHN6cVF2Sk5RelorcWpnd0ZmVHVVYUxRQ2Jtdk1xWURKSm1uS3RweitHUnVqeFZVMUNoTG1LT0ttUVZkdlIrTFdyRUo0RXVXSXJRRUZ5UyszZzUyVWtURjN4U0VKV3F1dSszdURBajFLMDFObWtZNEFVdThRVUxiNGhyclpHeHQvVE5XK0ZRcndXVGNuTFg3dDVMbU1zUzZKa1pGSExXM3ZqU215S3EyZVFyU1pyRE5PdWRQZC9BdzdjWVpaa1p6L3NTSm1kdXBZNHpHamV0VzE3ekRONXY1amUyM05zc1IyNFk0QWg3WjV6b1l0N3gycmF4akNHTVl6aFBRb2tWRkZiMnp2NlNyNnFTVWc0V1RIc0phQU1mOTMyMzhWZk8rajRsUFJCQlhDdXBXRnJmZnd4bVpHNVNqSzYzQm9PMG52S3pQa0tiRWY3dnFTaGpPWk03MmVjYUZoM2crTHpLTlQvVFhJbWVxU0UwKzBOZzV2M2d1THFHYnFETFQrMDY0bi9qTDkvZHNYRERwZVU5eEhRT1g2enN5bjZXRzZ1YWJpbXFoS3B4R1ZDOVdaNy9kYWhYWFJlMmVaWndDbXZwV2JiTHp6clRaZTBxdTRKOUYzOWZ1OGJGOVlUeVZRQXZEUzc4S1BtTVQzcjF3RC9FcjNaQ2dIQTN3UEFzN29qK1ovdFVOOXFBT0x3eHdLeTI4SGVhMC8vMGU3LzM0Q2hKMDhQQnJVZnZzc3A2SVNFRlFxSUExZlhXK3QzeHBSTDVLL2RQSmNUM0tzSWp1Q05hME1DNFI2UDZjSjB1MEphME53V0pWQUpBT0F1cVZyTWlhVUtEZ2tncU4yLys0bVlqYnRudmVraTIvWnhwZHJPMUR6Ums3UHFzV1NEOFZ5N3h6b0lzRTNscjkwOFY1R1VyWU1CSjNTWGJsN0FkY3BycXRuK3l3TGZsanhpbEhGbzEvYm5JUTU1M3NlbU1rbmppRHZHUzZIMmRUUStjUlVBb01qN3BZbUs4MVJROGdoenl2dDQwTnJ0Y1hDZlJmanlIYWF6eVR4bHNraEtjYml0Y1VkY01JRHJBQW9CRUlqRSsxSUQ3NzJNOTJWQW9KdjFVQ3FrRUF4R2loakYyZk85bjBFUytwRURFS0JEMkFZM05PS0FDQXBSQVFBRXJXNm53VjIvYWQyMUxZWXE0L0ZzMEVHTkswVlVEZ2x3Rm03ZU9CbDl2S0FrTzRjQkxDR2JmdEc2TjFhMTNWMjZlVDRRcFdMUThLTlRMQjI0b0EyajhSZFViTW9Bc3IxSTBLOVE3WS8zMTNWTnoxbXBiT3RreSs2bmVuSzlacEtUSzNkdmIvQm5FSjdZcENZV2gwaXZTOVJUUFVMQW0wZjM3b2poVkUzMm1DNEhpczhwUVIzTkRhTXI0c05neWNQZGFJc2pDWlBGUk1iMXVTSFVqaVpnWWpHQVRMS2t0YnVqNCtzeHJBTTFQbU1KU2doeWdiMUtnMXdMUXZzQXRpc0FnSUsxMVc0TjBkVlV1eTNtbWQwK014dEFMYmpjM2Z1N21jR0ZlbnFhdUJlazZnWmdBNjBOZk5RUWRtRnZUclppbUtESXZzUVlteEVNOFlNenZRdDFYWk1mbE1LdVA3SG55ZkJHMFdTSnZmSUJtK2dndC9VQU1sa0tWbUIzUitNM2huSFFkSmUyQ2dVY1QzQ3FDbUo0TUJJVnp5Mzk4alFOS0tPcGJ1c0xBQUNlbnJsM0VhTkFTODIycHZnMklCTFE0ZktUUW9wL0hkQ01Dd1lUZndVQXYybXUyMzdvM2NZN2dpVytMUXNaRTM4bEpQNUh0TmpmWk04R0YycEdCU0xiYnhGTDRpU1dvTFJmalZZNjl2aXFKaUhnU3BMUWkwemM4RGNPYnRabmVzMDBGNm0xQ2lpcDF4cjR6V2ozQmpEWnhEVHBGb0xhbkVaQ01nQk1JdHM2ZzdxK0t0UXY5cHpiUCtnVlhkZzlkNEZrd0ZycnR1NkxYSm5yTlpNWVY0c0lRQU9CUjF2M3h2N3RGSG0vTkZFWmZDa0JpRkF3MkJDajBPejFhaW5PWkM4Z20wVFhyOGE0ZUN3cXFjcGlHaXV3QXplYUFLRHl6aEVXK1Q1QzhHelF4c29HeGpDR01Zemh2UVZVSkdGb1N6dVkyOGhaOVZneW9iYWNnRzR3NE9PYTY1OFlGZ3dBQUpBVE1vbzRVa1l3b1AwZzlvakphSUxNUTRLdTFsM2JEa05ZOXdkQVRicDJzL1AxQ0tNeU8vdGhSMHJDdUxVQU5BZWsySVV1NTkya3hPbTJoaDJuSWFJOXdHblI5UUUrYkU3TXphMDBuRExsZm1TUXFtejdwL0cyY1FuVGFTa1J6ZUFFKzV1amd1THpTelpOMEJCeWJnWDBGNmF1ZUNSQmhleENrblE2S1huU0VxNG4vSk93K3Y1dStxSjd2NTZVUEc4LzdCM1pKcmVvckRwSk1hZzlkL3kxejk4OHY2OElBTllBUUM0QXpBQ0FWQUJJaEhlcncvaWZBcWwvQ1pjbWpOVEhhY0dCN2srR1pPQVdTR21kT3ZSc0t3QkE5cEtIWmhqSmFiblhMeDdkYjZST1RKbVFuRkY0NWRLUnZUZk92OWFicy9Tejg1bXVaeDV2Zi9YZzR2emk5ZjJoM3FOdkhmcnhNSVpzenFyUEZtbk1PUUVWNDBmYjYvZEE3NmtnQU1Da1dlc21USmd5eTMxMC8zY2FGcTc1YTkrTnF4ZGIvei8yM2pRNmp1czZGOTM3bktycUFUTklnUE1NRWlSQVl1Z0NTSUtEMUFSQU5KcWFiTWVRNCtFbXZuNHhYNVpqM2hzbGxDZ1NnRktYNENESmN1ejNsTkYyUE1leUxOdUpMSW1ZU0FvU1JYTkFOd0NDSWpoSzRpU0o4NENwdTZ2cW5IMS9BQTEyTndDOTNLeTdyaVU5Zkd0eExRSlZYY1BwUXAxOTl2NzI5MTA5KzlyckFEQTcrdGtibDQ2OWV2djZDK1BxWVpWVTF6MEVRRWtvNFVLd1pYZThvMERsbHRuQTVQMUFlRVpHMU1OZHd5TFpPZjVORGhUbWFsdXk3cTZFdUtiRVgxK01rcVlReWN0RVBLV3pwU0hPWlN6SHY4bUJFZk4rVzZFVEhVMjczOVAxalNxa09SNlNJQTRlZit2cDIwc3J0azFSR1N5UW12cm04UFV0UW1EVDJ4dTN2K2p4UFprRFFOT0NqVHRHSndQOFQ4eFVwR09WaFhpVEE5M3EyTHZqSkVRWk5VN1hPa3ZZaHhWZ09ncnpUWElrelpZZ0xzZkdrNFVWa1J4QzBQcDVmMWZDOWFZcTE5KzdMOXgvYWNpWEhmRVR1WDc5T09QVE1LQ2ZtbVFBQUFDaUhJQ2hXY3JoRWpZalZWVnd5RFBYQmdBWVZ0TWNWWDNFck96VlV0SVZJaXdNdHB4K09WWVVyNkJxY3paanluK3h3ZnB0MS81NDZwdnUvZXZKd09YODBLV3pyVW16Ri85WmI1LzVzOU05TytKcC9McmhSbUdXQUdNcjZjYlZKenNUSnFEaTlkc3FnS2l2WSsrenB3Q0EzRTd4NEdBNDNIYjY0TGY2Y2xjL2tjSTF6QjhNSzIwdUp4VkpVbTUxN205STZQdXA0ZE1uMi85VmdPam9hTjA5UGw4TUFFcjlUMzNkam9nV29kZ2hqVGsvKytIZGdaOU9UVXRhVHdBTHBiQi8wdDM2WEJ5em9MVEtXRVhNMXBobEh3Y0gvOUxSa1BxUFVjL2Z3dkxhR2NBcHJiM3BUQnpOU3ZjYWt3bnNuUEFGcGZseXozZnNVbjl0emVDZHdWWkhXdktHanNaVEx5UlM5NktZV2ZhWUN5UVdLMEJISkZmWEJsSlAvU3U4OUpMUS9mWC9LRXo3RngzN251NklWaUk4UHJ2cVF4cllNK1ZXV3BpeTdHcTRmdTAzaVJNN0FJQmVYZjlYQXF6ZktnNmw1QTdjL3QyNVYrOVY1ZDFjdWYvRDNvRmZBd0FVYmpBV1NTbkNuWTBONHpvS29NUDZZeW5ncmE2OXU3bzgxZlZma2NDNk81cTJqMHRmaThYU3F0cFpDc2hIYlZML3RxdlppRlhieFJtVHM3OXdHKy84d21tbXBMc2NTbkY3Nk0wOTBaNUpHR1k0SU9DcUNNa1REczduQjVxRzJCVkQ0amppY3hKQkE4SDJuRWxvMTRnYmh5cFJTaVJSS2xaSUFhYy9IR0l2SkxsWmpieDY1ZWZIaDhjdHg3L0pZVXVZWTE1U1cyTS82M0xZajVHMER4TEN4WTY5OFVJKzh5dTNwSUhDS3dsZ0FHeDVxcnN0emdrQlBJNnlNaUNXYzhlTy9QemRtTzluWnRsakxxZktkQmxXanBLMHBpR0xmUTBSU2lsUjl6M2xCVUUzZ2dCeFRKNEpUR0FDRTVqQUh4WVNjYVJsQUFFSkFOQ2Q3SmhQZ2gxaHpDeStFZnBnMzFpZm0xbjJtSXR6L0Vib3d1bXZSUzN5b2lqd0QwNW5wRTBKTkExcHpPamxkUXNrd055T2xwT045Mkl5ZzZVdXNOY2hpVm5tSUw3TTNjcFVFSEN1czdsaFJEY0hGZlh6ZHJqL04rZmJkbzFhOUxwbUwzcUVDT2JJNjFlL2xSZ3plS3EzRlFESTVVQndNRkZUSUVWVi9PRis2N1h6YiswSWwvcnI3N2VCWDFlWjhQYUp5S3UyMmYvYXpOejFqdlRKZWI4NXRuL25tTHBOeFJWYjh3RHhxNkdMeWpkdlhualRCSUNUQVBEVHhQMEsxMjE1Vk5xOTVrQzRuNzNiL3JQMjZUbmxTeEJFMnZ2bjNqaXJPTk16c3FibnI3eDJJZEFsUkNRRUFIYkd0S0k1NlpObmw5MjhjdnJWM3V1bjN4OTJmN0NILzRuYzBxOXMrUEI4WjJ0SzFwemtwS1NzU1dmYWYzSVlBRUpqWGVQaWlxMlRoSUtGbW52eWNTZVhDOXNiMmVzQUlIWGZ0bWtFYkZaSDZ1bmY1aWRWcERuSVd0UmhxaS9DaFFQMmtBVXhMdXRvUHYzVGtxclBsUU5qaDQ0ZitJZlRpY2N1OGRjWFN4SXprT0Iyc1Bsc0U4Q1prUmg3eG1KUHRSM3EzK3Z4MTMyUmh5S3ZYRDM3MnBWRU1lSGIxM3ZHMVRydytPcXF3VFN2Z0taTmJXOVJSc1Z3eUpYN0pVRW9hS3F2UmRYM0FRQXlLZDFqTTNHMXEybkgyYmhycmE3TFJZQlVwWGZnRFRNMStiT2RLYWRlVER4bUpxVjdRTEhmT2JabnFIV1daV2QvVlpybXJ6cjNQbk4zWnRsakxvZUtYMjhmYnAzTThXOXlDQ0huZDdZb3JYbDVoc2E0bFcvYTRWR0Z3eUt2a2M2bHVJOFRIUUxFUlVjYkcwWVc5VlBUazc4b3dIcEZaU3hYZ1BvMkg3QUFVbXgzWjlPOUFsYmVoc2VucXFTc0NUU2Ura25zR2dZQUlJM1MvNmFmNUhEOFM0aUlmemlHeXFjVW44aUVBTWFJQ2lJaHBzbFUvTFQ0ZWttZ0FRNEFnT1N3TlpWemtnb2lCMEkyWnNZV2hpdTNFbVVLQUpzUmFObit3OWh0K1Q0alV3SDd2NkVVYjNhMVBCMVhPYzVkL1VRS2FkcEtpZmJiemxtTFAyT0x5TDhuMHZoMWZhTktXWEl0QTF4b2k4aTNFNUlCNktuZXRvd1R3L2JtSFVkbmxqM215azVKcWlESnUzcmF2blZsaUZiblhFa2tUeWVyMW1KQTFJN3UzVEZxY2VTcFhsZ0poSDE0NCtiNDluajZSaFd5c2xiWVlCMjh5K1NkVE5DVzAvVnJQNXc4S2F1VUVCYWFUSG54ZU5PT21HU0F3VXA5WW9sQW1ZTFhyeDBRazdLclFoZVVmNGFlb1plcFhya2xEUlhVSS8zaVFPeUxKODlySktObWxscGtCbnQ2bmpPTHF1dExpZWlxTXkzNWoyK0dMLzB3OFNVMWNuMWVZekp6aWkvWkl2SnI0Rm9SWGJ2Nnd0eFF2cHJwei8wYUVCN3UySGN2MFZIaXJ5OFdOcjl4dWZVN3R5WlgxM201RkQySkUzdGVucUU1WjlwcmJNdCtsU3M0aTBrSVJpbjZ1YXVmU0VsSmNUNG9CcXlteTRlK0U5Szl4bVJ1MjR0NDM4Q1lBUXg0RGFYRUpiNUVKUHM2YkRYZzhkVlZNOEkwdW5IbEl5cnlNZGZpTlpKZFREeGtnOTNVMVJTWERBQzl1bmExYllram1waWtPbFM3TUdUYVIyT1RBVGs1bXh4T0YvTUlBZTg3dUxJODBCUlZPalpZaHJUWEFSS1JzQTdHMmlzbEFEMFYyNVpKbERNQjVac2FhUGNIR3JmL29IaEQ3VnBMaXRlN2hzZE5yOXlTaGxKNU9BVHFhejA5aGduRFlqcVVOZFVuZ2ZZQ0tFbWRxYWNUWEJzTWxzN3N0UklvUWtCWE9vY3oyVU5qNWxWMGJhMk9pT1VveFEvZmpkRmpHRzdiOGFKbG53cTA3Ymd4TzlkajhWZ25hd1NXUEtjeUE0RktBM3Nibm9VSlRHQUNFNWpBeHdySVdPSmNUcEZML0tSanBsbkJiVHA4dnUzSG94Ymp1dGVZekZ4Mm5XMmJUNHhLQmxRWjJRNFMzb0dML0Zjd1hJZ0JEZ3R1aFpTOWNhNUZWWkZTUkw3RUl0YWlhcWFRNEhDekcxY0NFSjFiYkhzRENtcEpwSC9Ec0lVZ0FzOVhHUHZiSXdreHc3S0tKK2N6WkE4QjBmRkF5NDZSL25MOUljUE5MTHRhMnV4TkxYU3J2NmlxZHBVdEpIRU9HWUxNSTZjdDk3V2lxdHJsak5Fdk9wcDJqYkkwaEdFbkE2NG9EMTZQOFA5MmZuaCtIWTBhcnZzV0ZqS21oSWdtb2VaSWZiMTQvUk5KbkRzeUEwMm5YZ0tvZ1dYZWhWNEM3WVVQM3oxNEhtRVRNc0VBQUNBQVNVUkJWQUNnWk4wVHVlQjBQQ1NCLy95OTQ3OGJGZjh0MzFCYklnUWRtWnN4dFZmaGppVzJpT3dIZ0RFZEJmTHlhalEzVnozQ0ZyMGNaVmw3NC9ZZndiQ0RBd2tvd0xBUzBOL05ZRGhKNmlUdFk5QzIwMTVjc1hVU1Y2QW8wTHpqUjRVVnhpS0pJdHpSMURBcUdhQlhiVjBzQVVzQTRLSmsxQkg5UGd1cU5pYzUwUFdBWUhSY2NhV1drWVhON2NPdGtEbitUYm5wbFA2bmd1QklaM1BEc2JISGJDalJ3b0E1U0hPc0NUYWQrbjlpQzA2NXE1OUlTVTF4L0pFa01JbDRXMnd5UVBmWExaQkVHUjFOdStKMG1rcTlqMDhWRW1ZZ2lwTjJXdklYVEc2OW5HaWJyUHZyRmtqQTlNQ2UzWWNCQUV2ODlVVmhZUjg0dnZlWnV3VlZtNU0wN3ZxalFJZy9EVzJHWFZDMU9WdVZyb2R2bXZ6bmVWNXd1cHpTTHl6MVlIZnJ6b1R2d1dCTXN6MjJ3Sk9nNEVQQnB1My83L0FHOUZUVmUyd1Rqbk1Pa3hpaTB5SVlWRkxVendhYWxPOUhFeWY1UGlQVElVVmxvS2toYmcyVGs3UEprYkVnN1U4QW9ETTgrRUVhQXZ3eEluS3VwQzZZNnpXY01XeGwxUFdOeWxpRnRRbjh4L0RKNzhGZ256S0dBQnQ1MldsU0NJYklGUmhpQ0l5NUVDMnUySnFuTUZySUNCSFIzaCs3YllpNkx4NGxRWjJCbGwyTnNkdW02eHZkS2NscWxTUTR6WUhQVkd5N2F3eUJGcVNzckFlUmFCNGhPOURaK3V5VitPTS9Qb1VUeXg2NHBMenA5UnBLZHFxemhDTytGMnd4aHFoV2s3SWZJS0FyWUtGYk1FbzUycmhqZjhMeG9kUlhWNDNJRnRtUnZ0OTkxQjh5Wms5WktvQkZPaHQzbjh6a2prcEIyZ25NbkxLY0lSWWo0UDdqcnhseGl6MlBEK1lEOFVrZFRheVZUYzVlaFF4T1JoZUtLL3hHS3VPYXp6SXBHT3ZRa0x2NmF5bE9sMXduRk96cGJubnVtbDYxZFlVaUtJdElKZzFZOW90akJRZ0FBTXNydGs1Q3pTd2RDSWQvcGFDcU0wc2NDUWEvWjJVNmJDOGprTUV3Kzlmb3ZvVysrbndnU3J0dG5YL2I0NjhyWjBqaFlNdnVVUk9RYTVhNUZBRHZxaG92UUs3Y09UcE1xU3FvMnB6a1RuRXVONUVkNkR5dys3cnUyellOWGJaM0FKWGZINHFsdW8vQVlMclQraXhKMElKTk8zOWFvc24xRE5sS3dheGZCWWRwWngrRmdxck5TVzZIOVEyUytGN2tvaU9PY3VhcHF0Y0p3WTRJeDBXM3c2cVFLcDJPOWNNRkFNeVluL29abS9OQjVIeFNJTUpIZWlGMXYxMEpBTk1FWVhkdzd6UGpWdENMeTJ0bmc2cE1ZemV1LzQ0VEx5UExhdlZVMVh1WUJObVY4czRsR0o0MFVWRlhJMEhiUFY5bmcxRjJWZ0dTYlNMSXFZTENoeElueFZLZlhVN0lNb1NFOXp1YkdtSkVtUXptMGRZV01nYnJ5SlEvYjQvUlY5QjF3dzIydlVhU2ZhWjkzOVB2QWhnc0tYMU9TZXh4a1lDbkpFLzlpbUE0d1F5WXdBUW1NSUdQSVZDT2pxbVVtZjBxdTNuamphTUpZc3dRTGFBNDdDOUlvbDhueGtxNmI5czBCZVNLM3I3SXl6MDlocG03K29rVURkeDZ4SlRIWXRzclM2dWZxa0RHaTJ5dzMxSWlnMWRKVXd0TVlwM0JZU3MzT1NnS0NhQ3pmUXhObnhKL2ZURXk1cGUyZlBGSW94RW5XTHZDYjZRNk5MNEJKSjBLTk8wWXNXM0w4Vzl5a0JuUkNlQkUwSDdqQTVnMHhhTXlacUdLMXdFQU9pT3VFOFd1eUNJT1RIU2tuRDB4M2xpNU5PMHJKS0F4c1ZVMGJnektjK2N5WkhNbGdYTXdyQndGY0tZQlU4c0d3L3hWZ0pkRWFYWHVJMEQ4UnJTb3NMeGk2eVIwT3I2QUFIczZHbzFSeVFCUFpkMFMyOFpVZ2ZLV2d6blhSS1I2OENQc0JkRTlKL2RoaVJSR3dOVDJDUHNaRExlNnFvSjdlVmc3Rm13emJ1TGtySWVaWWwySUZpRGNEbDVtV1JBb3FES3lHWmNMQnZvam93U2RTNzJQVDJXTTU0RVFnN1prWnpvYmgxcHVjL3liSEJwb3EwemI3bUlTTTAyUzd3YjMvbzlvWVFNeklIMFRTTHJWR2VIamptdEIxZVpzcmpBZGdSeVdEUDF6WW5FcUpjbTVraENtRTFoSFkwVzJQVDRqQnlVdHZYSjM0UFdSZnBmaDUxQnFqcFVvK1RsZ2JGay9pZVpFSzBwUFpkMFNCaXp2Um1oSVJMRFVWNThuVUthSXkrZmVoWm9henBsN1pWakkxNlBKQUEwMHZiOC84cUlkdVl0dTFiNFBVSGFNSmZqdHFiSzlqSUZUVTNIbXpUQWYwWUphNVAzclNjQndNaXBnTXM0V0F0RnBCNWNyK3ZyTVgwUjF5T1o2ditwTVFsa2FEbzltSGFUa3BLd0J4RkI3VThQUFkzOXZXZjNYUjU1SHI2SG92cWU4VjdXa1QyU1IrK09DVDJSQ2dQRVlVVUVpSnVXbngyVUFMUnpxTVNKd2FLck5hVmk0aFlCR01RU1dWOVhONHlyUElaSWhnY3E1WVBPdUQyTzNPMTN5aTB4Q2Y1L2FtOWdIaHpNbVo5OFh0dWt0c2kyTm9lUkhZeFQzb3lpdXJsOHBiWElSd0luQUVQVW5qaXJ2ZERqK2FPQ1M4bVpQajJFT09FUXVrbUsyTnplY0FBRFFmVSt0czBDZXMrelFWVUNhRm94b28xb0JkTjlUNndqWUdyaDI3Wi9HeW9aSHNjSy9OUStJcG5VMThXQ0p2M2JyalVqdlBwV0pMRlJrR1dQWU5YeHRJODlFUVpXUkRVeXVhRzg1Y2JERVp6MUVERzhHbW5ZTTNaL1hVQ3dwcWhualRiSFVPRjNmcUtha1R2Y045SWJiT3Zmc3ZPRHhHeXRCTWhVNEFBaHhQTkd0SVJhQ3cxclQxSTY3blk3L1c5NjgzblIwMys2YnBmZlZ6a0tFKzY3Y0hmaEZOS3ZyOFJrNUhDQS8wSFQ2d0NSdFdpRVNtUjJOTzQ4a1Vzc0tOMnhkQkFEVE9LTTVwbERlRE82NUp4NnBNa2V4UW5TbHU5RzRuT2Mxa2dGeERWMjc5dks5aFhEaWR5aFdJSkVyMk56d0x5VlYyL0lSNWYyREY5bXU2S1QyMFRDWWhxNi9RT0luQXkyc3VTZW1NbEMwZmxzUjV6aTlJNlFHbkU3eCtjRkxhbVBubnAzeFBXeSsycS9jRHNuOW5HVDJnRzBkSGhtSHFycHlzSmhLUUxjNldobzZ4anQ3WHA2aEFjZkNLOWZaQVppYy9WYzN3c3Fid0Z6VGdHTk9zRW45L2ZBQ0gxUGR6dVZvMmFkaWd5aFB0Ym1VU1ppQmpMazZ3Z2RmU1F3a2xsZlZsUXVVbkRIWjE5VVNyOUNzbHcvTVkwaWZKYUIvaTNmeHFPRTBDVll5MHo0WEZTd3M4WW12aEFadXhuMmVheW16Q0hGcEg5d2VsUUNid0FRbU1JRUovT0ZCUStyNXcvOG5CQURvYm5sdVlMeEVlVXFxb3dZWTNRazJxWEg5M1huZWJ5U2paTVVSWkFkUEgzeTJEL1NOYWtxSzg4L3A1cFc5c1FseXZmcHYxaENKNlFqc1hOZjFXMTNNN2ZvNlhyM1dISjI3SGRPRWpoek1JZC8zZUF3WEVoNlJBcHM2OXU0WTFkc3VwUGdUQUx3eWVFbDlKVGFlU0xGVGwwbFV3b0dtSGFkMVpjVVM1S0RjdE0wenpNS3lRQ00vVkN4dVppaWtlSUl0dkQweFlSNUZpYi8rSjVLZ0xaZ2dZaDJIbkUwTzFPQmhLVUdHd3F6UkRNRWdLcUxvZXUvZ25wNDJvNy9VVjFjdGJQTmtiS1ZjT1BoWFFHQm5lK05vVFNhOWNzdHNSYUhsRVZTNkZOSUtwYW8walJmandOQjgvZ2dINVRBbm5DN04vcmVnemJEMXlpMXBuSGdaWHIvK2FudWJjVVd2cW52RXBNaUJvOE1VZVgxRDdaOUxhYjk5TXpSNFMrWHltNTBtYXgzTFpodWQybG9DbUhQTFZIOFQyK3VlWXFjdUE0QVBGUVVYa3VTaDdtaU1DUUFsMVU5dEJBSXowS0w4TnJhcUg0dVpaWSs1Vk83K0pnRDBobXp4Um1LTTRuYmFKY0RsOGdFcGZoUXJrSnpuZlh3cWtia3cwSHptMVZpOW8yVnJuc3hneU1wQ2w1VTlpT1lzSnZIOWt3bHJnc0x5MmhuSTJmejJ4cE43enJjWlliMjhiZ0VCZWpyM25EblkwL09TV2RLNzVFRXU3YXR2dCt5OHBPc2JWWVc3VjBRRzVlSFRCNS90bTVMcVdta0RuQjNyK1N5cHJ2TXlCbEpLWUlPU0hZeE5IS1U2WGQva2xubFdSWnd2cjEzZmg0em4yVFlMeG81MXRuTzIzeFR5M2FqUWRCUUZWVVkyUTF4OSsvYWQzd0VBQUZHTURPZzk3YmhpelZwbGtUeC9lY3lpMk1jSFJCL3ZBdlluTXB1Q3R6akJaS0poK1lDUDlRRC9yMEl3T2FnQUIwQjBTRnRsaklFQ0NJQ0ljUy9yZkorUktkRmVBbEtHRkdEaWFJc3hva2lhVjJObzdqNjdFb0FjZlpiOTIzUDdZbjFNQVlyOXhoSWJyVUhHTkZXUm9yQzlzV0dVaW0yeGYyc2VrNUJQbkYzdWFHNkllMkhucm40aUpTWFo4ZGwrMi83bHFaNGRadEg2eHhjU3dySmdjOE12WWRoSGxhRWxwWW5YbmR4NTN5MnlXcU1XZVZFVSt1cnpFV1VKUitYWlJPcGJERkQzMTgyWHBDeStnemRmMC8xcGxZTWg4NGVUbExSVUFiS01TZXdLTkRjY2pEdHVlZTBNRGF3MTdZM3FDOHQ5aTVjSkVMM0J4b1lSUndDUEpnb0IrYW5FREx1WU5MMlVXZmFKMHdlZjdTdXFmbkl1Z3AxS0NxRmtjSzF6SERwN3RFVUNKVjVRbmJMc1JsaDU1bnp3ZTVaZXVXVTJjZlkzWWVwL1BQcUNXbHF4YlFxQ3pJVWJWLyt0dUh6UlRBSk02bWdhelpnb3FLcWJwOXE0UmlpeUc0U1UzUzNHaUVLd3AySmJBVXB5dGJjMHZBVUE0SENhSzhCV2o0ekhyRmkrd1Zna3BWMFZndER6QlZXYnN4RHhjNUxFajNzU05DTEdnNmZhL2d4SnVocG8yZmxLN08rTHkydm5JT2RUMmh1M3YxTHFyNy9mTk8zZjkvUTB4QjRUUzZ0cXkyeXVua3hQc3N2UXNvK2ZHckwvdytLS3JVdVEwU1JpNUFnMjdmejU2TE1PSVhmMUV5bnVGUEdBSkR1UW5RVmVPWEQzaDZrdWg0Ym96ZzgyYmgvcGh5dXNNQllLeGFhT3huc09FWjdLdWlVYzBFTWtycG9pRW94dFlZQjc5TDlzRGx4cGJ6ejFRbXdBNWZFOW1jTlEvVk5FMm4rMGNVY2NjOE5UdWFnVVFOeU5NZ1AwS2xHS2tuZExxemVKeDZaV1VaMXNXZWF1V0JlR0NVeGdBaE9Zd01jSHNRbUJHQ0hZVWNqTE16VG5MTHNjSkV5T2dQcURXSGNsWGQrb29wWmVaZ2x4N2tUcmpsdDVlWWJtenJJcjdYRHY5N3RpNXVWQ1gzMCtnc2lWU0pjN3d1eU41ZG5aOStHZytiUDI0UGNzQUlONXFrU3h3akQxYU5QMjVzVHo2NzV0MHhqQy9VTENteDBKd25CenZZWXowMlU5Z2dTeXp4U3ZuNHFaMnd2VzFlVnl4bVlFbXJhL1hMS3VMaGMwTnQ4ZVpHOWt1TlF2QlVMOCs0c3JJaGxjU1h1MHZhbmg3OGU2NzdsZXd6bkpJYjRDTnIzWTJib3pNTjc0RkhtTmRNVnRmMW1hc2tkd2ZybW56UmdvOWRWVldLQjBYejcwbmREeURWc1hrVTI5SFh2ZHAwZU82NVFQZ2FBQnkrdzlBUERkdUVKVGpuOVRLZ2pWY3kyc3ZEakpJY3RJUkRxRHJ6d3pMcHV4YVAyMklwdERMd2U1MnJURlc4ZmF2bnRucnRkd1NsVVVnYzBEbmNIdldhWHJqU0pDNjRQdTV1ZXVnZGRRZEtlMVVsanE0VHVXZWlVN1RkbHdNM1J4RjdUOU9DNU9LQ3Q3ekdXbkpqOGtBWmhGMEJLN3lDMnFmbkl1RXBzdjBMN0VRTHNiYkRKR0NodkYxZlZsQURLMXZXbkh0OGE3NXFIV0VQRjVDYUpkU0R6MTlyNmRjU0xiUmRYMXBRQlVESUI3WWhmMWM3MkcwK213aXpoWE9tUFpCSE85aGxOMTJjVlN5a1BhYkpoT3BLWUhtbGxjb2FLZ2FuT1NDand2Qk93UXdFdWlvR3B6Tm5Jb0RqUnUveGw0RGFWSVc3UktJRjNyYk43MWR1N3FKMUl3MlZrdXlEeDIvSzJuYjVjK1lNeTNMVXQwdGU2STAyQ0NZYjBDSXBZRUFBRElUa1VUTnpuK1RZNFVrVkZPcHZ3WktGcHVSTEtEV3VhVVlodnNEenRiZHcweERLTGZoYlErNkdyZEhhZURVT3pmbXNWQmJKVVdmdS9ja2VkN0FXbzQ0NWZTU1lRUUFCQlJxdEh6QzVCcWQ1TjZJZkhhUHY2Z2o1VmozaWVTSVpBQWxKOGlsd0dVMmdBTXRRZzRwTEE1NFRCRGdDRG1aVlhESFdoN1FUS0xpT0hSbHBpRlpVME5UK29YWlFTMG1LVDRUV0psdTZTNkxoZEF6aUVMUDFUSUtyM2EyLzl2aWRkUTdOK2F4NlZTZ2tqWHdwZVV1RVZyam4rVEl5bEpLN1dSdjNscTMrNmJKZFYxdWFxaUxSN3FFUnRhK0NxZzVJRkpselJPcFdFaEQ4VDJYd01BNUt6ZGxLVWdmTmFVOE92RWhYa3NTcjNHRkNaaDRXMjgrVnFxVEYvT0pMNGY3bU1oNVBRUVkvaCtlM1A4dFJYN3QyYXBHaGEybXdkL1UxeHV6UnF5RERvN29qYXYrN1o1QUNpdDQvb0hKK1BPNDZ1clJDYW9ZKytPVThQWFh3Q1NxUXJEbTUxN3hwNEljL3liSE5QU2s1Y0x4UGRRb3luU0ZFZlB0eG5odkEyUFR3VlZlOVJFZW5aWUFCSUFBRFdWclpiTU9ocEttZTVnS2wrSzBnb21IblBvM0pCUFRKNEJ5VlM0Y1dNa0kxL3FxODlIeHFZR1duYTFEdC9yL1pLd0w0YWlGZ2ZkdDgwanBQaTZEZlpQbkVKTDFyanJxNEx3cldETHViTmo3VC9xOC82NktrWXdEYVFkcHlLYms3UEpvVGlnUUlaN2o1UldQMVVocGVnN3RzOFJOMG5vMWJXckJUS09VazRpaEJOREMyaUFwZmZWenVRcUt5UmlHTDU0Nmxmam52c2h3NTJTNmx4RFNPMmNxVE0wQ1NjNythVGJDam85RkdFalZvYkxLN1l1NHBxVmk5ZXVqU1NzaXFxZm5Bc01GZ2dwYndKajczYTNQSGN0OXRqNVBpTVRHRnVCQ0RJaVEvOFdPNmtXVm14ZHhGQjVDSWdPOWw4NC9WYnM1MHA4dGNzWjR5blJnS3l3SXBJRFVxcTNsWnNua2NtNHJEU1JlVGNTdmp4dUFEV0JDVXhnQWhQNHc0SUlySmdmeG80aHZZYmluRzU1R01KS1J2UlNZcFZhWm1YN0FiUVBqdzB6TEpObTJmZFpaRjNvYXZ2dVNNempxYXJYVlFCZEVyeVAxMi9zTDNhSWZCdG84RWliK3dNWVpyTnhiaWVQbFF6SVdXR2tJcktIaWZCOXZIa3R2cEplVThNbnVlejdHT0YwMDVRdng4WjZoUnUyTHRJY2tCdG9acS9vbGZYTFVJTjVnNE5zSDNmWnkwT2h5TC9sV29PdUpJM3JJUmg0WWJ6eHlYUmFmb1lRRHJTZUhuVmRVZVN1ZmlLRnUremxKUEEyS2J6M1dIUERpWktxcDZvSmxONnVKdU44Y1hudEhHbmpnZ2hFamdFWUVyeGVKZE5wM2s4a0Z0cVdiQnlMR1pvaDA1YUR0RG9tYVhZMUNMcnhFZnBDVUZpeGRaSEMyWFNVMGdXbTJYNXMvODczZGQxd1QzTFoxWXBwWGVwc05UN1FLN2NzSTI2bjM0aW8zUUFBaFE2Uks0R0pybGFqSzkwbGRMRGhaR0k3YUY2ZW9WbHBTU3NBUVpNRTd5czNybzVVLy9VcVl6RURYa3hTdnF1QVlnZWIvc2RJckZCVWJjeGxRRjRUbFhISEZRQkFXckpNU25Jb2tsM3NhbzBYQkN4ZVgxdWlBSGtKcVAwTzNJbXpIc3pTckVjWXdudnRlNHlZU25vTm4rd1VuMEdBQzR4UVVkQXVzV2l3TGRFV1hPR09CMDBlUG5taTJiamw5UnFLRTkybElhbnNCd0FzZFloY3hrRjJOalVjS3FqYW5KU1VxcFdhSkx1N21wNCs3Nm1zV3dKUzV2ZTkyenVLelpxendrZ0Zvc1hJcEF1SlhlaG9OcUt4SUNaVFVnRkRkaFZVT2RzRSs1TEd4UXhBa2RyUnRDc3Fub25GRHBIUGdZbGd5KzQ0SFlSaFRhaXZrN0IvR1hVcDhGVG41MnVPdFBrQVFFU0FoS0RvRytxWFNZSjV0OE1mSEl5OTN3bjg1L0NKVEFnd3B0d1RGVVJFU1B2RFhzLy9UbkFSSG9DaHZ6cUhvaWdjYWNoYUEvRmV5NER1Vy94MU5PR1lRRWszTGVYTjJNOHZ2Wms3RjBpdWxjTDZaV0lMUWVrR1l5cUFMS1pRN3lHRnc4S0JQbXR2SXNXbXVMeDJEZ0RrRVlBN0VINXJUMCtDZ0V3eXBSZHdSYm5WMVdTY3ovY1ptUkxZM052UTJ3THdrc2p6ZmlQWnBiQS83dXN6RHlCWDhxeEJPcGpRVXc1NWVZYVdscHorejFmdjluODdsbjQxRnNocFAzSTlvclNseXJSMUNHS2d2Zm5BNlVuWmFqMGkzVzF2UExrbjhRWEFVZjNjamJDeUg5cmFiS2F4QitTTmEyOUVGM3k2djI0QkladmIwYUsweGRyQUxmZlhsU05ZMXp1YkdnN1ByOXlTNmxEeHl5VEZHWlRXbmFQakpBT2k0MEFBdlNySE5SRXkzKzdjUDBTWFR5THRLMER5Y0hmVHZlcHlpYi8rY2F2ZmZyMnpjZmYxSkxlb2hSdFhXb0lKU1JJQUFGWEJOWktCRkJKa1oxUEQ0ZUE5d2J6WlJEZzkyTHBqT0JsUWZ6L1plUGZZT0hhQmV1V1cyWUQ0eFp2aFMvVVFkdDVCcmowc1FWN29hRkhheGhORmpQdThiOXM2SUt5aEc5ZStsM2lkR1RucHhvZDNCdmVxanVRU1Fyb1ZiTjdWR1ZjeHFhNWR3eVJJUkVsTTJ1OUg2V1dMSzdaT2NpVHhSeVZnWk5DMjl5VUtNc1VBeVl6b2FKcW5pVVNoYmRyWGo3YnNlSzlFc3orREpNNEgyNHdiTU13RWtTclA2V2hVWDR1T1UxNmVvU21nRkRDa0RKRFd1VURUamtSdEJ1WmlZZ3NTM0VIYjNoZEwwVnUyNXNrTVRWTWVKcEpuMnB1Vmx0anJLL1hWNXd0U25ZR1c3WHVqNStZcXJncnVWWDkvcnZINUNOanhDUUZoRFZ5NGRhdDczRVRYQkNZd2dRbE00QThMeHNYL0oxTnVtUmJKUVlWNUxhSTlSeFBpRlkrdmZpMkNQQjlvTWQ0R0FQRDRuM29vUXZMS3NlWm5lcUlMSjMxRC9US0pjaVlCYUIycHAxdERHUm5URkNhWGRqU3FSd0VNdWJSaTJ4U1FiSFo3NDdtM0VzK2RsMmRvR1JuMlh4Q3k1RUR6eVZkSE9RcjBMcGdIZ0t2N0xmSFQyUGJIWXYvV0xDWngxbzN3NVpiaWNtc1dNakcxUGZWMHEwTTFWNEFRRjN2YXZuVWxKVVZiYXdrNEcxTzBpRU9wejZoa3dBdmJ3d2QrK1ZFeFExS0tzZ3FJcHBFdDN1NXNhamprOGRldUZDU3VCNXFOb3dWVm03TVZCMjRJbUZwcmRLNHRVdGZNWThTclVkaC9QNWFiZ2FmNnFjOEtWSzRSVi9OSW1xYy9xazFoZVZYZFBJMnpVa1Fja0V4N3IzM2YwKy9tNVJrYVp0c2JGRkQydCs5NytsMlA3OGtjVkpTbGdhYlRCODYzR2VIYzFVK2thQWpGblUzOGlGNVp1NFpKWUdPMVlLalRSVDRDemhXUzduUTA4NE1qTWNZR1l5cWhQWmNCOWlEaTFQYW1ocEVZc1hqdDFpeVZpUVpwaVplN0c0MHh4UmxoeUJieFBpU3hCQWc3amlhSURlcFZXeGNyS2w4R3dDNEhtNGJqaTJHVVZOZHRDSU04bGhqWGxQZ1hmM2t3ZlBOVkVlcS9LUm1zRElTVWYwOXNQM0ROWHZ4bnQwTHZ2OXpkT09TaTFPOFFYeHFrL3U0VHpjYXRmSitSSVFEeWg5cFhEYVl4WnlrWGRMYTdaY2Q3aGVXMU01Z0M4OW9iVCs0NWQyNDA0ekV0US93WlNReFpZVHdaL1R1QUljYUNReUZ0TmdNN200ajNLcWlGSldGMm9HVlhVM1NmWlE4OG1jNFpMVHphMUhBazRiREltUElnSjlrV1RSVGtWVzZaaldEbFJrSlh1NGRZNFlTcW1wRkxnbVowTkNzdDQrbDdUZUIvRFovSWxvRllFQkVqOGVuUkVJaEV4SUREQ1lDQW1wQ1NNWVVOV1dzUUUrRDFLcnB6OVVxYlpJZXE4cVVNN0tPeE5LWWhhaG4rTnlIeHA2TkVieDR5M0NKaWw2QVVqVXhMMWlYWlp4TDdwUlpYYkoya2NGZ3BKWjhhdXNUL0VYcmlxZFlsVmR1V1NoQ1o3WHNhbWxmNGpWUkI5aHFCNHRDNXh1Y2p1cjVSQlMyenNzOFdQMDlKMFhRaHhibFl3VDRZcGl4cHpONFlqa1FlLzZoZUg3MXlTeHFxMmlQOXB2M3JUQTN6RWFuL0x2YWQ4RlN2L1FvQm5BOGtpSXNzVy9Oa2hpT1oxOUJWOWpOM0NpZ2wvdnF2MmFHK1gwUXBlOHNydGs2U0JMbHcvZG9yVVI5Z0dNNHVTMXRFQXEydTQ3cHV1SkRaNjIxUWZzdVlMQTVldnpLbS96QUFRTkg2eHhjcUpHY2o4RHVtYWIzZXZlL1p5d0Exdk1TMytNc2t4T1ZneTY2M1lIaENkODJ4dlNJaVgreFRuS0ZTLzFNUFJXejJuZTZFaVYzWERUZG1pWWNsaU50SWJMQ2paY2RJajJMT0NpTVZWWm5QVE9zb0FGQmh4ZFpGQ3RqUTNycDdsUGhOZE95SUs1K3pKZjNrZk5hQXBmZkpoeVJScEtOeDV5amJtYkZRVUxWdEtVTzJzcjJwNGV1eHY1OVo5cGhyU25xUzc2NHkrTzBwR2NrNXRvU0J6cGhXREFCQVQyWGRZaUxFc0xDdU9FaFpIR2pkK1JZQVFKSDNMOU5WaFQ4c2hYeUhDN3Q3dUgxZ3ZQUG5BN0UwMEpDUkxTOTI3bE5QRlZVWnE1Q0w2NEhHM2FkZytGbm1sbHc2UU94d05CbVI1eldTbmFxMUhnQWpVc0RaanIzUHhyRkE4cnhHY3BKVGZKNkEyaVdJRTRHWWF5ajFQajVWT3ZtWHBCUW5SVVNMeXpRdnJkZzJSVEthRVFuQjd3R0FpdGR1emVJYTNCZG8ydlhqNkQ1TUVZTkVuQkJ4NkQwa1AxWXNzQWxNWUFJVG1FQWliRENqRVRBYlE1eTZ5R3ZNVmRIMkFWRVhVU1JPR0U3MzF5MEFpVXJvb25ZcXFxNFBncTUxeDFqOUZaZlh6aUVobG5EZ3FjSG1oaC9rKzR4TXB5b2ZhRy9jL284d3ZIQkhnZDZ3cWJ5V3VPalc5WTBxeXhLUEVxRUlYV1RQajlydTJ6WU5HZit2SU1RTHNjeUFQTzgza3BsVWw0Y2lvZUFreC9RTWxKai93YzNyYlRvc0xrRk9JaEJXenBWVTEza0ZvMnZkVFR2SExNZ1VyZDlXUkNnM0JKcTIvOVc0WStjMUZOMWhya1dHMlFMZ3ZjNTkydHQ2NVpiWkpORGQyWHI2alR6dk41STVhTHE4ZHUwSEVQeWVIYjFmUnZnRnk0YWZIaHRWRUJscW0wQ0NPMExhSVVaMEo5cGlNQllLcWpabkU2ZWxBdUFkbE1MVjJkelFBd0RNUGR0ZVpkdHdMTkJxOUpaNkg1OHFnZVVHbW5hK0FBQ1E3M3NzMDhrZFh4MDRmK3J2OUtxY1JaeXAwNDQyYlg4cDhkaWxWYld6Q09WcVF2NU9SMHZEaUJoM1dkbGpMdE95QzRqb0RpcXN0S1BsWGh5YXMySlRLaWJ6alZLeWYrN2N0N3NuOFpqRFFFLzF0bVdJdkJCQm5nNkdlRnd5WU5tYUp6T0FzUlZFc2kvUXRPUFhzZHNLZlZ2eUNhajNlTXZ1Mk9RRmxsYlZscGxoTTlqVGxqMVlXaTNYb1pTQkJNMENMSzJxTGJNRXRaNXYrM0U0TDY5R2M4OWNjaitKU09mYmUvLzJVcW4zOGFrRTR2T0I1b1ovZ0pvYVZuSkhyQ1NKb1VETGprdDUzbThrYzQyV2htanc4S2puN3lIRGphYjAyMEFIa0xQVVl4WWIrYTVXK0kxVVc0cEhiWkk5S21jcVh1TW5hYko5WDRRR2pvNGt5cngvUFJrRWYrREszWUZmSldxVEZWZHZYU21KcGR4OTUwNFFvcTBEeEZZSG1uYStNRzl4NGFiaDZBcUJCSVFqeWx1ZkpHYkFXTytaanhNK2tRd0J6bThRM3FPdUlIMktXZ1lZR3h4bUNKQ0RWTTVnbUNGQVNLSkFXN1VZaUtzcXc5bG9zK094RElEQzh0b1pTT3hyQVBpN3hENHpBQUN5ekxVZzRSMVUxTlVDcVQ5V3BBU0dGNjlKS25zUUdIUDFSVUwvbXNnTVdGNVZONCtBNVhRMGFhMTY1WlkwSWExMUtLa3pLazZIbVpPV2c3VGVTVkp3SlVrUkNzYS91QUFBUUdPdUw0T1ViNys5UDJsY1prQ2UxMGlXaXFORTJKRzlidVRaakd4blNsZzluQ3JTMWlPU0t4RGkveFM3ZjVIWFNOZGNTcWtkVm44RncwSXMxQy9pcUdpMnl1NHp3MlozYklaZDk5Y3RVRFErMTBTckM4Q1FOTm0rVHdCZFl5Q0xCL3JDZTJHY3Z2eVNxbTFMRlZBV2tvQ3IwcVpyeC9ZTjlUM3B2aVhWaEpBY2FObjF5K2krN2xsV0VWaldoNTM3ZDE3TWRvcGlFdlo3M1MxR25KamZYTzlYblREWlhBRkF2U0NaRlk3d2tVVjJRZFhtcExSMDhhQVZFZDFIOSsyK3ViUmkyeFNWcXd0dWc2TVR4a0MrNzdGTXBxamZBT1FudTF1MG5wTGVSWjlCa0hOdFVsNGViN3hqa2VQZjVOQVlXejhRanZ3b2NkdVVOTGNPUWpubERyc3lHRUdtODI1L1hFSkNMNitiajV4TlJiSk5SZFhtMGExcnJRQkRnUVBYa3IzRVVOaUs2SW0yRDR5RjB2VkdrUU9VZVFqaXVtV0x1NTJ0T3dNZUg4eFhtSzIxTnpaRVd3V1FXZUp6SU9XWktIMnpvR3B6VXBMRFhrTWdiMG1FOExXQndRU0xueHJ1VXUxVkpFRkRhWjJNZmZaTHEycG5XUTdYQ2dDNFpGdlkxZFZtakR3M1JkNi9USGRxYkswbGxLNmVOcU4vcnRkdzhpUmVLZ1prbkJKdUpJS0VHRU0vUldUeVU1U2tuTUFFSmpDQlR4dmlSUVhqQTNYZFg3ZUFPMlErSUZ3Q1JUa1RXM0V0WG05TUo2QThFSkdPbmg3RDFLdHlGZ3BDWitqeXZibGJMNjlid0RSWURzRGhMcnZ6TTEwMzNFNW1sMEJvSUthMWtxMk05QTIyOXJRWi9hT3ViWEoyaFMyRlpsTG94NG14V0dGNTdReGsvSnNDWlhNZ0pnR2g2NFk3MlRsNXZlVGliVVZ6dUpCQjBhQjE2ODFwVTZZc0lMUXlBazA3M2loUnhESmlHQnF2RmJLMHFuWVc1L3krSzNmN2FqOWk2TEJJTlpjQ0twT2x3T3Q5MU51VjQ3K1pqSXBhSkUybEErQWw0ZGJTMXpJcFRrUmpycVVWMjZZb2tuK0pRSjRZVU8rTVdqQVhyNGVwSENuRHRNMExDc29jbTBXT2Y5UkNUMkdPMWJZZ213bEtDVGJ2ZWgwQW9MUzY3ak5JZUgySWdtOHc0ZFRLSUtJZGdlRzUzQUZKeThFMC84VTFhK0VrclZjV2RRQUFJQUJKUkVGVUNUaHZyR1JBVWZXVGN3WG45eUdENi8xRFJaamh3ZDJvV3VuSk5ZUmdFd010VWZFK1BUMzlNd3pnZEd6N1FDSUtxdXJtTW1CbFVzZ1BMUkUrR0djaDZEVW1LMjdWQjhBaDBtZkgyVWN2cnRnNlNRTjFWaWlzeHNWY0hsLzlHa3N3NnhpNVRwZXNGMlVDeGNEUkZpV3VqOTdqcjEwaEpNZ3U2NjMzQUFDMUdRdnpKTkN0NE41bmppK3QyRGFGbkE2UDJ0di9Md0JBcGIyNTY1Q0RHV3hwT0FKZVEzRTVKajBzUVo0ZXpTSXhHRmlXQjFDR09OSU1JUWRIQktPbjZ4dmRwakJYRTRxakNsQmFSSVFDYkpKOFNLSjlLbm9jM1d0TUJrZlNDck5mL0M2eE1PangxNjVVVVBWRGhQLzYzTG5uSTNPOWhsT1JYQTliRk5jZWpJaG9XMzBmalBXM000SC9QRDZSQ1FHQXVFNldUMVhnZmZueTVlZ2ZpRU1SZ3NPd2hnQm56bFFWZVFFRDZURERjTHg5bnpHeXNNcnhHNm1heGg0QmdzNzJKdlo2NGpFOS9ycHlSbmlicWVpMGhiaDdySGxuZStJK3liT3RieEpDT0d4WmI1NXArL2FOMkcxNjVaWTB5ZGxpQzhLdDRBV0dpcnFhZ0k1R1ZkMExLNThzRm95N0JGTlNoSVQzZ3kyN1IxSFpkWC9kSnBUeWJzRFVYditvRjcxYmsyVWs1RVZodVJuakxJOXUzVHg2UTdXS21NSktSS2ovaFVURlZzVmhWVWd3Mys1cU0rNVFOaFRZVExrVFBIQXZVYUpYMS80cGtEamUzZmJzQ0lWcmhkK1l5UWpMN3NMZE43cGJuaHNvcVg3cWkwaDRteUZQQ1lmSFZwb0ZBQ2pkOFBoVWdXeXFSQjRtRmV6ZzNsTTlBRURGdnZwQ1JMbm9acGlQK0tlV1ZHMWJLcENuQkRQZTdTbjJiU213a1Z5QmxyTW5FM3V3TXJWWitSd3huWUNTZXZuZGcvZGVjQWJURkhlMXd2aXJ4L2J2ZkgrNnZ0SHRWTm1YcnZUMXRaMGJRM2RocnRkd09qSDVLNWFBWXgwcEovZVdib0FxQUpZcmJYZzFWcGp3bzVBSjZiOFZmZWFMaVVxdkpUNWp1WkFnd1I2d0ZJWmxBeGY0b1ZpTHcrTDFUMHduRGRmYXR2VStFRS9yRExNM29vRkFpVlBXQUtJYmJkRjliTTlvSjRzb0NzdHJaMGdtTTREc1N3UThxYXRWNjg3TE16UUdzdENVNFpIbjFiT2h2aVlpNldBTWZSTTV1VXBzVGpjNDU1NWV1SHN3Y1pMUnF4ZVZBV0tPaFhDd3ZmbVprVXFQcm05VUViQ1FNNWx6OTNadmN5eUZNUyt2Um1QT2xNOE1ocFNtNlBobE9PMHFHK3llemdPakhScUk3bVc1Q1lpUmxKaFh1V1YyYVZYdHF2L0kyRTlnQWhPWXdBVCt6MEZ5WlV3TmdXVVBQSm1Cd0JaSmhMQWtkcnM5eHRKWXI5eVN4cG1vdkhabmNHOXc3ek4zQzd4UHpDVE9DczNMWndMUmhYdUIzNWdKRGxpR3lHYmNFV2J6dWNibkl5eGJsQklwVjRKdDM3Nmg2NFpiNFVwQnVFKzhkZUxRYU1xK3Avb3BId2ZJSldJSEVqVndkSDJqVzFYd1VTTFoyTGxuWjZ5bUFNSmt1UTZSdFFQSlFZWEpSWU1oN1lDaXVkM0NGbE52Ulp4dGV1V1dXY0RFNUdEU3FYRmJJVW5obXpqalRSL040UHliV1V4UmNobks5RnNScGUxYzQvTzk2Wmp4bUNuRCs3cmFqRHVsdnZwSEJhY0x3YjNQWElMaG9vZFQ0VDVpS01JWDFkZGlhZkJSY0VWVVNndmVVeFdsNG9hcHZmNFI5b0pRNHEvL0U0YnNHbklXQ2JTYzNROEFVT0o3NmhHUTFEN2ljbFV0L3JJL0hENFFiVEZVbmFrNmdISXV1UGVadThoeEZUTzFVVEZ3dnMvSTVLVGxJMER4UUVoOUxaWjVvV2ROL1l5SURMN0JPTTVrTjYvSGlmVjVOdFJWSTlJTTljN0FhK05kTXdDQXdsa2xBUFhlTUMrL0dudC8wM1hEalM3d2NnN0ZJdHo3Y2h5ejF1dFZValQxdjMvWU8vQkc3T0ozZVhWOW1TUXB1dmFkNnZBbzlrS0ptTm1SZktZOU5yWXVXcit0Q0cxTTdiRFZBTFMxMlFWVlJwYkdsWGtkYWFlNndHc29uTEhDZmtzY09YVG9PNkhTOVVhaEplV045cWFHZGdDQUVyZjhJdU44ZjFmVDArY1Q3OE5UYlM0bGdDd3BnZDBNWFc2S3ZaZXBrNmZvSU9nQ1EvYVFDZWFiS3JxOVVsSlA5RGg1ZVlhR21peTJHRHVXeUNEVy9YVUxGT0tmNiswTmZ5djZ2V1ZxZHFVUWNPSHRmYnRHeDdDRUtnRHdqeHJ6anowK1p0eUdUMlRMd0FlTTBieVJuL0JUSlNvSUFDQ0piakhFVEJ0NEtxY2hsd0hWbGIzRTV2YS9xcEpQN3labHhQWmpadGxqcmxRU0QwdUNPMWY3QjE0SCtFN3NJNGFGdnZvOEFBSUN1Z1JTTERiZmR4eU1YWlRxK2tZVnNyUFhXUkp2TUJ0Nmp1L2JHVmZCbmVzMW5NRGxHb0hpN2U2VzV3WThsYlVyQmRudmR6WS84eUVBUU5INnVvV01zN21Jc3B1a25ONWhPdDZPVy9RT3FZaCtGb21aN1MzYng2V3Q1K1VabWpiYlhpV0V1RzJTSFhHN1lHV2djY2R2U3Z6MVJVNkF6OXFEdmQrS3Jmb1hWRzFPMHRCUlRjSnU3OXo3N0FlZXFucWRTenU5bzNsSFUvUzh4VTVSS29RNDF0VjZyeUtjN3pNeUxUTHpPOExhTHdFbVFWRlY3U29aTWM4d1ZjczBHVHMyWHNZeDMvZFlwcEJhR1FOMlJ4S3d6c2J0aDJHNHA0d0o2eEVieEUvUHQrMEl3N0RZSFFIbWR6WnRmN0ZrM1JPNVV0TnlPeG9iUm9ub0xhc3c1aU1USzRqVWQ0UE5SbFBzTnIwcVVtcGIrRTZnZFZldnJodHVtaXdlRERRMWZHZTg4WnVzMlE4QzBlMnUxcDE3Q3FxMkxTVzBGekRFMXdQRGdpd2ZoU0x2WDZaelo4bzNiY24vZStmQnVGWVQxRGZVTDBWcHorUkFoMEIxZVFMTjIzOGE5NzE1SDUvS21iTTAwbSsrcktVb3BTYXoyNkYxaDUyWFoyaU9PYUlNUUZvSWNLTzlkZGVZTFE0UVZTblc3RUlRZEZjeVpVWkg4L2JYQ3FvMkp5bmdlTkNNV0FlNzI1NGJBQUFzOXRVWE1JS3pzZG9UaGI3NlBJVmhLaEZtQlpwMmZEYys0V0t3Z25LekNJZ3RKYzVQSFd1ODU4UlI1RFhTcFZOVUk2RkZWbmpQa0lydE1HcHFlRkxma3JVV21HMDliUTM5T2Y1TmpnektXQU5FNzdRM2o1NGdVN0tLRnBpOXAxajA3WTZJUEh2YXFxa3VUVnZYdnVlZUgrOEVKakNCQ1V6ZzR3RWU1ekp3RHc2Ykx5Ukxua0dORlFTYnQ0K0lMdWY0Tnpta1ZFdHR4WHJsOHFIdmhBcjhUOHhVaExvNnRoMXZhY1cyS1JyWUswbmk1TDcreUwrOGUvRFpQcjJxZm9VRWNuUTBHZDFEeDdCWGdZVHppUXNpQUlQcFByTUlrWllRMGUrN1duZWVUZHdPV2RZRHRvVDN1c0xxNGRpNXJxUnFXNzV0bTljR0FFTkpDcTZFU09SSWJ5UWtzcldVRldHVHRUdDVKSWtVdFNRVVZsckdzaGZNOXhtWmJwU2JCWW5mQmhxM2o1dTRMNmd5c2hrVDVTQmthT0R5bVorNGh3V0loY1crMzIwbFIvUU45U3VFRGU5ME50Nmp6V2RvTTVZVG8ybWhDOHAzRXRrTytrT0dHeTM1aUxSa095cXdMSHhKK2NuNWhIMml5TXN6TlBkTWViOEVkZ2FsbkJTTzhEY0FYaEllZisxS0lTUG5PMXVldVRUWCsxVm5walp6VmIrSS9IS29zR1V3M1dmZUwyd3hjTXRtbHoyKytrY3BUTUhvZ25Qa092U05LcEc5Q3BITklTdlMwTlAyekVnY1dPeXJMMFNRQTB4MWZUN1EyUER0Mk8ralpMMG9rMEt1c3dkN24ycy85UHlZU1pTaFZsbkh3eVR0QVFKb1MreDNuenJKcWdEQ1dRTEZjN0V4N3N5eXgxeFRIQ25sdmIzaGI4VWthTkJUV2JmWUZNQzZXbmNlelBNYVV4bTNGZ1dhdDhleFFFc2ZNT2FERFpQYm00MFdHSDR1SFV4ODRXaFR3OThWVkcxMmFVNjdnaEJPSEd2Y2ZiTzA0c241Z3RsVHU1clB0Z0lBbGxiWGw1aUNPbzQxRzNHRklZaTZqd2tva1l5L2p3NFdQTjl5NzE0S0g2eWRnU1pOWXFveUkyeUtIemdjcnZsbzBaM0FpQTVFRFhmTWhKV1NzYXVKR2d0NjVaWTBKSGpZRlBMN1F3VzVHbDVhdFdnRmNYRTcwTEo3S0lhdHFlRjQ4djFNc29meUQ0UlNLVmoxNTVOVUxTTlRxcUszTS8yOXErTlpaMzU4UVBoeHJtRi9NaGtDaWtJakwwTWlCcER5aDc2aS82MUFnS0dYRlZJbTRGRExRSGpnZzhNcUtVbURZV1drUnlqSHY4a3hOVDNwQVlhUURwSEJsc1NzYmtIVjVpeVZpZGtZVXJvQmxUV1MwZHVKTDJTYVBHa2xTSnlOS0xwR0M3alU4RWxPK1JDaVBOZTVaK2NGajY5K0xVZm02R3grcGh0R3N1VnlFZGp5RkJMa2hpT096c1FLdnU2MFZnS3h0QnRoOXBOeGI3aW1oanRtV0FWTVlsOUVWUzg3RmNlU08zRDNsYUxxSitjQXdQMG04SDlNVEFZNHdLR2JFZXRJY084ekYwdXE2M0lSYUZaN05Ca0FBQjVIZUs0aUpYYTFhdDBqNS9FYWlnUGwvWVRVQVcyR1hhS1ppNUV4UWszTkpiQXVqU2NFVSt6Zm11V1E3dnRKd2syVVpIYTJEckV3bGxac20rSWllek1TL1RhYUFTMWViMHkzdUxxZzNWUi9vL3UyVFFORlc5QVI0YjlOUE9ieWlxMkxISXExR2lSOU1BZ1F4NmdvWGxkZlNLaG81dnRuZXdBQVpKWlpCbUIxSkI1alpIOWY3UjhSaHdVazdOOFZsajgyUTBWWVNRek9IbTFxT0RUZVoyS2hPSk8vQUNRT3hpakVBZ3hOOVBPWm9Da2YzaDFvSkdDRklDTHhkTGlhR3A3a2NwV2FKTHVWSkY0ZU1lV3g0Njg5ZlJzQWtFOFh1VWd3RDJ3WXBPdlhEaWFlTTRxQ2dzMUppdFB5QzVBUnlZQUZtN2UvcHVzYlZSWGRYa25ZRVdWMmVIeFBMZ0JwcDk4NWU0OXVxRmZXTDJOSUMwQkt5d1R6Y0NMN290Z2ZXYXlwZkJVUlhlNDllM01rRVpidk16S1owMXpCZ1hvRjBnZDQrMDdjZlpmMEwxNXBDM0czcSttZFN3QTFQSVBTQ3dqcFZyVDZFSXVsRmR1bXVKT25iQ1NRSTFseXhwUTBsek56cFVMOEY1K2svcllKVEdBQ0Uvai9DNlMwWXRvQzc5a09CcHAzSHIwYUd2Z0FFM1NFVWtYYWFrN3l5dkhYbnI1VDVQM0xkRlU2QzhQbTdaR3FjUEhhclZrdWhkOVBFalhKN044TVdSZ2Jjd0Z4Y3JCeFI0dXViMVRUUkpvZkZYZy9VVmtlQUVEMzIvTVk0aHBHY0NRd2htQndjYlY0RkJDblNnaTN4c1pabm1xamdEaWJ6cEd1SnF0OGhVVmFleEJTN21TbkpqL0VCVHZoZ2o3YnJiTDdhRUFjR0t2Z2tiTmlVNnFieVM4QXdMNk94cDJIeHh1dlVxOHhWV0Z5TlNGSVc0SERQVDB2bWE1WkM1ZEtwRnVkcmNhSEhzVmVpQVJLUjB0TTY0UnZtNGNqVzJrSitOV29aSUMrVVNYYlhna2dPeFNGelpaa0hrM2NKeGJhYkZFSVRLcEE5dlF3c0VNOWJVWi9jWFY5R2RsZ2R6YS8rellBUUpZMnc4TkFYanZkK3V5SEFBQjZsU2lWSEFYZXZoNmM3TFJYZ3FEandmMDcza2s4Tm1abGZSNFFzcVNRKzJPRmxBc3J0aTVDaEdVU3lCRnNQdjNkdU9zdnQrY0JrL2VUQmYvUWVlRDVVYXhCR0k3UlZlNWNqUWdMTFRJUGpSTDY5dFZWTW9RNUpFVmp0UDAyaW1rcDdtSWI2SHdzWTdWb2ZWME9VMkFLZC9KTzhCcUsyMmw3Q0NqdVdWbGNzWFVTU1puTDJGQmNxWHYvZXJKRGdaS0lEUDNMekxMSEhBclQxdGdDVGdZYmQ3eFQ3S3N2Sk00VzlMNXo5M1dBbDRTK29YNnBMYVVyMWxVaGl1THkyamtvK0h6Sk1TTEJQQjE4NVY1U1pXbkZ0aW1hQUM4eU1FbmFYVFFZc3BpZ0dlUzg5eXdVKzNMWEFZcTdIVTFHZCtLeFFkSCtMMEZ3dkt0MXFOaFpVclZ3aWEyQUVtamNQUkk3bHZRdlhxbW9TVE9qUDNQRm1hVWtKNitRVHNoQVJWdWNkeUwvazgwVytCamdrNWtRaUFFeVFLSlBWNzh1RWx3SEFPREFNZ0ZvU0VNQVJGK2drY2RXc0RGTnBxd2lZaDVUaEg0VVRLRDV3MURQZnJrZEdqekVuT0pSc0NNdGlTOGNqNzkySlRGbElUSTQyZEcwYTVTYWE0bC84VXBwc1JPQnBoMm5peXUyNXBGdDIrMnQvRUIwWVlXS2VqOGhYR0tjOG02RWxmMkprMDFCVmQwOEJQN0hWM3Y3L3pWVy9EQVJudHZ6RmlGanJvNldoZzYzbEkvY0NsOTg0MXpqOHhFTzZsOElzRnNTRitxY3VWY1N3NnZkYmM5ZUx2WnZ6VUlHODBLWGxUM1I3ZFAxalc3T2xiWHk1dlU0Q3BYdUZKdGx1UGYxenNiZDF3djhUOHdFcmkxR3dLbW16UStQcFhrQXczUXVCZFNWUU5ZcDVEQ05ibDA5Q21CSVhkK29PalgyWjVhQXY0L3Q0ME1tMXBESkRrR2JZVXVrMG40cGppUW1TWlpXYkp0aUttd0pNcGdIRHFVbDFzckk0ek55dUVvTE95TDhVRS9QUzJaSjFWUHJJU0p1ZERTUDNYdGZVbDIzZ1NHNzc3WmwvWk16UkZKMUpIK1pnT0hOVUx6N3hMaGpYLzNVWTRqc1RqRHkrd09KMjVpVSt1MDdkNDlPUzAvWmlwcnlacUxqUU1uQWtub1pHamprQUZvKzJHKzFSQjBsQ3N0cnAyc3FlWUhvU3NCU1doTFZrV09Bem1uYUY1bkV3d3F3dEk0SVB3UUFnTmxUbGtxZ3k5R2dhV25GdGlrTTFmSStwZjl3Vk9tMnFOcVlDeHduY3dDd21YS3h1L0haT01YaUhQOG1CeU9sRWtCZXdwdlhta2NVY210cXVJdWJPaUN6Sk1Qa3REQnZqOU9XOEczekNFbXV6dlF6blFBdmlhTDF1Zk9CS0MzUWVHcjBKQWFBVHBYOXVXMzJ2Z2dFSXo3SmlFcTZOZmpod1NPTlJxOWV1U1V0TDgvUS9pUGZ4UVFtTUlFSlRPRC9ES1FWeXhDSXR4MjhmT2c3b2RoNXdlT3JYeXVCd29FV3JRY0FTSEVtK2NPOTdGQlAyei8wdzdBZ0hITXI2d25BQ1lLOTFkbTQrN3BldVNWTmtlWVN1REZVUUpCWmsrK1ROblYydkRhYXRWZmsvY3Qwa1BBbEtmSGlHS3JyUXpiQUFEazNROHIzWXluYXVyOXVBUU43cmdncFJ4bFg4L290Y2FTN3hiam1jZG4zRWJQZnZpN09meUExUjZrdDFZTmp0Ym9CQUtTbXBmb2xpUnRqdFp0R2tlYzFra21UeFF4cFRzVGtiM1h1MlhtaHFOcVlTNmpNNlJ4VXU1WlhiTTFFanNWMGJTZytBZ0FvclhoeVBpQitsbEQrdnJ0bHh5aG1uWldWUFIrQUJnR3cyRUxyVXVmd0luNHNGSzJ2VzhnbHpTQUpHdHJXdmhQTnhxMVNmLzM5UUREWTJhcDJBTHdrOUtyNkZjUVpSbHN6UzZ0cVowbXluWjE3ZHI0cE1yUG5JdUJBeHhpTXlkSU54bjBBbUNxSlRuZnNWVWJFOFpaV2JKdWlxbndkQUNqaDhPM1dVVzRMS3Y0SkFPeU5Pa3lOaFdRN1pRa0NsTm9nZjkzZDhseWNkcFplWGJ1R0FCZExBWUZnaXlOdUFhNlhQNzVBY2t3KzFueHFKQzdWSzdmTVprakw3K0RkUThGWGpFR1BKdjBnbFl2QjVsMGpsZnk4dkJvdFJWVytydDdwYXp2U2FQU0MxMURJbWFTSElsYXd1K1c1d2NrcDdtSmgwWHRkclR2T0Rsa2tZbWJBMUY0L2QrNzVpRjVldHdBbExtVTNyeDlLak5sMGZhT0tDaTVqREdiWUFuOGYyMHFRNDkva2NLaEtOZHB3V2tqcUQ3WTR6aVNsSjMwNVF1RUR3VmVNUVJodVh3REVnYzRFVjRXaGNhai9CbU4wdTdQNTlPc0Foc3hkL1VTSzVNcTgyNFBxU0tLanRMcStWQXB5bU9HYkl3VWhSQ1hETW52UE11UWx2WEQzNEVjbGt5YndIOE1uc21WZ21DRXdCUG9ZOHkvK2t5QkdOeEFRQ0dneUFqZ0FFRUJTT0haeDY2bXE5d0REZGRJTy8xMTNhM3kvMWN5eXgxelphVTYvS2VrSWQ2VVVTbUh2VDFqTW9WNjFOWmNocmtDSkY0ODJiUjlWd1MycU51YVNsRnFuZ0RQRjViVnpWQTJuaW12WERnQjhUK2JrYkhKa0xzaW90RzF4RFRRMjI3VERUZWZiZHNZdCtBdXE2dVpwaUg4VmFOcit6WSs2MStMeTJqbkEyYklJOEwwZVg5MmZEVjQ4K2FPa1dmbkpKYjc2ZWdIdzIxanEyVnp2VjUxWmpwbHJnTEViN1h1Mm55Nm8ycHpFcExwY2d0MFJmUmtNT3hUOGw5dDA1L3ZuaGw5cU9mNU5qblRJS0tmUXdBKzYycjU3UjYvY01odEpYUS9TUE1JUTNjZjNiUjlINUxDR1Q1c3NWeERKUHE0NFZyUTNOb3dveThPazdBZWtvTzd1bHAxRHZWRmVJOW50RkE4S0VYbVRwN2hOdmJxMkJtejd5S2w5ejhRcDZzOHNlOHlscVd3MUFrMXRiOXk1UFhiYjBvcHRVeEJrYnFCbHg2K2hwb1o3cXVwMVlOTHFmUDJaVVM5UkdQYXJKY0NDdnZCZ2d4bVJaaVF0NlU4UThEWXgrOStqN1F2aklTL1AwSnd6clJvRXd2YkdocmhXanVFeC9DTnBzYjNwR2VrYjJodlpkb0I3U1kyaGRnMTNkZC9kOExmZGJyY0hPQVdpV1d6ZHQyMGFBL3lhSUhaVVJ0aW9aRWdNc01TL2RaVXBsQXZxLzJUdjNlT2p1SzUwMGJYMnJxcnUxaHNrOFJRWTJ6TGdGdWpSM1pKNEdOeEdVcmRhMkhHY2hFeWVrOGU1dzUzSlhNK01UeHhBTDAvRkNPeDRNcE9jOFdReWNmTEx5ZnZsekV4aXgrZ0psckV4Qm5WTFFoaHNNSFpzd0lCQmdFQ3Y3cXE5OTdwL1NDMjFXc0xuZCtkMzd3MzIwZmNYZEtsMlZWZFYxMTU3clc5OUg2cktycGFtNzhNNHd3SklMSXlkMFRwZ25OclBETHN5M0x4emducnY5WDgxQjhncUlHQ1NDSy8ydEpoVFJJcFczN1ZqamtINnB3blVHUm5UWDRpN1RTenpmOUU1NTNyZVhVQU1FRlJHcEcxS0d3ZDZRdzIzRWJIY25uRS82TlVWTzI3VEdMbTdXbmZOSU1wb01sOVEzYWRJblI0OGMvQVZjT3AybkFvbXhlaUZnYXRIcjY2cXFKdVBUQ3VVYzBaZWdSdlFVMmN4aTFuTVloYi8vMFBUY0ZKVThNWnhKSG9xRzFaeUlFZDMyNjRPdDk5TWN6a2ZDVW0wTzQ0ZEhFdmtleXUzWnlMbm00Z0RFTkdCU092WFQ3dmRwZ0ZjM1lYQ2VpMGNNVWU4TlkyclFhbFlaTit1MDhrSEtBaWFjem5JdnlXRU43RC92ZWVTTzR1OWdkcVZTS3hvY0RENlA5NCs4TVRFdkw3NnJoMXpGTEZsbzdaOUlNMVFwVXJxeDEvZjIzUzV1S3JoRGhKUzl0aU9rMTduNGpVRTlHNWZ5NHc2UWxnVXJQTnp3QVZkTFUzLzQ4WlhhZ3QzT3NSZGhEUlBvTnB6ZE8vT3Q5eityeTNRUUFURExVM2ZLNnVvelpZRy8weWtlZWVURStkY3VUMVRjdjBqakZRNDNMcHJ1cVZpemRjV0dFQ3JwSUJMa3RTcG52WWJLdk9ESjdnam53R3VCWkxuQlZOdjlMWjk0NXFuMml4VVVrWjcybmIyQVpqb3JXeGNqWXl5dzgxTmUrTEhWem92cEdIOWdEZFl0eENCdVlkUHMrYmtzWDNWRFN1a2tDc1paNmQ3Mng2ZGNIY3E5djlkbHFhemU1RkE2WXovUi9kNDRnY0FZTVg2YmVscEdjNnRxT1NwY091TnJhbkxRMmFlQUJGVU51M3Q2Wmo2L1VwQ3RXNGtMR0NJYjRRN3BySXlpamJWTDJaT2ZtL1hua2NuN2tsSjFiWkZ4SFIzZDJ2VHp3Rk1WbEpUNytNMmpIUzFUMXI5amJVbXVPN3J1dlRlUDBMa0tkdnZON1ZCbDloRXBNNGY3L3lIQzU1QW81Y3hNc0p0ajUxY1ZWRTNuNk5ZYnF2b0FlajhwbGhWVVRlZjZWRFUxZkxvTDVPL1IySGc0VlRremhBUW9RSTYyTmUyT3pGZXhneVZWU2FrdUlDY3V5OWRIM3E2dERyMW83YXcvajIrTHZFRzZ4WWlRVzUvbENjVm5Vem1DMWhCQXVYczJyUHJYOGV2V1lZa3RYbklzdHZlN253c0NnRG9DZTY0SFlneXU5dWFPcGF0S0Z3RmNUTW5HUnZRdFl6S3lNV0wvM1lqRWZDYkRzVHdabDZ4ZmpBWkFna0VYd0w4VUxrTUFBQ1F3bjRZY3hhWUM0Qk9BQUFHazU2NUpSVzFib1pRQVVyOHJxYzlaV3FmajkvVUZxYW5sS0RRM2tERUZBNGc0UExsS1JRcGQ0MDVIem1ybGdMZVBOd3kyU01YeDlqQ1ZCUnFqRVVLWVdRQjAyblY2S0RvR2NzYW1penQxaXlmQkhHZWNWZ3NvOVNUTEFCVFZsR2JyVE84VDQ2SVI1UEhUb1EzVUx1U0cxaUFNYjdQZ2FwVXhZYWVkaTI2emVWazRzK2tncmFlQk1xNzIyMGF1Y1ppRDVHNjBMWEg3TTBQUGVqZ1lOeG5rem9lcDJFVkJoNU9SZVlva3lCK25TaGNrdzVaYXlUWTcwUTYvN0cvSUdqT0JlNVlyVUIxSWJJRi9URzlMNWxxSG9jbnNDSWtTV2lTUU90S2YvMm5FK2Nkck50TURPWUxpTzBEQVBKNnpSU25TNVNoelE5ZnRTOWVBVXVWSTJCZnBPTWJVeVovdDlzMEZtU20zWThJaTRVRjB4YVpoc1pLWWtLRUFRQ0tCMWJjUmlUU3dpMU5uVE9kbXk5UXQ0cHB1QllZUEhleTh4LzdGNlNuM3dVQVFzVGtOQ2JJVEhBdWtlVU1HWSswN1B5bnhNL0xRMllHYVh3Tktkbk1OZnRPQzJNdkpTWURBQUFjekZoamtlck9TRFBLT2NyTGtlYW10MkNjVWdqQTd5R2tVOUVvTzVLbzJKK00wdXBHSHhCYnlrQTV1bHJIa2dHRmdZZm5jUzQzanBMMnl2SGpwZ1YrVTlNZFlvMWwwWVNxLzhxSzJteHdPdStSeUlZNTBmWHUxcDFUSnBsaXY1bmxTRFUySWhGR285YkIrRG5FazBtYzRXVUU2WlNXMXBtMFh5WW90bko0TVBveWpDZkVESTNkR1o0eEdRRGdyUnpOQTZBVnRpWitoOGdJcHl6NGlXZGtyN25EMEZoSlZJcStHNGxVem1JV3M1akZMUDQwSU1CSmNic2IySUVWQnN4YzRIREwrZXZEQjViNVRXZUtVL2k0VXVINEhMdk1ienFCNmZjbzRwcUlpWENrZVl5T25yTEV2bytFT05PMTkvRzNTcXJxZlVTVU8zcGFQNXdjYTdqOVpsb0t5bzhBd0lsbzlQTHZraXV6aGVzZW5nZGMvNHdBOW5UU1BJTE9GQjRncVU2bmF2b2FoZXFQa1k2dm4xNVpVWnV0TVhJelVyMGVGL2lVQXRiZE1zbGdUSVMzdW40OVoxZzBmT2JFZDkvdk9wVldyN2dmaWVZandXdEg5anoyaHJkeWUyYUt5MVZDdXZiVFlyK1pKWFQwMmU5R2Y1aTREM0pISlVjNUVNNDRPYzIrMlJ1c1crZ0U1MFlTNml3REZSdXI4TStNTVN0dGJia2lKWUd4MDcwdGo3L3RDeldXTUNuVEwxdG5qZ0FBbFZaRWw1Rk91ZUdXRTYwd0xyTE5tRllOUW5SemgrVmlERGVTakhVbVY1Q0wvWCtYcFFncWlkR0ZjUE9qVTVJRjZFaXRVQktsa3ZadkRpV0lPQy96bTg2ME5NZDlRSEowSkhiMVAyOGtDMWNZYUxoVktuRy9Jbmd0MmZXb0pGU2JxNUhtSjJKbkQ0OFhIeEszY1ExTHpsOGRuQ2lBTFBLYUtZdzVTMVJNZTJWc2JIRUxJNXpiMWY3b3BCdkJsaTNjZ2M2MUF1eFh4aGZIZU4wUUcwR3AvdTZXM1gyZWtMa0dpYkxETFUyZFJmZldMM2JxckJ4R1I3djcycjQ1REg1VGN6QldGQjBTMHhnaXkveW0wd0JqSXdFSXB1RGQ2R2xqQ3BPMk5Oam9acWp5R01lMGNDdi94YnlzbENMRjhJMjQ3WGxwamJrQUFjdUVaWFFsczRTTHE2eENRdWFPMmZSekdFKzBDR1Z0c0RXNVB5N29XQktxeldGazNLb003V1ZJQW1ORzd2V1JTODBmbUdUQUJ3QWZ6SVFBR0FrdlZXS3BmOHBUK2Y4QWNRMEJCTXdtQU1mNHAyTlU2YXFHTzVqR3F4UlJPTkw2eHBIa0h1WFZQTHFVZ0ZKVlRGeHdvSExUeGZjT0owOHlxVXIrdFZEd3grN0xGNmU4akdCODRlUXcyQ2Vacm5XTURFYTU3blJXR05kSDk4VUZjRXBDc1d4RXhSR3dnS1RvU2xSbWo0TjBiWWV0NUw0YlVkUmcvRVZCVEwrbFA2cnRZeWx5azJXTDN0N09idzhvbmQ4UEFPZDcycWRtRXgyTDdVS2hnUlduNTgvRnpDcGJ3dk9KQW5NYXVqd0E0bnppZ3JnazhFZ0lHUXoxTkR0ZUJ3QndvbDFCUkJkQTRlcmhNOXIrRzdVeStLb2JhbFEwZGtKai9OYllHVzEvWEt5a3JMcHhMYUlXd2tzWGZ4cFBoRkMydkpOQVh1amFhNzZWN1ZqazVsd09obHVhcG5ub3BpMVZteEdnWUVoWS81NTgzYnloUi81S3hMUlh4Mm4zeURRcVkxY3VUM3NKd2ppZGpCaS9GNlY2UGJLSEh5djAxNjlScUpaTHd2RDcwZGZpS0FzMDNNb1FLMFppbDZkcEcwZ1NIaURqVFdROFpJRTZrVXpGTHdyVTNtc3hPcU1qVzBaQTErTVVTcTkzcXk2ZFloMEJ6Um1KNnM4ZTc1d3VTQk5INFQwTkt3Qm9pVUpnMS9tMU1YdEM5eGJENE02TmxocDlOdDVDVWVvVUgwbFVtTTFiKzVBcm5ldlZFTldmNXd3WGRXV2VUS0pXbWd3TXE1UVllVGpUZnByZ2xvQnp0Y1hGdG9xOWc0cDhndXhJY3JKQ2Q2Z3ZnSXk5ZE9MQUU0TXIxbTlMMTBBVURnMkpHN1pkSURkcWJTRitkL1M1eDYrT01FWUVrN2FEakR0emRDM2wxb3ZYaDErSXQxSE1ZaGF6bU1Vc2JoNXdUVWdpR210L0pKcXgvNWlqVlQwZzdZTm5EMzVyTk1jcDFpaFFWdzZQMDkvejh4OTB6SFdJenlNREM1aDRMVzVCN0FzMWxqQlU1N3IzN3U3emhocHVKNDVwM2FQYS9wa296U2tPK1RFSkFDQ3Q1NDRuVktISDROY2NHYzUvaWxuaU83MHQ1aFRLdmErNi9pOFE4TENtc1h3QTBUMW1wZXZYTW5UdEMyVG83Ulp6TFpSS3VYcmFUaDZZYWRGYVhOVndCd0t1VmFQNmo0NGZmL3FHN0RWUHNIR0RUU1NSNGRWd1RPOEdBQ0t1cnlWUUp5UFBtaU9hVTJ6a0NvLzM5VTBXaFh6VkRYNWdhcVZBZWk1WjVHMlozM1FpYUdWUmk3M3YraG1hQUFBZ0FFbEVRVlFDaksyRXk1ZTczMDluQjBGYmg0QnpBZlZENFphbUV5WEJ4aUloWlU2YXpRL0Z4Zm5JMFAzUmQ3U1hBSjZXNERlMURCS1Z5dEwzanNhTVFVUldxZzJNUEpQYzdnZ0F3SjNwMndFQVlxZTFLWUxPdmxEREp4amhvcWdkYlVuZUw4dXdQWXhnMGVXby9zUHA5MnY4MnZyTkxBZXdNbUNRZFRXcVRkSDJ5c3Q3eU1WQit5d1FqWTZlWWUzVHprbnF4YWg0MzhRK2ZyKzJLRmR0ZzM3MmZHK25PZUQxYnRWMWdLS29HcDdDVFBCZFgzNnZCZmI1M3BiSDM0SHhoVG95c2lLdHU3dUxxeHJ1c0swWVJ0cWIyb3Y5WnBabTgySzZkTEVqM21aYzZsSmZVcUM5T2wza0VpREhBWVVLR0VjaWw3cDhxU3Z4R2ZZRzZ4WXFWSGNyNUVNV2pEenZyaG5PWVpMbVJQYThmaHpHRXk1U3lvMFhybyswSmNkYlJadnFGM1BHUHFlWWJCNkxrVXlXbm01NGhhQTNqdnhoSWpaR0J2ekxGd1lIWDRvOGE0N0FsaTJjNlNsejQyTW9FYjJzTHJ3NnJWWDZaZ1lCVFZseks1eTVHUG1ud2dlelpRQ09FMEJ4L0VJaTBZZU1JWUJ3Q2NjVEFrRGdBQnp6elBWdStMdUZ3UEJ1SUhxbnU2MXBYL0orSmFIYVhLNjB1eWcyc29lbnVqNSt1S1hwcWNTTTlJcjEyOUxUTXh4L0paUTZxU2pXTVMyejVqZTFIRU50a0dEL1NzYWlhS1NtckJ1Tjl2OTc1T0MvamtLYzJxWlV0ZUp5d0NJODNKZFVBUzhJUGpUWENXbC9LNVI2dHE5dDVxeDBmQnhTb2d5RjNadVQ0dGlzcEh6eDFiMXY5QmNISDdtZktXRkVXcHQrTi9uWFc3ZzNlRWNSWjVoeGVNL1lkL1lGNmxiWlNsNStkZTlqRXpRNFQ4aGNvd0hvaDV0M2poMTN5eGJ1dWJheW1CRmREeiszTTVLMzlpSFhndlNHelVyaFc4RFZJcng0NlRmSGo4K2NXZlRXTks0bUtaRzdIRFhobHAwVHRLM1NRUDBTSXFxOGNIM29hMmNqVDQwQ0FIaXE2d29adzduaFBZKzFqL1Y0c1dXSDl6Uk5XMmg3UXZWckZLbDhFdmIzVDNSTUt2bDd2VnQxekoyM25xVDlmRi9uWTJkWGI5NHh4MG42NXkrTjhLZmVuaUh6V2JTcGZqSFRjWk5DZWozY3RydTlOTmhZb0JoZlQ2VCsyTlBDcCtsQUpNTVhxRnVsT0QxSW84UDFTUk1hbGxRM3JnRXBiS2F6VysyWWVPbkkzcWw5WWxtVXVWWVNubEhTMGhuSldGZmJtUEJSM3RxSFhKU1pYazJLc3BoaXo3NmZOMnhwb0g0SmFWUkdDbzJMQXlPL09Idnd5UmdBb0hmcDhqS0tRVS9mdm04TysvMm1OcVRMOHFpeTN6bmE4Zmg0ejUvSmN0UHRVZ0p4QkozczQvMGoybzloejVSZ0F6MUJ1WjR6WHFSaTlKTkQreWF6K3A1cWN6VlRWanJqcmptMlVKMjk3WW5YMzB6QkhEc1VHeHo1WmQvTDM3eFc3RGV6TklkZHdXelpPVk5sdnpEd2NLck9YWDlGZ3Y3enlONHhHOFZVeHp5bmdnRW4wQmlSZ2tqYVY4NzM3RDk3OHVBTnJadG1NWXRaekdJV2Z6ckVZa2dPQndnQTBDSE9ReDZIMTJ1bTREeFJRMHExdnlWY3c5NUFZem1CRXQwdHUvc2c3dTZVbVZMTkFONVRncTUwZDR4OTdnM1dMUVNKT1VObkhTOFViYXBmekJUY2VvMWRleEU2bjV6Q3Nzc1BQZWpJaE13UUVMcTRiYlYzN1oyNjhNd1BQZWpJVkpsL2FSRStOaVdwN1BkckpjYjZkVGF4QTR5SkJTVGdWRy83N3ZQZ056V2ZZVlZGby93M1hFS1dBV0xwWlV2YlA2M3ZmWngrempUOG5GTDhwKy9INHZOVk42eFFxSmJxeExDclplZlBBTFp3WDJXREgwQzcwai82OXJ1bG9mcjdoQ1ZQOWV4OTdFeDhIMDlsdzUyQUdGSTIvYWluWTNwQmFKNVRsaWlFL2xSUUQzUzE2RThDUERWak1tQ2lCVlBCTlVMN2RHL3J6amM5UVRPZk01blYxZnpHUG9DblpVSFFuT3ZrOHBQOUkveEhjV2NDajh2MmNVRnZkWFdhL1NXQitvMld3cVBoSkxIdHNWaG16c2NJMVlEajJ2QVB1NDkvYTN5UnU0V1hCSmF2UjBDM3BOZ1BrdTJYU3piVjM2SXg5b0FTN01rYmEyS1pUSFBZZHhOanQ0U2JtM1lsYmlrTVBKeXFNOWNYUUlGUS9kcXZreEpFNkEzVytTV1hWM3YyakxXVnJGaS9MVDNkYWR3VGJubjA2d0JBYnJkcHlHeFJvMHZSZDJ6dm1GMmwxN3RWeDduWlpRQncvc2k0cFhLcC8yc0xpT1JTNk85L29lamUrc1ZNc05zR2JPMkZ3c0RES1JwWXBSU0xIWXBFbmhvWmU4YlNLOEd5OXZic2Zmd2NKTUVUM0pFUEpGZHhCZ05kTGJ1bXRCSjRLN2RuQXZEN2tkUzdFdGhSZ0V4d2tkZ1NibnZwdXdDZEVtQUwxNHlVdFJqais1UEZ6a3RyekFVZzVYK1RVdjIycDNXc2xhSWtGRnVKcFBNamU1dE9UdDUvZGQ4Wk9mSXY3NDN2WHphNHNtekFNYmpjRW1QREVaRkc2c09sSC9lbnhnZVVJVEFKdktrN012NXJJS0I0MW1zdTRCaERnQnNaVGt4TER3R0hrZmNHaDZkVjlyMytyK2FnMU5kZ2pMY3hoNnZZaWxyUEpTWUQxcTU5eUpXYTRhd1JDczRPRGx6Ly9VdytyeDVERmhHS3l6M05qc3M2ZDFZeFliMFdYelI2SzdkbnVyaTZCMGowZzJUbitscE9URkZtTHd3OG5PcWsxRDlUaVB0NzJuYmRzTEs2cXFKdXZvUEVPa3ZCVWVEOGRyS3dLOUs2KzRLbitzNUt4dFM4U092dUgweit0Y21LcSs1WUxRbWRoNXZIa2dIZVFPMUtpV3pCMWFpakovNzlTa0ttRzVYS1B0eHNUaVJKaXE3azMwNE1qSEE3UDVnZmV0QXhMeVBOSndpT0FNT2wwVkdyNjBaQ2Q3NVFZd2tTclFCaSttZ0NsUzQvOUtCRElYNVNBRDRUZjhINUFuV3JHTEJsNFQyUGRuaUNaajdvdW1mNHREYWRJaGVvWGNrSTE1TEFscmczYnh4MmRzNEtLV2tvMHZiWTY4VitNMHVYck13ZUdmekpUQk9PMTJ1bWFEcTdUeEtOUkpxYmZsY1lNT2NwZ0ExSThsdzBxclg5cnhUdGk2dDNMQ1BBZTZXd3Y1NHNRbGxXM2JnR1FLWklyaW1VZEM2KzJJMGpVMllWSzFCWEpORjFwbGpPK2NHUkhvaTNRYVNtbGpOUXk0aGtkNlRqNjlONkpPTlk1ditpVXlIYkRCSkc2TkxGWDhhdm83ZW1jUlZEeFNOS2V3Y0FjTWlBbGNDNGZiVHQ4Y2pFZlFtb0lDQWFoSEFMQ2Z0WHlkZW5OTlM0a1NHdWtSS2VqK3c3TVpISThBWWF5NEhFSXFWd1VKRklVbmMyR2VUYUhpSjFyTy9sYjE1Y1dWR2J6WnhXZVZUUVM0Y1RQSWduc1lVN21ET0lCR2NqN1UxdDhVOHo1aGZjaTBRVGt4NHBFZFh0d1J0cEo4eGlGck9ZeFN4dUFoREIySUk1SVk3MGVyZnFrR3Q3cENXUFIxcU45N3dPcXhBQUlOSXkwUXVQODlKVFBvTEFOU0x0YlBkNEQ3amJiUnFJL0c0TDJCRXRieWlMYStCUnNkSGV4UFpGQUFDLzM5U3lSSllQSk9VRHFNNnV2ZE1GZzdOVTFwOEJzRk5ITWw2ZlF0SDJHZXRXYWdCQ0k3b0RTQnVKejJjbERsa2dDUzlkaVYyN3pKbTlWbW15WjZZWVlxd3k2L3dLSVB3MjJWVW9FZDdLN1VzQnlBTVNSRmVVL3dvQW9MUjZwVWNpRFZIL3VaNGMxeEl2U2Zwano5N0hwbGo1TWdiVlVxaW5aeEx2SzZtcTl3bkFCVkxLRE5Wdi8raEc4Y295ditsTWM0a3lJQndsb3V0RE9OeFhHR2hZaHFDV1hMOGVHeE1Rck55ZWFZRHdETWZFMC9IdldSWnNMT0tDT2RTVi9tT2xnZnFOd0pROWs1aGhwcHF6am9EbXlOR2g3eDFNV0t3V0J1NjRrM0ZlTkdySjcvVzBUN0ZmSHRNeE1OaGZDcVdlZmI4WXgxY3Q3aVdFV3l3NStuVHlObzA1Z3dnWUd3WCtpMGpFSEVuYzVnbnM4QkN4MUo0OWs1b0U2YW5PdTRoVTEzaWNpeWw1MXQxY3d6Y1RuaGVrM0p3N0ZURVpkNlVvREpqenBOT3hMamFpWG9FNUMzTU15VDBvWXE4QUFPak1VU09ZOFVaazNJNHhTMlVYQ2VCdnovVDhsVlhVTHVkU0sxUUlRMHJZZTZkdTNjSUI5WElBS1pURWt6d0tRd1pUNVZkdCt5Y0FuUUlBd0JlNk00RElUM2NsTVVYejFqN2tBaVUvS1pVNkd2L2QrTzVwV01GQnYyWDQ5R3N2d3ZqdnlPVlFwWlpTcjd3M3ZrNHBEdFN2RTRwYzFzaWxpZllMWktEYnp1Z0h5MW5nSnRlOCs4QW5CSUFBaWVpbXZzai9UNEdTamJjTVFEWUFPZ0FBbktsNVJRQ1FNM1F0OW14eXhpMC85S0FEWE9rZVJCR1cyc2d5aTRuTGZaMVRxZDdSVEdjVmtNd2NIWW85TzhWemZSeXJOalhjempqZEdva1pmWjVxK2VlMmpCNlplRkZzMmNLSm9WY0o2Nm9DeHJzdGZpUTU4NnlCNDE3RzRMMmUvNFZTclpPRFI1UHlvQVp3S3pCMk90THg5VE9sd1VZM2dseHhjV0Q0WjRsL1gxd2xidGM0eStwdDIzVVF4ajN2aWVHYVFYYnR4ZmdrNFBXYk9TakZBdWkvTUxGQUs5cFV2MWczZUNHNzlGNFl3RlJwSXYxT0pMQjBCbjRGVms5eTVuZGl2MkJqQVNsY1JBcHpiSWkySjFMcE1pSHpHMFJ3b3FkMXJBcGZIakx6QUxTRkk2ZTFsc0xBdzdsRTFoM25MMTVzUzZZRmxvZk1QT0xHbDVUQy9aRU9maXd4U1ZNU3FzMDFnRmIyMkhvdkFJQm1XS1hjVm04a1dpeE93bVFzbDJxUmdXV1B5RDBBQUpxSzNRVWd4WVZySTc5N3Y2cjh4RDBpNC85QW9EOGtUM2JlUU8xS2tzTGdra2RSS09wcTVWTW1jMC9JWEVOY0lRbzVvSEZXT2FnTnZSSi9CdlVsZGpGd0tvc0o3T2h0M3oyaitHRWMyYzY4aHhoQ1ZNU0c5MFlpVDQwQUFCVDZ0K1VoUWFtNmVQbGw2RFJGc2QvTUJDNVdoak9PVFNZRFFvK0VGTkJGUk1ZQm9EdVp4dWVwYkxoVFNyVkNDZEhYM2ZaNmIvelo5QVhxVmhFS3d4YmlKT2Q2V25mTEcxTnNBd3NEbGxzcVVKRTJ4OG44MElPT05BZDZCSXBqTjZMNUYvdHZYNklJYmgwY2pFMVlUWlZXTjN6TXNxOUhpTVRrYndxQmZkaFlTN09ZeFN4bThhRUNNZ0tFZUJ3ejhiN0czSG0zQVhHOVo2L2o5YUpOOWtKazJ2eEkyK3NUQ3pWZnFQR3ZBZFU1UkRvWGFZWGUrT2VweStSbkJtVnNmMng0WkZUanp2dlJvZStkeWYzcEdvOHRKdzBDU29Pbloyb3Q5QVViLzV3UWNxRC9RbHNpNVg2TVhjY0xGZUE4cFZGUFhMRzlhRlA5WWlTMXFzZldleGRrcEh5Q1l0RVhadElSS2d3OG5LbzU4SE9BNnFlUlBja1cwNU1vMlZDYmk0eFhFbEZxRFBWMjZEUkZTZFcyUlJKd2JrLzd5UjZWbFgySFVzRENTU3hReldIZkI0RG5lOXAzUlpMSDlBVE5mSzdoTWlSaEVUTmVpMFNtVS9qanlISFloVXJDWElhUzhTdnZIVTZQWlN3d0dKWmZZMWRmanJQMmlPdHJtYlJQeG52TnZadStkcnRFWEs2dXZQY3k1T1NzRm96clBTMk9ROG1hRFdXQmgyOWxURzRBcE5ia09NdUIydWNzeTNvdWVmNHZDSnB6RWJUTnBPakFlQXZHalBCVzF0OUZpaTBHZ082K3RyUXByWnUrbWtlcUdNRkN5V1JIb3F2VTJINS92eFNZa2RQZGRtSkN4OEFiYW5oUVV2UklYQi9MVjkyd0hEbTNFdS9iN2VzZXpnV0FoZDFDRDhONHdVaG45dDJvYXkxYU9tcWN5Y0pMbzZ3OTB2SFdVSzVEZkJxRWFJdTNub3pGUGxiNmthUllEOGFGblVuanR3R0hKUWp5eGVSNHl4dFk2U01PQmNENW9lNE83UVJ6aUdKbXg0NjlOZjUzcFRVTjFUYlFoYTdXbmRPRUloZGtwWDBhQ1VhaXR0NE84V2ZhVVBsMDhVSkhQTjUyNW9tN3BCSlg0OGtjYjAzamFzNkFTVUVubkdtTDdwb1lqTUNRUWpBQWdOc3F0MmVDMzd6NUdlODMwQ3E1V1hEelg4Q1prZkFqUjRTVVArV3AvTDhQQ1ZZL0F3TUlZQzRBamJrTU1FZkt3TkRBdjV3NjhPUTBHbk1hcFJZQ2s5Y1FXUVp5NStMdTVrZi9mWExyRnU2dFhyNldBWFBITVBhem1XalF4WDR6aSt1eUt0ejgrdmRMQTh2TEJhckRpUllwbnFzcmxqT0RGb05pZHJobDU2K203bTB5YjVXb0JJVGxYUzFOTzIvNHBieGJkYWNoeWdEZ2pPQzhTR25xU3UrZTNXK09xYWZDbjRPaWJ5Y21PdHorcnkzUU9aYVBVZFhpeXZaRytjaHAvUmVuamo5cHdYZ21tUXl4aHNqcTdoNnYrSmZXbUF0SXljMXhWZnJDUU1PdERLZ0FtSG9ucHVoZ1grdmowekxHQUFEZURYVUxDYUFBR1MyNk1ERDB2Y2tlTGxNcmRZalBTMFdudXR0Mi9TRitMa0paUldBWmh3Q09BV2QzckdZRXZlZkdGN2x4ckw1cnh4eEpZZ3NUMEJ6dWFKb3lTWG9ydDJjaTZuOGRibnZVQkw5Zks2NDIvY0tPRHZUT2tLM05EejNveUFEN0UxTFFDU254K2FNdnZYbTlOTmhRclJnc1pwYjIzTm1EdTkrWG1wNWYvbURHbkt3NWowZ21YK2h1bmpxSmV5dTNaeXJHbHl2QVN3d3B2YnQ1Vjl2azFpMjh1T3FPMVNCRnpwQVZmU1hkY04zVjNmem85K05iQ3dQbVBBTkZCU0h1UDlwNjR3REQ3VGFObEtYeVk4aG9aRVR5WjQ2TlQ4UnV2NW1tT1VSVnVIbm5EK1BYaXp2dEw0Vkg5WCtHNXJGQXFDUlU2MWFLaG9nd2l5TmRETGRNOWZFdENkWG1nb0s3a1BCaXBHTlhhK0xuaXJURnRtMjk0ZEQwajNTMW1sTThoQXNERGJmcWlHc2lyVHQvNFBWdTFaSG1yU1hidnREWDhjUVVpOHZFOFRUUzZvY3MxVFQrRzhMaXFyb2lLZWljc2thdUluZk9BVFZXQ0VKQ3Bsd2ZyaVRsTEdZeGkxbDhtSURJQ0FqRVdFdm0yUHU2SVBqUVhBQzhPOUw2NlBjTGd1WWNuYkZnZUpUOUJPQnA2ZlZ1MVNsN1h0Qlc4cGpPOWJuaFBZK09DODZhekJ1UXBWTFlSNlUyZWprak5iTnErTHIxcXhNSG1rYVNqK210L1B1bFlLalBvNkxXbnVaa3h3R1RlYXRwSGFLNlBkeTg4KytuN09mL2FnNHhyRUVoRHhCUWFzK2V4OTZCQ1ljRDJCSnVQZm1rSjdUaWJwS3FhNllrQkFDQWd6bURTcWxYdzYyN3B5VWg0bkQ3djVLbXVmUk5SQXFGUmMzSDlwbFh2RjR6QlRSUlpzdVJsMWRWM0pIRERlNExOKy84U2VKK0phSGF1d0Z3YVd6US90ZmtSWGg1eU15UVNoVkpCUU1hNFVpazFad3hCb1B4SkQ0Z1h3ME16cVdNc3ZiK3JKeHNKK2ZMdzFIMlcraDhVcmpkcHVHNlJmaUoxTG00YUhOQjBKeExhT1hqcFF1L0U1bTU4NWlpT1QzMi9oY0FPcWN3RUFvREQ4OVQzTm1vSkg2bnUyM25oTkIyc2QvTTRpN3hoSXFKZnp1Nkx6bitNcGtUN1FwRjdHcFAyODVwN00vSnNSdHVKWVE3R2RMVmNNc1VWd1htQ1RTV2dGQmxoS3E1WjgvdXFScFAzcTI2WW5hQmJVTTN3Tk55TE5hYkV4QXgrUjlIOW8wVmJ2TFdQdVFpVXZraWFrd2tJMVpWMU0xM0dPeVRrZWFtdUxNRFlxNG9FeEo3dVE3QWdKZElWSkczTzgxWVNVMzlCaEdsZlQzN3hoYnNudUNPZk1hNEova2VRanhweEcwdklhUlpBcC9wYTVzYWIvbnUyYmFDT1BrWndhSHdudGVQbDFRdDl3aGt3ejNqOTZJbzJGZ1FJelhRMTl6VU0rVnJlcmZxTkcvUkJsSWlmWVRvUDQ1MzdoeHkrODAwaWFJQVk5RkRjY0Z5WDZVc0lwVFUyN2E3RjhaYmNFakpSU2prYTVwRC85aTFkOTlwQjhUTk1NYWtOcHpDNEdPc0YvQjRCOCsxVE10RTNXUWdRTHlaQThNUE1rT0FZRnlrUVgzSVhBWkFZWnl1bkFNQUJnQkFkT2pkMWxNdlBqa3Q2K3NMTlpad3FjMVJVWFVCQUZhRVd4OU43Ri9INHNEeWNpTG1zeXoxMDc3bTZZc2Q3MzFtQ2pxRVQ4WUdmK1VORmhRUmd1aHBQalV4WVhnRDVrckd5WWNLaHdkd0lObVJBRDFCRVVCT3l5S3RUVTAzK2pwdTl4YkRsNU5ib3lGZUJzNHpTY29Mdlh0Mjl4WUZHd3NZTi80dlM5Sy94VE9oTUNhSVV1QjB1b3E2V25iK1BQNlp4bEx1VXFBZmkxZmc4L01mZE9RNDdRY0V3TEY0eGJza1ZKdExTbmpDVWY1REFJQ2ltdHJsbk1GcVJYU01BWXYxdGUwK050UDVGUVROdVpqQ3F4Z0NHeG05L0lQRXhJVFhvVFlRZ29IOWw3NEg0d3EyT25QVUtDVjZJZ0FEcWJmYytZQm1HMzlNUFA4NGpCVHRVNHJndFhDSE5xV0ZvdGovZDFtQWVqbHg5Z1NBeWJ6TzlXdVlrb085ZXgvdm11bjhNbFY2SlFQbVVOeDQ2Y2krWGUrV0JncktnZUVxSU9ycDJtdmV3REp4L1B3cnQyZG1abVorUVpMcTdHN2U5V3ppdGxVVmRmTVpONEljNExvT0FKSG1wcllwKzlhc2RETU5uZDF0VGM5bE9KenJvemo1UFlvcWFwY2JUSHdXQ0xvdURBemRVQ1VZd0dTdXhjSVBRS24yaVBianllejRGcDdpRkQ0UnM5b2h6cFpJWmV0c0ZmdGUzS3F3cUtKMk9RaGN5SkRtQUtQK2NQUE9LWk5NWVdoYkhsZGFDSkVHUnEwckUwNEVwWUg2SlZ5eGRVeUpkM1d1dWFuL3ZlOGs3bGNhcUY5aU1GZ2RhZDM1dy96UWd3NldNKzl1QURnZjZmakdqRW1OMGtEOUVvMjB2d0dDYjc4Mkx0cFlHSGg0R2RQWVhNRm95T0djdHdxVU5mSGJKQ0JPV3Jici9lN0xMR1l4aTFuTTRrOEhaRWdBT0M3OEF1Z04xaTEwUWNvR1M0MyszRnU1ZllrVHJMWDZ3TkF2NC9NUjVzNExFWktERWNySlpBQkF5U1o3aVFMbGlKNTFIcDByTTZzVXdZbVpDaS9lVU1QdHFOUG5sYVM5ZE9uaWdlU0ZjMmxRM2dra3ZURTUra1RpNTI2L21VYk9WQzhBbkJjNlprVGFIanNNNDIyZ3hQVzFja1Q5M0Jjb3VKTXBHb3EwblhvaitiZ3dWbVg5REJHbVJXTEd0SGJUUkRnZDJUVktTdWVJc051UDdOdjFidDdhaDF5WXErNEgyKzUyeUxRMHA4N0tSOTdoVTRwQ0pSVzFiZ2I2QTFKby8zTW1ZVG9wclhJQzRVRENxMTF0dTJZVVNvYnhXQllRVndESi9sSEZEbDBXMFhTbkFaNVJISXhBcHluY2J0Tnc1TmxyQVBGOFhNc0JBTUNGNGk0azZBTUE0QVl2czVqUkE1MmRVMXIydkg0elIrZk9MNUZTLzlMZHRuTmkzVmdTcXMzVkhQS0xDUGpkeUw3ZDArS1kwbXJ4VVFhWWJ3Ry9ZVExBN1RmVERBWUJSbkExdVdEbTNkUndLK05VVFJvK0UybWRQcjR2WjhHbkdHY240NnlFTE1wY2k2Q094MFduM2U0dHhvS3N0RThMRzN2amVnL2xJVFBQcVROdnBMbnBYeWJPTTJCdUFLSVI5VjcwSEZwMmxVSTZFV25kZmQ0WHFLc2ttNjczak50ZGxteXF2MFZEZHZ0TXlZQmxmdE9wY2NkSHBZUVVaV0Z2b21BM1RGVHpqWHRKc3VQOVVlMFZUK0QyWXRSZ1lkd05yR1JUL1MwYXlIblhSL1hlcEtFUjVzLzNNQkplbStDWlY5dDJuUUVBY0Rua1IxRHk0K01KTFBSV3lnTFNWR3FrZGZmek1LNkZBRVRsUlB3Q2F2cXF5S2lXN0laaGFHa0xVblVEN3dYQTRXdWE0d01YY3lIZ1RTVXErRUZOQ0V4ZVJBU0VEeGxGUUFIR2lHQVVFUjJJeUloQWt2WGVOQi9aMG9vZHR5bEppNk5NQzJ1NmZxZUlhdnNUcjAxaHlGeXNNUXhJV3owOWt4c0FBSUNTdGc4QUx6Rm55bEpFc1dCTVNYYWlPcHVMSUlzUjJSd2w3TDNKdlhEZXlyOWZRZ1MzWHJnMjh0TWJXZmNCQUxpVzNGRkZVdXVSVXFVcmtvTTlleDk3elJ1c1c2Z0JmTkpXOFAzRUYwOWh5TXhUaWhianBRdjc0bU9XQmh1cUdkTEY3bFp6SXF1YmRjZWNUYllGKzZlNERCQnVKbUVmZ0U1VGxJUnFjdzNKYjlPWjlyck8yVzFkVWQ0ejB6bTYvV2FhQytTZkE0SlRSSGxMb3RCZWVhaldqYWcyMHJCNkpoSjV5aDVUc0ZVVkVOV2Y3MmwvNHB6UEtXcnNVZXRRMTE1eldsWGZXOTM0TjhCb3BEdW1kU1QzeWpGblJyblM2VVRrV1hQRVV5bFdLQVVzY1pKS2hDLzR5TWNSZURZcDJkdmJZcjVkNk4rV0oxRVVrTUkzSXVrbkQ3N2ZkUWNBUUUyclFhVFQzVzFOenlWKzdyM1BUSEhweG5vSmRqZVJTajBjNVZPU0VkN0s3VXRKMHVMdVVUM3NDejFTRjlQay92aGkzaHVzVzhoMWJSMGdYaHMrbzAwVGpVbEVTWTN0UVE1RmxvbytteWhnVkJ4WVhpNEJZMzJkVDd3TGZsTUR4WXRzc3JyaTJoWWxtK3B2MFRWV0RweVBFTU0veHVtUkUvdjcveTVMVTlvNlFsejUzcldSUDhUdlcwbW9OaGNaOTNHbVB3K01MZFdrUEppb0YrSDFidFdKNFdwbXl3TUFRQmtxcTB5UmRuWW02aWFNVDVLS3NRZUVVdTFkclR1UHdYZ1Z4VURIWnMzU3ptcE1Xenc4MlBzaWtacW9Cbkh1bk85eXpaMDcwM2l6bU1Vc1pqR0xQejBRb3dSSU5veUZrY3dhVmxIcmZLeERXR25JZEhZclNQbFN2TWU4cExyeFU4TEc4NXo0U0RKdG5CdjhZN0d6K2lzcFMwWDFxQlRIcCtyVWpHSDE1aDF6R0dHUWxPanRpV21kMCt3RkF3L1BJNFF2YzRKbmt2V2RYSWFvQktCY0lkWHAzdWQyVGN6NVZtYUdWd0tlVVRvemlJdjh4Tmd0RWQ1ZzNXWlFLb3Y2MzV0SWJzd0VYM1hqcHhncXpvaU9IQit2K001TFQ2MndGTnNMUW94SVhkM1JIOVdtdEVWNks3ZG5NbzE5QXBUNFJrKzdPVTJZemh1czJ3eW9wUUJvNTd2YmRyNnZ2YUNRTWdjQjNTT3hxM3RqQTVlRkkxWC9MRjNzZitGWTY1aUFubXVKdFVyWFlDU1JOdThKUGZKWlJlSjRwSFgzZVp3My82OXAySDRwbVpJUEFFQU84UUFvOW1yeW9wd1QvNkpFZVRTNTJBQUE0S3VxWFEvSXltd1orKzFNWThhUjZwVGJTVkUwcG91OXlkdlFnVjlXQ3ZmUDFLSlJVdjFJaFZUeXRiaFZwU2ZRY0MrejVibTRqVE1BZ091V0ZUVm8yWjJUQ1FMVGtFcVZEdzVhTDhhZmcrS3FyeFZMaUdvRDdQb1JZNUhydnNFaGUxL1BubDN2ZUVNTkFTbnAzZkZXVG5LN1RZUHI0SXNxNjZYa2N3RUF5SGJJendIZ2VVQjJycnREbXhvUCtVMU5JbFlpMHJub1dkWTZoOW56RVkyTTdyU1RlMkRjRHBvWmJQTTFOdmh5c25iRnFvcTZlVXpCdlVxSmZmRjQzVnY5eUJhSjlzdHhQWVppdjVtSkJpNlBSUFV4UFE2L21ZWU81eVliSEM4ajBSS08ya3ZRYVFyRXlRVTBBaGhwT1N2dUEwYjlqSUU2ZFdnNmUvcG1BN3ZKTlFRK3NDMEROTm4wOWFGekdlQ2FMaEZvQ0FER00xNGtiSnlhU2NvdmZ6Q0RPRnN4SXVYQlZBWSs0dkRIM3M2bWlRV1gxMi9tQU5sL1M0ejk1TWkrcGhtVEFVWEI3UVdvSUp0czlRNXpzTkp3YzlOdko4WVBQZWhneFB5QW1IMTErT292VDczNDVOUStvbURkUWtUNnV4alRubmpmQldHbzFrMktYMGRETFFRRjBOMnl1Mi9GK20zcGdQelRDUFI4WCt2a2dyNGdhTTUxa3IxV1hybjAzUGlFaVo2S3V0VUFJQkpmMkw3cWhoVkswZENSZmJ2T1FWeTlGVjJmSHJURmY3Nis5eHZYdk42dEthQ3d6RmJhdXpyS3lxNldwbitkNmR5VytVMW5xcUh1VjZpc0tPbS9QWmE0WVBYdldDWkEzOHFZK0ZINHhmRStMcGRjTFlUOFkyL243bjV2VGVOcVJmeGliMmZUVkFxWTM5UzhocmdYQ2RMQ3JiditlZW9SeDFSc0djbXI0VDI3M3ZIZVorWlF6TTZQbmRXblorMjNiT0hlYXl0OUFvU0RLM1loMHI2N096LzBvTU5Rem5zVWtoMXVtYXhReklSeDk0SVFFR1lQRHNYK2tKdzRVRUtXS2lrdUk5T0NrZGFteEFvNkZnWWFsakVPbFpkR3RaOTZIVlp3ZEdEMHU4Y09mdXNxakU5SXhPeU5UQ2taYnRuMW8vYzdoNUpRclpzUmZvNUlmYU92N1pzVENTMXZxT0YyVkhSN3VHWG5UOTF1MDNBNnhDWkc2bXpQK04rVWJLak5aUVl2c3pXNWowdjBSUGE4ZG5qcWw5dXFNMGZhR2lUSXRtbGtWL3o1VytZM25VaVdoNVFNQzFBYkZjR0ozZ1J4UUs5M3E0N1pDeW9CMUp1SDl6NTJ1YWltZGpsVHhNT3Q1aFRocGpqeVF3ODY1cEQ4aEdMUVA0alhEOEY0VmNaMnBYMVNEb2xmVTVvb1VhUGFvU3VENTFXR2xqb1I0Q2xsRDhldW4vNUEyZUhNWWhhem1NWC9UdUF4cnRBMWFSZWJWTjErQVdCc1B2Y1o2aDRnK1JicHNDemNzbXRDTEc1TXBUM3I0N1kxK0Jzakw4V25nTjQrT2tQTFgySGc0VlREMWg4Z0JsZXVzY0dPWk1lQmtsQnRyZ2E4enJMaHgwYzZFcXF5ZmxNcmNRZy9Jam9CMU51OTdXOGNqYy9qbnVxNlFtUWlPeFpUcjZYby9GT1I1aWx6K0FSS3E4eGlpY0lkaldyZlBYNGp2L1l0VzdodmFPVWFCTVZCNGVXdTlsMjlNT2tZY0Exb2FCaGRxUnRGVFBhOTNmbm9sTVVlY3ExU0FYdTl1M1Zuc2k0VGVxcnJWaU5nQnFDeVIwZTFyaHNWTC9KRFpnWUR0UkVKMHE0UFJyL3RTRTJobEJSSDFjamIvS25qeDUreVlMeEFRTWh2T2J6bjBYR1c2aFplR2xoZUxtMzVacmR3dmwwYWJLaWtLRFhQWUhXTkphRkhxbEdwbEVncm0ralJYK1kzblhNZDRyOHBTYWQ2Mm5kUFc4aVhWcGkzQVJNK0pQcDliL3Mvek15NjhHN1ZjZDY4K3dId05ESjg1ZWh6azgrUDIyK21PVjMyM3lDbzQ5RXorcUhrZlQzQkhmbWdGSFczN3dySG5hWnNnZTkySjRnNUZ3VWJDNEJVZjF6TGE4WDZiZW1wbWVJVEdKUFB4QmtvcFVFTjh4VUFBQ0FBU1VSQlZJSDZKY1J3VWJpbHFkbFgzWEMzelVUM2lRTlBESlVFRzRzQTRWcGM5Tkh0LzBwYWlzTitBR05XZTEvbk5FRng5SVRxeTBtb3k0aVFIV2x0bWlxSTZQZHJIb2VvQkpEYUtEbGF0YndoSGRGNXA2VlpoK0RwTVlGSHBtbjNkYlhzbkJabkZ3UWZtdXRFOWxXaDVQT0RmUGhWQUVCUG9OR2pwUHhqYi90WSsyNngzOHpTblBLVEF6VHdZK2g4VW9EZnI3bDBzVTVJNk9IYzNxQUxldWxRbXpsTjl3eVlsaVZKTVM1d1hxU3Q2ZCtuYmI4cFFRZzNjVTdnZzhvUW1BVGQxQzBaL3lWb2xpMEphUEpIaXlBWVkxT3F6Sm1abVp1a3dPT3BqSHVCcWY3RUNtZGhvT0ZXY05wL0NZTDk1RWJpTVNVMTliZHdZcmRhOXRETHFPT2RJKzlvejB3WlgyVGVEUUM1U1BLWjVGWUZYNkJ1RlNMN1B3VlkvM3g4ejQzOTVrdXFHOWRxaWk5Q1ZBUlMycEdXWFMrVmhHcHowOUtNTDZPU3I0V2oya1NtMGx1NWZhbERXcVZSRmRzVEY1enpWbTVmd2pVMlQvVmZmR0hLZDFQc05rR2ozUUJBSzladlMrY3NaVTFNeUdkZjMvdlk1Y0xBdzZtUW03dFpLbmlYTTdWNCtEVC93WTNPTDlzaFB5YVowS09rL3lveEErejFmelZIYytpZlFjViswYlZuckpmSkU2cGZJNFhJNkcxLzQyaGg5YllWUkpSN2NlRGFrZVJKcnNTdzF3RmlUampHbjBnK25qZVE3MlBBWXVIV1hZZUxxM2NzSTl2ZUVMWDA1MmZ5Si9aZVhla21KRGNuTmhKcFA3RVhBQ0FETXYrY2tPWWd5ZmVsL2ZuOXBqYWVERmdwbWZoMU1uM1JWOTFRQTRJeW1jWWQzVk9UQWVBSjdyamR3ZFJ0WGMxTjM1OXJpSFdXVUs4ZE96aVdvUWUvWDNNdUVaOWxCSm14WVhsRENoMk1DeFZ5NGtGYmFydW50SVA0elFWSVVCQnUzZlV6cjNlcjdseXE3dUdBWitJQ1JXNjNhZkFVZlIyaFBLUFpWSHh4WUxBanVlcmh6Wm0vQllHV0tVRjdKcXNwZmkzWElUOENwTjZVaUFYRTVWdkpqZ0tZdmFCU01mRnV1S1hwaExlNi9pNmR0Tnh3UzFQblRPZS96Rzg2czJUYWZRb3BIU3pydVZQTlQ4YmNidE9JWnFhdkUwSjJNeGRmSDdQVWtkNU9jNEJ4VGdBd0VlUVJTV2xaMXZzNlBzeGlGck9ZeFN6K2RFQmtSRFQrM3I2Qlc1WFBwYXFBS1JjUVpVZGFkazBVVE1CdmFwbVVVY29Bam5BdGJZSE9tTjBkTmFhSnFKV0h6QXdOSEI5RkpFNVIzakdkWmJrOWt5UC9vaUQ4OVpHT3hDcTF5VXFjc1ZKT3VGUUFYYmlHMTd2aTgyQlJUZTF5QU8xMlM4UTYwblJlcm1KRFAwOCtMb3pIU29xSit5eEZ2M28vMFdIUGxUc0tDS2dRRkw3WDFkclVFdCtYNld5Wm9ORVRCamhERXVYeFpKYXBKOUN3Q1FCVzZJeTNKTWRCcXlycTVnSHdRa1ZNWGg4ZDdielI4UXNERDgvTElGRkpKSmtpNjRVVEI1NFljakJuTUJxamwrSnhrYmVtY1RYVCthcnVoQ0tJcDNMRmNzV0FkWGZvaDRzMHVWb29HZ2cvMzNReWVYeFBkVjJBazFwNWpWMzd0emhUYzhYNmJlazVUdnNCQkl6aGxVdlQ0cGo4OGdjekZCZWJKYU8zRG8vVDRXY0M1dVNXRU9FOGt1SmdZdnp0OXB0cFRxZjhCQkE3Tnp5cS96NDV2dk42dCtyQWpEdUhoNjJ1K0RoSWVDbngvdWVYUDVoaEFDMFpqWTdSNzljR3pibHBLY1phTlRMNmJOd0JhWm4vaTA0RjZCVlI3V1ZmZFVOSUVsNDlzdWV4Tjd6QnVoS05WT28xR3VpRnNjUlZSb3FSczhHMllWL1hESUxhdm1COUtTcDJHME1haWlRa3ZDYXVvWEZYTlRKYVMwbytkeXdHMXgzTTlZQmcxcXRIbjN2OEt2aE5qYmkrTnFiNG51VDlTcXEyTFhKQjJyMEFySWVza1lPbm1wK00rYW9ibGdPS2xFSHQrbEVZandjMXAxZzNPQmo3WmZ5MzRYTnRLQWVtYkthelphRHNnNGR1SVBJTUFLa2dyT0hMSjgvK3p4dmRvNXNRTi9WNjlZT2FFQ0RBaVJjUWt2cHdDWGpGZEVzaTRFUkdEQWtGV0dMaWhldXBhYmlYbUhxTE9NMVJTTkZJNis2SkYwbXgzOHpTa0xZb1cvMUhwR1BtWklEYi81VTBMc2g5blR2Mk80ejBUNHJ6MFJjVFgxcWVlM1o0QWFtUVNmM2xyclpkVTNRSFZsYlVaaFBqSHlWaC83QzNaV2FCUGdBQWI5RDBNR0JjZ2JyQ2dNVWlyYnQ3M1A2dnBBRm85eEdqQzJITGFJL1QxMHBDdGJtZzZ5c0ZzMTZhUXBjempFQ01vaE9VNzRLMUQ4MDFHQVQ2TGZaOC9POHkwNTNya0t4M3hucXd0bkFObk9VUWpUN1BPTHROMkxKM3BzVTJBRUJwOEpHL1FLYm1DbVhzbVVZSGM2WjhCcEJlRGJkQ0dNYXo4VnhoVm8vdE9GQzBhZmtDQXgzbDBYZTBsNUtaRWZNTFA1K3FJYSs1SE9NL1M2Ym1lWUk3OHBGeFY2U05kM245WDgzUnBPYStqdGYzekRSUmVpdTNMd1VEMWdQQnBZaWwvUUhnYWVtcmJ2QWpZYmF3UmN0TWVnV0pHSFJZaFFSWWFOSG9kNUxWaGowaGM1TlMrQjV5bkhzTnJyMHdkYzh0bktIdVU1ZjY5eGNINnpZanlITkg5ejQrVWJId090Yy9nQUJyU2RkL05sT3ZZQng1YXg5eUllT2ZJaXYyVEYrYk9kbnE0amMxY0loaUtiVXdBSkNhbjF2RWxIZzNUc1VIQUhEbDJYK3BoUGdqRU0rRS92NjI1R3Zzclg1a0N5R2tTVVd2eFB2aUFBQjhvUTJmWVVLK3dJblBZNlRPOWpRL05pVTRLNm14UFlKUmYzZkw3ajVQb05FckNLeHc4ODRiS0FhYkxOY2g3Z0prdHhrRHd6K0txK3c2RnFzTm1wS2pPdWVyUnEwckhmRytQK1NjQUdGSzllWEQ1bnd5aTFuTVloWWZKb3d3UmdqeDl6Wk5pNFZMcXhzL1IwcThweFNvZ2JjRzl5VXVlcjNhNkNKR21FYk1OcEFvdXl2S2U1TG5mSzkzcXk2VXRZRXh6STlSOUJlUlRuTWFhNHk0NDNPZzZHeFBDNTlTUmZZR3Jma00rVHBDK2NmZXFQWlNmTEdVSHpJemRLSGZIbzMydDNPV3NrYUFkbndtVjZMYktyZG5Hb3g5WGNhMEorTTkyek9oTkZDL2hEdllQYURZNmE2WTFnbmo0cjQ2WjlXV0hObXZvMUVxdVh5aFo4K3VLVXhJZCtYMnBjamd5eU14L1o4UE5VK3Yzam8xRERBbERWdXoyMC9lUU9Rd2IrMURMZzJkSGthWUppUzkxdDM2K0p2ZTBDUGJScTROZDhibjFwS2ErbHVZcFBuakxsTGpTWFpUUTQzSzROS2xRNFVCeU5HNXVtM2NxV2xLVW1MY0ZycHc1TFQybmNSRVRIcXFFUVRBbE5FenIvOWtKdnZwckxsWjJ3SFJSazJmeGh5WXVHNGI2NWNBWTM2VTRraXkyNExUcWRZeklNZDFIUGpsVFBFZDV1VCtOVWZXZGVMQUU0UGU0Q1AzS0dJeTJka3BhMDdtUTFjSHJyMGMzOTlpd21kcjJ2RkV3Y2hzVjk1ZjJLQzlyTG5VV2xMeXJaN1duWDNlbXNaVmpMTjU2dktscnJIdmJMSTVrRlVpR0h0dHByWmhYNml4aENFc0pnUTJjdFo0SVhsN1NhaldqUXlyd0JiLzFOUCt4RG12UTM1eWRHVDRoYmdlbWNld1AyNExjWEpLbkFkanNSN1RqRExrTkljdXNkLzNkbjU3WUZWRjNYd0N0aVo2eG5Ib1ZQT1RzV1YrMHlrZG9qaHFxMGk4YU9VTjFKYURsQ21nbUM1ajhuaXlJMVlpaUJRT1hUdCs4TzIzZnpUTlh2Tm1CZDNrQ1lFUGFzdkFCSENHRi9rSEhZYVZJc2dGQS9Fbmh3RGl2VFBvcldsY0JWSU9ReXgyamprZFhxRmlMOFZmaEc3L1Y5SzRJVC9EQUx1NzlqNDJMVnNkaDlPUlhTSlJETXhSNHMrdURtZy9QdFUzdVFndkRkUXZVUWdmSVlZdmREV2JVOFJCQ2dNUHArcE0rd0lKMWRFOTNtTTJFd3BEMi9JUXJXeVNjQm1SNVhXMTdIekc2OTJxZzJ0dUpSRm9GNitOUEFNSHZ5VmdQRnVyQVZzVGs5RkQ4VVYrM3RxSFhBdXlYRnNzTVRyUlQ3Zk0vMFdudzVGYU5uSmErNTl2SHpldGNjWGZEWllVNy9XMlAzNEtBS0M0Nm83VnhLVmtEdWQ2aGZMMUkvc2VtOTRxNFRjMW44UGVyRkNtMjZQNmIvbzZKMTlrWXhUQTlJOHpBS0dFL1FKQWsxcFZVVGNmaUMzcWlta2RiZ0NucG1IcHlEdjhWOG1KaHNMQXcvTU01dnoyY0pSdFRlNmhXckYrV3pvRG8yQndNTHJQN2RZMDVYUVVLWXVPbkdxZldpMkFjUXNoMFBGK0lEcGhTWFVFT2sxUlhHMHVJeVZXQThwRFJ4SW9aVE9oMUc4dUlKU2ZSZHYrVHQvZXFkU3c0cXFHTzRoRUd1TlFjbm4wN0hmZTd2elJ4UEVMZ2cvTmRVSGFYdzZjR3ZqSGpOdXoxM0NpL2tqYll4TlUrcExxeHJWQWJOWGxFKy84emZ1OWdGZHYzakhIb2ZSSEFPQW5rWDMvOEdiQ0ppelI1WG9CZUw2bjNUeFh0S2wrTVZlNEtOeW0veUYrN2Vlb3JQc1ZvK2VBOFh3VlpZZDZreVpyYjdET281UklSODVPOWJidmpqK2JXQnFvWDB1U2Q0OGFNZDFKenZTdUZ2YktsUDM4Wmc2VEl1ZFNqSGVXVkcxYmhFVFoydVZMTjdUSExBbksxY1R3SG12VSttNzQ0TGRHQVV4V1dtVVZLZ1pPU1VoSWNtK2kxZ1JKaWNpZEhHZ3NYa0ZBN25BNGJ1b1gveXhtTVl0Wi9POE14QkVpU0xYanJhY1RHL3ltNW5HSmpaWlNKM1hRQ2k1YjdPbTNUMDNPMVN2V2IwdG4zRkdoT0lVWkdjdkM3WTgrTzlQNEtuZStqd1A1U05qZjd1dVlPaGZuclgzSU5TOGovWE1NRkZncTlnekFyZ2xHbWJkeWV5WkQ5a1dTTEV5WEw3NEVrYWRFL0x3eXlGcXJVTDNoZEdTV2tKSjJiOXVqMDRveXkveW1NMXVYZnlGRWRFZHY1eE16V0JpUG9kVC90UVdBK0VraWVPZmF3TlVYNGRDWWlyK2VadnV2d2RVZlp2RXNOMG5vNzJuZWVTbDUvQlJOL1ZuVUZsK2R0dUQxbTVyUG9UWURJd1FwRHlmUzZKTXYvNExNMUhJRm1BTVMzclRlTlk2WFZUL3kwVkZtUFJWdlQvUldicytVTmhZb3NnL0VGKzZGZ1lkVGRTNitiTDhiKzJFc1BjdVp4c1dYd3MyN3ZwRTgrT3E3ZHN3aHhJOUpDYitNeDJwNWF4OXlMY2hNclNMQ0hBbDJTNkt0Tk1UMWhYSVgzRXRLWFFGUXY0ODh1M09hU3dRQVFGbEZiYlowc0s5d2hZZWwwekZWVFQ5WTV3RlNaUVRxQjZkYWt1SzdMVnU0WjJqRjNXRGpDMTB4NkMrdGJpeFZKS0M3YmZla2ZwVGYxSHlHVmNWcytjdFRoNTY4bnAvL29HUE83Wm4zZ01JemZhM20yWVR6M0NTRmFuR0F0Y2hTZVBsSTIyT3ZsMnlxdndVazVuUzE3bXlKWCtQQ1RWWXhLUnp0YmQwNTdUbnhWbTVmQ3FSV1NvTE00YUhZejA4Y2YyTEs5VmhaVVp2TmlOOFBTbnczMHZHTmE1NUFveGVBdi83cS9uODZFNCsvU2FNM2o3Wk5iWlB4ZXJmcUxBVXFsTUtsTnRtLzc0MDBqUlQ3elN6TmtNRnc4Nk0vaG5pc0xjUkdxZUROZVBLbnVIckhNZ1ErWHdKZVFnVld6NzZrZHR4cFVLQml3ek8zd2R5c3VMbE5CajdBRElINFAvRERweUV3UEd3SkFFaDRrWkl0T0pkdS85Zm1rNlRGb3pHaml3eG5CU0YxeHhmTUs5WnZTM2M1NXo3SVFQVjJ0VFoxM0doc2I2Q3huREZNQThBVTROcXpwdzVOWm5kWHJOK1dUZ3cvZ1lqUGR6YzM3VXZjeiswMzB4em8vTzlNcVhCM3g2NVhaaHc4cmpRcWpXS3BRREZDWjdpbDZSbTMyelJvYnU2OVNIQ0hVUHgzOGFwdlljQ2NsNWFtYlJ5MTZIQzh4M3laLzR2T2VSbHBQb3F4QTRsOTUzTmRlZXVRNU52SGo1dVcyNzNGa05tNXBRelV4ZmpDc0t5cTNzYzFObzhwWkRhd1U4a1Y0amc4THRoSXdIS1Z0SC9WMTJsT3NCL2M3aTFHQnMzeEkyQ2VaYW5mUnpyR3RBZ01IZGZGWVBnd2RKb2l4U2syamxxeFY1S1RBVVgzMWkvV21ldHpVVVhia3lmSWxSVzEyZW1wUnBCaTdJRE1HTFZjUyszN3BXSnZ6WlN0OVFickZ1bzZYOE9BWFFHYnZ4NS9VWEtRSDBPTm5ZdXJyOTRJdmtEZEtuTEtyeEdEMzNRbDlUSVcrczA4bldPNUJxQ0JwbjMzN2M3SlJYMWhhRnRlQ3FTV2hXUDhpWXpic2xZcGhZT1J0c2NtS2hhRjFRMHJHTkk2UzhSKy9IN0pnS0pOOVlzTnFYK0piUGhoc2tpUE45QllwbkdwOWJUdVBPS3JibGpCZFgxMWYvUnMyeGlOYnd0UEYybHJGTWhUS0dVSlNYWTBVWUFReG1tREJLeUlBRjlQZkRaOW9jWmlCVXhLbE55SlJ2SEY2T2tYRWtVY1YxWFV6U2VIM0JRZEZvZm1PT1FLMUl5VjE3UnJMOHhVR1JnZnJ3UVpiVkdXL0hWZjUxZ1d2Q2c0ZXFjTmxFb0lBaFZlU21ab0xGcFU2V1phNm9MNC93bUJmZGplU2JPWXhTeG04V0VDWTJ5aTFZc1NXays5THJHSlNlYlFpV2ZyMXdkL201amc5MVp1ejh4SU42cElXcjBJY3NINWdjRVpZNjNTVU9QZEhDaW9TUHc4MmNjOXZqQUZVREI2ZmZpWGlhekl3b0E1RDdqeGFTSTZQbUt4S1lLNEhxZXFBTnM0ajRUWm5KanNhZHUxUC9tNEFBQTVUdkVGb2FpM3B6M2xodTJjeFg0eml4eEdsU1E2TzJUSjUwOGRldkk2QUlCemlTd25XNTNJZ2l5ZlVwQVdzVjZjSm5ZODF5RS9Ba0JuWHQxclRPdlhMemJzTWdDVko2UTZGVzZiM2tJUmg2KzY0VDRGS2srQmZTTGN6Zzg2RnFzTlVhVjY0d2tFYjdCdUlYS0gzMUR5VVB6NnJWaS9MZDJCenJVeFMvMkdsbWhHZXFwenpiVXIxNUtWNTZGa1EyMnVrZWJZUmtpL2k3Y05ybGkvTFgxaFZsb1pJUzRIQ1FkbVlyZks3TnhTUkpYSENmN2pSaXpNMVp0M3pKRWFCbEhDYTFFMWNpRHlyRG1STkNpcHFmY3g1SDlsQ2ZIem1mWXZ2YjV5SlJKWjRZNmRQUjVERmdrQ0t6bW1LM0hJQWdKKzVmRGV4MDdtclgzSWxYRmI1bnJCdE5NSkxFcWs3TG1GRXVraWNNeFNTQTc3ak42N0tsQy9SRE40L3RCUU5EeHh2RkRqUm8yaEVXN2RkVGo1WElyOVpoWnl3MDhBd2hxVzA5cEtWMi9lTVNkVjUxc1Y0c3VSTnNkSlQzQkhQaU53WG52ejhqRUFRRFUzdHdoQVhPdlpzeXM4WldDL3FmSGNCWnRReWp3R2NMQzM1YzB6NERjMXpiRFdScTJ4VnRlOHRRKzVNaUh6YnE3THQrUDN4KzMvU3BwR3ZFZ1M2WXJnK293aTIzNVRReTAxZStML0JFNmxHSi9wUHMzaXY0WVBha0lnQVRkM3h1Vy9ndFRVRVFHa0poWkVpR2loTFZTSzAva1JGZE5lY1JyMi9hVEJLM0U2ZUg3K2c0NjBOTWRuaWZDbDk3TjFLYW1wdndVUkZ3QXBaSXJlN1VycS8wOTFhU0VndkJ4dTBaSW1HcE81SFBKVFJPby91MjR3Q1FFQXJLcjQyL2xvY0E5RXJUZVo0a05kYmJ0ZUFRQjBMYkdxbU1iV3lHSDVvemkxYU1YNmJla2FDcyt3b0ZkZVRlZ1J5dEdXM0NsQnhTTDdKcFZXeTRLMUc3aWthS1ROY1JJQXdGaDhoNXNEazNHcVZuRlZ3eDJLNHlLaDhGMWszRHFTUUVGUGhDZll1QUdWS0dXa1dwT3BTRnBld1hJRThsc1UrOUhFWWowMzk3OWZ4K3Q3ajdWKzY0cW51dkZ6TnBPbmpzL1FnNlVML0F2TzFQNWthdDZZYUNIZk1JckQreUtkNXVVc2xYRnZ6S2I5eVhZdWNTRHl1d2xvanJKamY0aXJyNVpWUC9JRkFBQ3lZamRNOGdBQWxGU1ppNGl4K3lSVHY0enMyVGxsQWloWWE4NDFYUElUa3FRMVFzT2RpWk1ZQUlDaDlQS3JBOWRlTG5HTUZnQkN5cmg0RWNENEl0K0I3S3Myd1I4UzJ3ZVM0WGFiaHE3RFo0SEJnZVJXbGVMcUhjdUFLTE9yeFhpK01HVG1LVkRMc1AvYzNuaFN3bGR6NXliZ21vV01yeG9jbHEzSmFzVkZOZVp5RkZUR2tFVjdNMDlPSkNwS1FxYWJnRzRCVHYxYzBlS2h0N1cyeEVUSG92dTJwcmgwWGlWbzlEa2pCZWNERTFuZG85cis1RDdPT0x3MWphdVZsSDRsL20vMjNqdzhxdXZNRTM3ZmM4NjlWYVY5WlJVZ1l4bUJKSVNra2dDeG1BSUpMVGgyNGlTMGszUW40OHhNMC9PbG0yNHo4UUlTcE8rdzJVbDdKdDN0U1hvNm5mVnhwOU9KazI0N2FhT0Z4ZGhnWTZPVmZaTnR3Qml6YTFkVjNYdk9lZWNQcVVSdDh2Zk1QUE5Oc0QvOS9yR3BxblByMXEzU1BlZTg3Mi9Sdis3Y3Yvc0VqR3M4eFR6QmVhWm04bnJIdmgwUjlNRFN0ZFlNWko0U2htYmkrSU5FN05NbVk1ckVKQ1l4aVU4VG1HRm9CSFFBQUJnYlpRaFUxRzZ0SnRMWENDVWJzZG1oSXhHU3RmVWNtV3V4RHZoUG96QXFiNDFjUFJUUFVMbThmbHVwMXJCR09lcFhuUzNQdlJ2OS9KVFU1QWVCMkN4SjRwVnhmNTZ4alpJTG5MWEU5R0FmRzJnT2J5NTRhN1l0QWFuNmd3S3VNQkx1TnR1STJlVEJxR0h2UmlBYTZRcUtnOUhwUnVFd1hQSlIxSXpRRHV3L082Wko5OVkybEhHdFRCRENBQ0tqTStYc1c5SHhmWVcrVFhrTVlORm9CSFhrOFl0cUduT0U0S1VFN09Mb1BCMy8vY3ZYYmxudVNCMWt5QUxkQVhkWFdaMzZDb0crZkx4MTUwVVlhejRCUUJtcDRNR2pZYWJBaVVtdUVzbkUxWlA3ZDE5M09heWNnZTRKRlRKQ3lNdmI2TUpFL3Jnek12eUQ4R2pDcEFTemtrRE5VUVN2UjgvaE1OWXQ1d3lXSW1EbjBRbldad0FBaGdPbENKZ3pFcno5TCtFTnF5WDFWZzdYL0Era0N2NWxQR05KQUFCRnV1aDYvMGhIUmRXMkNnN2ExZFZ5TnVZOE9HS0Ivd3J2QWdESVNrNG81WWpYdTVxczhjSkswU01OVTVDTFdTYUJRTUNVRHR2VklYS0cwbHpJYW04RzJKdmoxUHQxMnhZU2dKeWdlWWZjb3pZUjBRQVFIWTZSZjNvM0dHNXRiTlNhM3V4cU9udTRxTXJPWm1pc0dmbVF0L1gwdkJETVgyNU41MGpwbmEzdlJzY0xRb1hwTEZaRW1ScnBSbHZnVUJmQVM4cnJrWi9ScUMrYzNMLzdCb0RGcHFlblZpREJwYU43N3JKZEU5d1pqd0VpQ1dTWEoxcS9seHBPaVRCVDdnOTd5Q1c0K3FRVkJPN3BkZUVuVnpKQVJHTzFBSVJQV1RmdTRzV0xUbTUrY1cvb3AwTkV3ZFJwaTVjcmU2U0ZtUW4zYThiT2QrL1pjUW5HcURjcE1tVWRBQXpncmVzVGR1NXpLamQ1dU1aRmlxU05DbnM3OXowYjRheGVYcmZWUjRTRkl4K2MzUVh3VXNTTnZLeFdMV2RNKzl1YWRzZjlRNFV4YlpzSnptTFN3ZmRFb2xIYzFyVGpsekRXdFFaazh4eGIvdWpZbUFOc1h2MUdWd0s1RjNPSG5UKzdmK2Y0RGI5MDdkTXp0TkFGeDVwMmhVeHlzTHh1Nnp3SElMMnJaZWR2WWN5c0Rqakw3V2phOFRLTTBjRlI2RHdsQSsyR0VOWHRUZVkveHA2ZHhjcnIxU0lpV0tVVS9MSmpiK1RHdmJqR21tSXcvUlhROFBMeDF1ZHYrbnlXR0RDZGVxMmNIL2ZzdlRic3JXdGN3WlUrMjlrY1NkY3Y4SDBqS2RHVCtaOUo0NG1qZTdhM1I3OXJobkJLQU5tN3AxcStlNmQwWFdPNVk2djNUdTUvTHNZZ3hmdXdsWUNPL0RJQWZjU2tmTGR0LzdmN0FRQkwxelo2TmNFREN2a1B1Nk82REpIbi8yUWlCMVduQ2JxaUs3WTVsWnM4bmxUbmk2RGh0bkx3elZNSDdpNUE4dXF0bERTUzY0Y2M5WEp5VWxJT1EyTmVSL1AyY1ZPWnhWVmJNc21BcndhVi9OdmpyYnZqeHZLRjN0OUU5YWNhK1lYT1Bkc2p0SkNWbFpzOGptWUxiQXgwNU5VbkpibEpGNnBBc0dPMDg3R2VsOVROTDNPVWxBS1JLK25zaTY1VUYvaWVtbVpvdVpJNHBIVTBzWitFZnB2ZTJvYnBxUFVETmdYMkNwYXdJc0JZTkhNRFp3U3psa3VoRDRHR1JJMDhoOTBRYjBGSC9OaWxpcHJHV1ZxU0QxRjBkN2R1NzRZUVk4WVFuMEdDU3dRRTNYdDJSMHlBbzRhVzZ2T2c0WlowQnM4RFFBbU1TUVltUFFRbU1ZbEpUT0xlQlJ0a1JBbmdoTitvdFhMYUdEUFcrbkg0d09tRHV5UFlmaVZyOCtjQ3FnUjB1YXZibW5kOEw1NXJ2cmY2bWRtazZVRWw1YjkxNzM4dXNrUHVzNFRYN1N3RnJlZHBUbTNIbTdhSDY2NXhXckxIQjR5bDN2SHpIMTg4ZUxkb1hWcS9KUnVBVW9YU0hRQ3FPdUIzOXNMaEhWSHptTVhLMThvNlVDRGFXM2U5T05Gbnp2Vlo3aXhUZm9ZQUZhRnNEMm5TUzljMXpnRmc4MjFIdjI0Z0ZyU25uRDBBTDBXWitWWS9rNHFHK2F5dC9IOGFYVlFmWFFOd24xWjBNeVhJVzZMSDNyMkdXeC9RVE04VXdEUGEvZnlIWlI3NUlObXFzM3Yvc3hjZ1pMam4waFVLOWFud05VL0Y2bTJGQUpUWTFnUnZsbFUzTGtXQTRYZ2I5NVM4cEllSTZMM2piengvRWNiV1A5a2Vqdzg1b0NMNHNMdDVSMXYwbU1KYUt3TlIvNWtHT05KeDQxcmNRZ3NBb0xmdUw1Y2o2Z0tVcWpWY011aDkyRXFRUWZrb0VyNFNUL09lVjcvUmxVb3BYd0lwWHB1UzZubEFhcFhWMWJxN0tmdzFZNnlScnlsMC91WDA2V2VkUmF1ZktVVEdQVzNOMjhjYmZFdnFyUlJseTY4RnRmcWRZRGl6cTNuM2ZxL3ZtMWtJbmdmYlczYU1tMmQ3YXh1bWMwbHo3dkQrdmZIT0pWMm5mb1dJM2xHSUgzYkZNaG13TEh2YVp3alZxYTdXWFcva0wzODYyV1ZnWFh2empoL0F1RFJXUHRiZXZQdTcwY2YyMWpaTUoyTHprZEZBZTlQTzM0TFBFaFUxeXgrVU5sN3YyajhxNi9XdVUwV2tPUXVaTUlia0Q2RGxaY2FBRFYwMmowVWZGM3lXS0RIc0lzRjRLUU1VWTM5M2lJaW9RQ1JQOEgzZG15RENlN21IL1VsbUNJemVqRCtkQzI4RmlMMUVJVkV5MmlOM3VnOHFGMWNjS2IwdndFL0FtSHRvS3FVOHdqaG1ETG1DdjV1SUJnMEFNQ1VscVJ5SVVobndPOUZWdzdLNmhtSUE1aHNhQ2o0ZnJhc3FxMmw4R0ZHWGFtSDg2NFN4TVhrYlhXbmFXYzBJbFVCWFZsdlRybDlDcUtyTnVVOGpIVG1XMGZNdWpOMzQwblhxU3FhZEQ5djJXK09WMU9KNks0Y0xjOWtBREl3NytSYlhQSmtOQVBjUFluOExBRUJGN2JaQ1pIeHVSOVBPbDBkZnNaNkRLVmVBVnJjWk41YmJ5djVOdktwMFdiWE1KNFFsMHRZL2ljNElMcTdaZXArSjZnOUlxeVBnNGljQWdJWkVZQ0V3dXRTMTl6c2ZMVnBYZUQvVG9JL3VOU0x5YS9QcXJaUkVWOFo2QmZSUmU4djJmNGw1ejVwdFhoSU1PL2FjUGUydGJTaER4VHpIZXUvRVZJUUxmTjlJSWltWEloTWZhZzJCWG5QNE9Jd1dSNlp6d1dvMHlsOTFOMXNUbWpjdXFiZFMzT2o1TXFCMkFrRVJreStiblpxNFZnTWJzWm56V3JoTVllR0t6ZW1wVWk2bGdQOFYwK0Jad0ZsV2VERUFBRUFhNGdzRStQYnhLTk9jY0hoOVZwYUJuaTlyd2c4N20wT1JRSGNSVEU2dXRoMzJYbkNZK1ZQSXFWSXllR1pzRVlLbDlYbjVRb0ZwRUFqU3pCODltZVpVYnZLNDNlNDZyWFR3b3h2aTcwTGZiYTdQY2hObjNvQ1ViNXVZVUVkTW5ZMDJoaXlyMlZhbU5RNmlVb2FCWmdVRmg5bzdPcXk0bXNBbDlWYU9SbFlMcU44ekJ3YmZoakZLWFhLS2V3VXExZ05FQnR5OEdmSDllNzBiaktRazk0TUVLaUJWb0J1VUhXYWNSR3kwSUdDeC9PVlBKOS9yVmVGSlRHSVNrL2ovR3hqakJDRlRRUUtFOWVzNWdEbWJiSEh3Vk10M0krYVRBdDlUMHdSSEx6QTBiQXIrS3Q1YXFMam15U2xNbUo4aFpHZTdsVHNxMTM0OUwvZW9oWUM0RURucjZXdzZIN0V4TGExdnFBUEVoWDVIL1NiS2c0Z0pMVllyQ2U5TGd6MUlqbjRubnFIdm9scTFnQkRtMEczeDl4Tjkzcno2amE1TXQxT09IT1lBZ3hNaGo2QVMzeE5wS0tIWUdlRnZDSU5LeUdaZE1jV0FoNjBFTk15dktxVmZDTytNdzVqTTAyU2Vod2twbmZQQUd3Y1B4aSs2TDY3WmVwL2dyQndZWWtlUS83QTB3U2toamJlNzlqOTdCa0xhOHluWmRhRG9WamlsdjJUdDFnZkFqVVZ0TFR0YlN0YzVaUWdnNGpGaHZmVmJheEQ1ZlNZejlvWVNxS1luSlMxR2hBODFNR1dUMlJVenB2cVoxQVNtNndIMHVTQU52ZzRUcktHOXRRMmxvR2toQVoyLzZaamp6YlRpbWljVDBaWmZKOFRyZmFJdnBpa0U2OWZ6WkptK2dpUWVCVk9uQW1KQ2RER2dvTUF5cDZZbHJpU3RYdTlxZXZabVJkMjJjc05sek9scTNqNXVhbGppZXlKTmFudWxWSHF2QVh6R3lLQThtdXV6M0dpNlNza1c0MGxKb3pwOFhOdy9iTDhleTRSY3oxTjEraklDa2hyMGxhNldIVEdiNzdMYXJiVUlOSDFreEdpQjlldDVjcXA3S1JDMXdsakR6bVR1cGUyWHo4VkVYSmF1YTV5RHhGY0JnNUhnb053UEFGaGgyRVhJdE5PMWZ6U3B3VnZiVUVhS1pyWTNXMlBuYXpISXlscklVQ2NETVEraWVTVFdCTnhpSllaZHhGRE1Jb0lyUWJzM2duMUtTQmxoLzd6bjExbjN1cW5nSjdZZ2dJQ2hqUitTNjFOWUZDRHFDM1BBdFlPMm93MHdIOVdtZU92aVFTdVFVN25KazBvcHRRQXN1dy83Ly9IY2J5TTdxK0VvcjdHS0VHRWhBbjdVMFJwSkp5K3VlWElLSTZ5ejljajNvN3V6M3ZxdE5ZekRuUDZlZ2IrUHBwbUhnYVhtcGYwcEtIVlpreHBzYTJhdndaZ0puVWFkb3hGdWRQcU5kbmpwSmVYMWJqQ21wU1g3Tk9oVDRZWjE5bkRIZ1FBQUlBQkpSRUZVSlQ0cnpRUjdJVG5PM3ZDYm1JdDVhdndrM3U1cGVpRllVZE00aXdobnREZUxrR0VLbE5mbC96a3lPQVBFTXgwZDNCT1JVRENHQXA4MURRWDdLaER0amRidEY5WnV5aENJRllCa0RQQ0IxbzdmV1NNbGF4dEtnTEdzenVZTHB4WlhiY2tRU3BVbjJzYlI2RUpEQ2pnUEE2Snp4My9seGVqRlFWbGRRekZIeXU1S1BudTBaRzN1UXMxNGNtZksyYmZpVFRZSjdveHlSdUFHMHFsNCs4YWgwT2Rud3YxWnJmU0pjTnBiekdjcnNFeUgxT2MxbzZtM2dzWkwwZjRGNVhXTlgrWUEweVh5Z3lGWDJCRE1CTEVLSEg5bmtMdTQwUEJBbDIxRVRMQVZ0ZHUreFVoZmIwOCtkMmlpOXdjQUlJOThGSkZ1ZExheVgwUS9WMXIzclNyQzRPV1JEL292cGlTNTZvY0huWDBkWTJhVVJWVU5VeGp3ZWNUMURFZlJwYzdXSFozUjQ2ZW5KRCtKQlBhSXBxYXJZWnY1TExmY0dPd1ZiN2tFZjVoVWNGKzBBM0paWFVNeDUzb0dhcndKSVBMNjJlQytlRTdNTUNhSlVGcXZScWEwL3dOejc1RWozL1Y3dlJzTWNNc1NRcnFDakVyNjJlQmJvU2pNRURBcnU1UUJ6Q2ZRQjA5Y2FYNWZJNDB2b0FpUkEya3NyYkZyRTVOY0pSTVYwaVl4aVVsTVloSy9IL1N6QVVJa0J3Q0FnQkJlZWtsMTdOdHhNam9Ob0xqbXljUUV0K3NoUURCdHYvMTI5SVlZeGpac0J2UDhrUVo5RTI5ZU94Q2RPRkN5Tm5jdUVDNUdna3Z0U1dkYXc2TjB2WFdOS3dTSVNqS04vMzR5S21LdHZQWmJmeGkwNlJocW1JTkViM2NkMkJWanRPWjkyRW93R2Y1RmYzLy96eWNxZWdNQXBGTmFNUUpXS2hKN3d6MSswSjMwSUNuOXJzdnRQQUttK1ZxOE5BUnAyMHNVb2IrcjlYeE1NaytXWi9acTBKU3ZiZjFLMjU1WVNTV01GZDBsWWdVaUpBM0FRRk9GUnkwbkNlWVliWDYwNDV1Vi9RaXo2V2k0NU5CYjJ6Q2RjVGEzRjNwZkxxN1ptZ3VhcDNic094OFRCVmhldDlYSGlOYkREZkYzb2RTRHBDVHhvRlQ2SWpQRTU0Y0hBMi9GcEVrQkFBcGpPV2lkUlliNFJYUVJLSVRpK3FkemdOaHN4aWkxSC9wZnYxdXdzWmlKN3NjMXdBamV1djZ2OGFTSWk0Y0w3d2RPSXlEWWJBQkk2RXc2SDhOUThNeXlpeFJoYjBmcnMyZkxheHFLU0VtenZYbG5SSXdmR3NtTEFMR2ZjL0hBQU85Lzg5eWIzeG5NZE1tbnJnMzZENGUrTDI5dHczU0I1b0tSRDR5bTZMVThBRUJaemJ4MUJEb1hnWFhHVzFlV1ZUZlVNb0FWMS91SGZuTDZvRFZVMnIrZ0JyUyszTkd5KzVyWHU4RmdUSlFHaCtRaGlHb2FGbFUxVE9XS2x3QkF5a2lBSHp4eCtMbmVvcXFHS2NUWmpLUEpQVWNoeEJRbU1qcGJkbzVIWmk5WWFVOUZGS1ZhVWJCUDlMZkVTNnVvV0dzWEM4SHlHR2pYTGZ2eWExcU45QUhnK0hxS0EyWVdGS3czeSt1MityeTFEZE9peDk5cllQZDRRZUNUS3hrQW90SHdXR1J1Y1ArK1QrYi9PRFJoTDBld0FjQUZCSFpTeHJ4cDEvdUdmM2pseUhmOW8vUXNWN1VrbGdwQi9rODlCK05yb2dFQXZMNXZaaEdYRHdHeGEyMHRPeUowNkRtVm16d0djLzE3VFpFR2ZnQUEzdXB0QzVGb2thMkQzKy9wbWVENFBrc3NkdXVIeWFGRFlQSjVuV1BNZ0pLNnpibEM2OW5FTUsxOXo0NVF4UnBWWm5ZRmFyb2FTVk5hencwWGxDdHRYdWpjWi9WRGlHS2xVdXNsMDRkTzdkbHhwOFJucFFHcVNtTmc4SGNBMzlYZ3MwU1pTMVU2am56VkZIeTI1dnI4OGFiWVlrQkZUZU1zTGRSbUZ1VC90VzMvOWdoZFYwR0JaWHJJWGdLTVp2WmgvL2Q3bWw0SWV0ZHN2WjhFRmJZMzdmcDVpYzlLMDZiNkR4MU5PNzRUUGk2dmZxTXJSYVd1UmNSa0tmbHZ3elhyRUpJOWFKamFhWXQ5eGYzNXM1bUFqTTZrczYvSFV1aldjMi9kdkVvZ2xzcUlxYU90MWk5RHo1VFZiRjJEcE4wT0JBL0F4OENkSTFjd2dEbnRUVHYvUytTaDEvUFN3UVUrMG1xbTVtclA4YWFkZDgwVGZWWlNvbHQ5TG9qQmc0WVFDVzdCeCtsZ29ldVNNRXQ5U1RQcTdXamE5UXBNZ0FLZmxaVGdsbzhwd3NFKzdEc0k4RUtVekdSekhxQ216dVp2bnloZnU2WFNRZWRvYUpJcXJOMlVrWUQ4RDVWV0J4azM5Ykg5Vm9RVUk2OStveXVkMHI0TWl0NEhRZStFTkk0RkJaYnBudVBVanZpREw3cVNhSzR0alFNbjlrZEtLUmF0YVp5Skd1YzZ0ampJWFhicFFOL2dXejN2eFAvOTVpOS9PdGt3NFVIU09xbWphWGZJbklpeHpPd0tJSWFvWVhGNzg0Nllqa3RGVGVNc1FMWWVnSDdWMmZ4Y0R4UVVtS2hoZkFHSUJDSnoxc3F2Q3NYZWFOdS80Mk1MS3BPWXhDUW1NWW4vKzBER2lBamtHSU0zTE5RcERPdlhjOWVRYXcwUkNDbnBqWkRSYkRoeWZaYWJ1ZFhuQ0dtd3N5azJ4NzJnK3BuWm5KbFZTc3RMTndmOUI2SDU3bHFnckhaekhnQmZ5WUE5M3hiWmRNSHkyc1lLSlBXdVlSaW9tUnJ1YUk0MXFpdXN0VEpRT24vbHYwTU4wWHI2Y0pSVmIxMEFDS3VVb25lNlVrK05TVC9YOC9LNndwV2FWQzhZTEY5TCtmT081bDB4QllYaW1pZW5HSXgvbnB6Z1g0VVhNZ0FBeXV1ZXpnZVM4eFh5bHlkeWhWKzRZbk82MU9wQkJFZ1o5dnRmVGhOcDkwdUJvcnQxMTNqTVhWbGR3MEpIc3ZmYTkrOFlMNGdVRkZnbWtsMmlkZUJZQXJxRUM2Z29NR1Fmamo2SDBucXJnTWhaRVJpQjdTYzdySkd4OVhFZGs4WUpjTWw4RlZRL2liTkJ4cEw2YmN1QXFCQzQzanRSd3l2WDk3amJBTE1jR003K3FIL29iNjRjdWJ1V0tLK1REeEtRcTdONVYwekhmT3k2SldxU3hSenhJd0FhYXQrejQ1M28xK1F2ZnpwWms1aDZhMkR3WUdHdGxhRko1Z1krRkszaHIxbFV2YTJVY3pVZENQM3RMZHRmeXFuYzVQSFdidnRLeDYzcno0V2FUUG5MbjA0bUZNV09HdWs0ZmZyNXlDNjd6eWU4N3VWTFNWRW1JdDFvYTRtVi9wYXNiU2hCeGhhM3QremNDajZmcUtocGZCQVo5UjF0M25rdTEyZTV3WlIxbWxOWE5EdWxvTUF5VFM0cmdGR21ZOHVEcHcvdXVGWllhMlVrTVBuNDBhYWQzNGFRbElDeEdXTXgxd1FBa0xmRVNrbE1jQjREME85eDIyNkwzY05ZckxoT1BrQ284a2pDZ0lPaSsrTEJud2JtekN1T2FHTWpONmE3WitSL0JoQm5rMlRYQWVCakk3bnZBVVFYQk82cFp0RW5saUVBTkhZaEVmQlRxZGRsMEF1QW8zOGtpRUg3NXRrUHJoejVyciswZmt1MkNRbkxnTEZab09uMWFEZjJjT1Q2SG5lRDIvMFFBdDdzYU40ZW9TdkxxZHprbVphUzhCK1lodmM3V3lJM0xlVTFEVVhBNlhQb3lOL0U2N3FIVU9IV3F5U1JBWUpTeDJVQzlWdnZSMlo2aVhGbTY4QzRucitpZG11VlFFTkcwNVRLMXVXdlZVTDFkclpZb3hvajd3WWpUYWFWRTlQdmRlM1pkYW00L3VrYzVwSkxlL3Q0YzhqZ3A4eHRGd2dFYVppOFdLRyswZEcwTThhNHAzVHQwek0wNHVjMTZPK0VTeE1BeGt4VFp1dUhnUFBwU05qYTAvUkNjSEhWbGt3MEliL1RiL3l5d0djbE1iZGUwbmVuNzMrRUR5c29zTXhrbGJJRUdjNURUYTlGbTk4VkZGZ201Mlk1Y3VxdVNCak9Namc4b1AxRG5iSEZBSXQ1YS9MS0FRUm9VbnBFMmVOVjQvSzZyZm1Nd3g4UjZYLyt1R3UvdUc1YkplTzRWTm4wMDVqUFBqQy9pR2xkUUJwZkRVOWI4RlkvazVyb2trdWw0Z2ZBRHdDR01UKzhHQUFBa0RCYlZtc0UxdEcwODRXSjNudCsxWmJNUkxlc0lRUlRNSDZ3cHlseUllTDFia2hnS0FxMFgzUlcxSDFydFFJV0RGRUFpNm9hcHJyUVV6R2sxQUhGeUROOEVhS2NpQzJXcXRPWGFhMkpPTFhkL1c0dDVzbFJwVnl6OXhKYzVtemd6RGlSY1NwaUFlTHpXWUlidUJCQW5XV21YT0dRZVdxaVJkSmM3ek9weWNsOE5XanlCSEI0dkJoVFVyZlpLeG4zSUlHd2tiVkVqNnZ3UFRVTk9QdTZCdjFLVzBpUGVCcUFBTzh5QkJoTFVFcjM5MTdxbnl3R1RHSVNrNWpFUFFqR09kMWxZY1pmQ3BjT3pDL1NnRGthOUpGb3VXRUltVzduWVVSS2xpcndUOUhQVlR4a3pmVXdvd3daM1dMYU9CVnVRcmhvVGVOTUJQRmxrdnJsNk81b1VWWERGQ0JLMVpvTkF1cjdCN0V2aGtHWFY3OHh4WVB5MzFHUXZuZnluZDB4M2tRaGxGVnZYWUFHVkd1ZzQwRzdkM3c5VWxZenZ3UlJFVEF5VU9zejBXa0lFQ29HOElRL0E4QTlIVkZSMDRXMVZnWXdzNW9Jem5lMThCUFJZOGVBSXRGY3d4QllrUFNyUm9KSUFaUUpYV05NVWhpVGxncmdpY2ZTejRaMXJkZHpWNDU4eEJIMDdzZ0lETHFZdTFhUzB4RzlJUzMyV1RtYzVFckdqRGRPdnJIclNvbnZpVFRCazVZb0I5b1ZLaGNCRGNSbFZWUnZLK0pBSzVDZ2EvamlSR2tJUHBIdG1ma0YwbWlpNWdmQ3Y3dUsybTJGZ0xnczZORFA0NDNNOVZsdU4zTjlFUlFiMXFCVmU5T09HR1pGZ2M5S1NrNXhQU3BzZjFkV1VtS09DK1JpQ1lIWHdtbnozcG90OHcxQmk1RllueCtNUTdCK1BaK1duTHdDbEgwNFZBd284SDBqS1RIQnFDYW16c1pocjJDNXVXdytBeWdHWkxjNldpTGxDakJlc0dKVkRnWCtIZ0J3a1d0bFBqTG1IRzNlY1NUWDk3ZzczU1ZYQUtpejBVeE1BSUNFV1U0OVk1U01VblVlMi8vcytlS2FKNmU0S0xqc2hsLzhEWXl0WndGRW1hTUNiNFlZRlBPcnRtU21wOGxsaFBBaEtuMjVMY2FvMjJLbFZjSDVYTk5VVWlBVmwrZERadVNJa1J0b3c4eW9Cb0VwVXRLcm5mdk9mV3drOXoyQnlkakIvMjlBWXorTWUxMlQ4YjhOa3IwRVlNTm9TY24yYzZIejZxMFVBQ3ducnZPa0RMUk1ORUdGa09tZVdZNkVTYmJ5L3hJQXdqcTQ2L21VcElRNkI5aU50bFlqb3FKZFViVjVMbkQrcDZDY3Y0Mk9yb3Q0WFgzalk2U2x5VWxmYTJzUkIwYkhXbk9Sb0pBcGNqbTJlaU8wb2EybzNWcXRTVnhwYjdFaTVBcWxkZHNxVVdKdjU2dDNJMFowV3VZRG1nSHJiTjU5WW5IVmxreVhOb3VHaCt3M1EvR0lKWFdiY3dGWW5nWnlPYlk2UGhHbG5qUFhVdzdCYitQZHhCWm5UL3NNYVJsQVRWZmJXdmdaQUFEbEVyWEJJWGtFRGxyUzQ3SlhLYUZPUm04bUUyWTVKUnpaVXFYb2R5RlRsSWpuNTZnbmdrUHlrTjhHclpWN3pXMi9lQ01lVmIyMFBqaWZVSmhBeXFza2RJN25zUHFzTkVMNFEra1gvM21pMkJzQWdOSzFqZVdTNkNGbHk1ZTdEdXk2SEhuc0xka2M4VkZrME5xNWIrZVp5SXZDVndBWEo3dmVmK2UyNFhaWHdvMGJFWkUzeGF1ZnprZkVnc0JsSHJPd0NVY3laOVVFTE52dkZ5OUdKMVVBQUdEV2xLOGpFMGVOQkxsVVNYMjFhKyt1RGdoMStJVllDcG81TGc2WjNYN1hPOUdhTWU5YVdZMm81eEdxTjhPdmNYR05YY0E1VHdUU21ScVlxeXY1N05Ib1FzdXdTMzhWUWR3QXp1ZmpiWEVnTklsRW84Qm5KV1ZraTNVYVdkR1E2bjhsUkJVc3I5OVdTdVJHbENBYzVWdzYzbVJGU0V4eUtqZDVsTXYxQllsNlQwZnpyakMvQmc4aDNaVU1nQ1kxM0h0ODM0VE1ta2xNWWhLVG1NVHZGYnpQcFFuSFpaa3g2OGpDeWswWkRPa3gxTlRSMmJ3NzdvWjNjVjNqb3dCWStwRVFQNG91NEpmV2I4a21KZWNENGpSSnNqMlVIQVJqeFhuRFlMc0RJTDRYTTA4RGdDbllJemJBUjRRNnovOEIyeHVQanA1S2FmOFJDVTUwSE5nZG80MGZQNGUxMWd3VWJERm92TzIvSkE2R3pQQksxMW96QUNsYmFUV1ZhN3plMGZwc3pIb20xMmU1QlhwOG9PbnFxTXdoQXN5RmNpTnA1UDRQekwwVEpRcDRheHEveVJDWVJqcUNTaG1DZUVHNzR4cFBJQ2hmdTJVNWdJU2p6Wkh6ZVhsZFlTMFJIRHMyNG5vdkpkbGNxd1ArTjZJOWhoYXRhWndwM000NklCcHBHNEczQUlDWU8ya05SempkejJRZkNpanM5QnN4dXY0bDlVL25JTmNsQ0hoVDM3cnhlcXh1UFhRT0sycHNEUmM0a214dlBUWCtIWTJ5T3FCaFdLdWZSRXM4UXNqeXlNOUloRHNhYVNpZVRBQUFJTUdsSHlYSGZpVm91anhNd0N5OGRXTi9SQVJsL2RNNXhOZ0NRTXdVQThPdm4ycXg3aXdlZU9EckNPcHNxRGhUVUdDWmJqUDlvZUVSSjBZNkNRQlE3SHQ2SmpCV0x4bWM3R3dWZXlMM0FhT0cyZ21tOFJ3RS9UODczdnI4amVJYUs1c2p6anVhZlBZb0FHQzZlM29wUi9nZ1hPSWJ3dUs2YjlVU0tsTVR1OUsyMXp6dTlXNHdUT1l1RDZMcnJZc0hyVURKMnEwUGFBMHo0ZGExMXREbnlxdmY2RXBrM0V0QTJVaHdxVzN2N2hnZmcvSWFLQkNjWlNGamMvMjJmRHRlUkdRSXRuMzdvODdrc3krTzdvWGlHMW5lU3lDZ2UzclAvUW1XRE53MUZmdzBNZ1FVd1JCall6UmtvbUI2NXYxcFNlUjR0YVpCVGRUV3ZmZXZQcllZVUZUVk1CV0FQVG9rNWU2eit5TW5LbTlOWGpsRExKTGsvMjhBejQvZklMeStiMmFSSWI0d1pNdXRaL2RQNUdxL25wZld6RnRPR2dMSU1hV3RhVmNUakZYOUZKY0ZBSXhyTFU4Zk83RDdReGlyRURxYVJycGJJYUo2VjdxdWNZN1FLbUg0aWpuZVJTMnN0VEk0YUc5N3k1bC9LcTU1TWtFenZvUklkNFhvWHNVMVQwNFJKQjZTR2xxNXdCbkg5cnQ2b3M5dWNkV1dURzBZMzdiMXlLN2pyYy9IdU5CNmE3Yk0xd1FhQVdlMXRlejhRYTdQY21lNUd4K1Yybm5MOU44WktxdmRYSWVNWHozMmJ6dkNOb01XSzFsckZ4UGpYdExPa2U2OXJnaEdndGU3d2NETUxOL0lnUDNQcHVFaHczQWU5Ri9tdjc0WVo2THgrcXdzcHB5Rm1sTXZCdXptWTY5OVoveDloRnN1MHhyZStqald4MmpCQnBZcHBIL3IydjlzUkdXN2RPV1diQTc4MnhyVkR6cWJkb1Z0cHA5TU5NRmRqMEowK2dNMmxjL3ovbm43bnUxL0ZmNzVGbGFyUWxQb1A3dnAvK0F2THA3K2Fkd0pNbS9KeHBUVTlQUkhOVW1IT1d4dnRHY0IrQ3hSNFZITDdRQWNSR0ZQRXd6dmRPN2JOV1lZWkNWZ3R2TlpDZmdSb3VaZHpidjNSeDU5UGZldW0xL09GQzBnZ0dPZExjK05mN2NMcTZ5NUJxcWx0cFN2YzBZNW5TMDdJZ29ab2V1dlVWM1FwRFA4dGpwMHRtTm5YQXFnMTd2QllCNjltalJta0xKL2VuYi85MjVES0xaUnlteVRTYTBNNmovV0ZKVW9VV0NaQ1NuT0Z6WFJyWmpzWGVnQXdHSTlYcHRFcmJVOUV2Y2FUbUlTazVqRUpINy80UHdXQVdUSE5jQXJybmt5MGNVOG01U210enBhWTNQY0FTeFdVdU1zVlJyeXIxeTd0T3Y2OFJjajVwdUZEMjFPUnlWcWtlaWExT3J0N3IxM056VXp2QnNTd0RDKzVnUjF3NmtET3lKMDY2TnoyWlRQZ3NKMllZajdwQnBwUFgxNlY4UmNVbEJnbWU3WjZpdUE1TFExNzV3d2pqaXYza29SV3RZU1VNQ200RzlEVlBLY3lrMGVqbktaSWoxTWlyL2Z1VDkrekZ1YVd5MWtEQXY2cVBmWmlPSzd6eEpsSGwyUG9JZjhmdjdqZUJ0cXIzZURnVk9uclNNTmx6VFFGUWlTZEJubWcrMU5kNW1xRlZXYjV5b21XR2NMYnd0UHRpcXIzWnhIMGhubzNtZThXMWFqU2dueC9WQWFRZ2p6cTdaa0NzRldBVkw2dGY3aEZ3dGNxZTZFMnNaSE1SRGNPd3hpS0QzQjNOQjN2dTk3MFBOQ3hQZWI2N1BjamxiTEVIVnlSOU9PNzA5MDdidzFXK2FEMW1Sd3RuYjQwcmx4cVlUWFoyVXg1bnhGQm5YRG1RUHhtemJsZFZ2elNXTWFndjZvb3lXK1pMQmtiVU1KZ0RwbnU1QUpSODhmSHBDSHo0VjdUUGtzd2RGWndwSG50TzNadmp1dmZxT3J0SzZoU2tuVjJySHYyNkdVTEV5WURjdWt3czU0bmdFRjY2eHBCdWtOUVBydDNwRllINnhGYXhwbkdreitjZCtnK291ZVEvLzFWb252aVRTQnp1UHR6YnUrQTJObWpod2d2YjE1WjR4blExbjExZ1dTOUF4RXJqdGJkaHpLcWR6a2dlUXB0UkprOTZtV25YY0tmTlkwZ1RyWGhwRzNqbzkvTG91bGcxcXFVS2N6NUZmYm1yZEgvVjFackx4T1BxQkJ6dU1hcmltQ3R0aVliNHhnQ0pDV3FSTWxXa3ppZngzM2RMWGk0MEdoSDhhbk12UGJZTHdFQ2RJQUFKQzdVMXlKczBwSXMvY0kyTURnK3dNVDBiTUF4alRPYmxOc1JLQWZuQTNMY1lVeGVoWXlYdWRvL2J2d2FtUk81U1lQbUo3MVd0S2g2REVSNDJzZldJU016UWJpSXlHWlFJbnZpYlFFemlzUkdYR2dLOTE3UitQWnZPdTJMVlFFczRiZUcrZ0l2eGt0V1dLbGNJMkwwS0h1MEdUaXJXMlk3Z0c5ZW5BbzhIS0piMmF5eWR5ckZLTlRvVTc1a25vcnhVQ3p3cEZxcitEd0FBUGVGWDJESzY1NWNvb1c3TXVFK3RsNHhZQkZWVnZtSWVkRlNNcDlZM0RreFlJQ3k4eHl5NlZhWW5kMzhyc2ZZRWJtWW8zRzdYRERIUURBa2lybFpaek5KUVZYRE9ZNkZ2MitPaU43RVNIY1B2M21leDhhSG1jbEVrVkg0QUdNc1J1NFc2K1VqRjNXa3U2MHYvYWQ4VTE3V2MwMkx5Q1dPTU15Um1jV3dzS0hOcWRyWWRRQTRmbk9wc2lraU5MNkxkbkNJLzRkS3ZwaCtITUZQaXZKd0lURmtvbjJvRE0wNURMWm92WTlPLzhxZkd4WkhSU1puR29VNnEzUm5namh4MDlMVFYvQ0VBSVNzQ2RHaGdFQXBaN2dQS1ZCYzA2YU1aNThLMmdjaDVBVGI3WmNUTVN2TVExc1pGREdMTERLYWd2dkEwVXJGTUdKOXVhZDQ2NjVSVlVOVXcxREx3cVNiakVZekhISWpoNkxMQ09yVUROZ2hKQXVpTTU5ek84WElXdGFqU0xLbEJwYVF4MEhiMjNEZElaeU1STVlkSWhHb3E5dGNjMlRpUW16OVJjUTBOM1p1dXVYMFFmTnFWd3Z1SkdTTmY0bWhPelRXS1NjeENRbU1ZbFBDeGhqQklReFJyOTU5UnRkSnJvK3I3USsyZG02ODkvaWpmVldxMExPV0RsbytVL1hqNzhZMFhDcFdHZE5NeHozY3RCd1JnRUcweHd6UEtVSHAyVm0veEhUY09iWUFTTnFRMmt4UG5YR0lnMzRQaG1VamFCUHg4Z0dmVDdobnVQVU1pRFh4OG42Q211dGpCUWxIeVJFdzBialVIaUhka3B5WXBVR0NIRGlBN3p2ZWt5V1BJeHR5am5vU2kzMUd6MU5MMFFtVDdudEFpUzZUeVA5T3FZcE1BYWFrdTNWU21jZ3FVdUJZWFVSVE1wclR6a3p6anlzcU5vOGw3aDVmeUFZdVk2cldHZE5BeEx6aC96T3NVVzFhZ0VnSkl4YzRsRUZDNHNsbUVZMW9EYkFjWDR4SThHZDRITHJKVFlaTFVHVEJ0MXV2Vnc3L0o5akdIbytTMlI0bkM5d2hxblMwUk1XVW9wcm5weUN5QXFSTVE5cC9lT0k1QzJYODBVQS9YbzhHUUtNR1R3QzRWcEU2dWxvMmYxcXZOY1UxbTdLRUVKTVY4d1ljaW14MGtiL085RWIrbktYL2l3U214NlVvMmJOYVpCV2pwSmREWmR0bE5kdFhhV1VNOVM5ZDJkTVk4eGIyekRkbzlUblVLdU9JSmRIb3BJcllHSFY1cm1taTYvVG9QK2w1OUN6TjR0cm5wekNqYVRGdDRMRzM4TFkycDBqRkxZM240dVJUUmI0ckNUa3VJb0JEWFEwNy9xWjkyRXJZVnF5WndXQU9OdmQvTnpGa3JyTnVRbW1YaGcwN1BidzM2OTNuYXBRaEc3R2NIQTR3R0xXdWQ2YTREd0N5bWFJNzJ0Z1N0eTZIaWtCV0wrZWM1R1lGZjRRQTV3YTd4cmZzNkI3bTlIK0NTNElqRmVLN3VrTC9MOEpSTVE4UUVnQkFDQlN2VG93Y0lZeGVDQjR4WGo3NDZqSXhUVlBKaExETDJsaXY0cW10UytxM1Zib0FCVVJ3cEh1dmVZNDFiNmd3REtucFNWOWg1RSswcmx2MTRRYjBwSzZiUlVBdUppMHZ0emV1bjBmak9tWGhEdnBNUVRWUTZUOWJjMDcyZ0VBS3RaYUpVenE5SzdnNFlPUjUyc3htYUUya0NIMkhSM2J1T1V2ZnpvWmtaWDZZZkMxcEVDQ0VtWkNwYTFGZXpnRnlsSE9LcW40VmNNd1Z0OEtpQVB4SEVrTjVubktSdHdiejFOZzBackdtZHhnaFVCZ1N3bHZYem55WGI5bmhzclhJTzUwN3R0NXBxUXZmeTRpbytpY1d1K2FyWE1OUWFrTU1jODFPTGd2K24xTDFtNTlnSE5NNmtpNWNLeDgzWUwvNVBpSEQ4V2oreGRWTlV4bEpPYjd0WE5Hb003cWNvenhpWGpoaXMzcGpNT3o1TmpmaXhjcE5Qb2RyVGZkVWp5RG9JZjFyUnY3bzU5bm1uOU5jWDA0T283SDdiYVhPNHhkNkc0KzlZR0pydHBvbVVCUlZjTlVSUGxacGVHM1hVM1Azb3ozM2dBQVhMTmxCRG94cU9XRll5MjdZaWh3ZWZVYlhaeEVNWUlhUnM3bTRxM3JiNDlPUWhaemtWR3VFUmd4bUJGeXlJMjRocjRuMHBDcHJ3TGg0YzdXbmVOR2lsN3ZCc013MkJMVXpoazNZL1UzZzFjT1J5K1E4aDk1T2tseEtBSmdpY01EenNHMjFsMGZ3QVFvcjkvMmRhVUFpT21UM1h2RnV4QXlaV0pzT2RueXBOYVkxSjE2UHVMM24rdXozSUo1MWhOajJOWnk3c2Z4anB1VmxMODZNV1BoQlNCZUMwUkRSUHFnRW1wQ1RlY2tKakdKU1V6aTl3c2h4TjNZUWFEeFRXbXFTaW9CeElSTzIvaE52SEVMYWh1bW84Q3ZFamt4dXZxOCtvMHBDbVNKa2s0WDUxaUd0NjYvSFI3RFYxRy85Vm1HL0hwYnlyblhvaHNMUlZWMnRsSjZLakNhb3pWZTcyamFHVnQwZDYwc1pKck5DZmRuaWtaeHpaT0pKdGxMR0ZLeFVzRi9POTVralJzaHBsRnFGVExxQThZTXVuUDlhTHlvNnNMYVRSa01qR1ZBekI0ZXR0dkNqYy95bHorZHpKQS9ScWlQeHFPb2ozN0diYXM0c2ZuQTZFeDdpOUdlbU1nZUNWNDJENFU2dVJWVm0rZHF4cjE5dlBlTjhJSkMvdktuazdXU2o5MFlITjd2U1RDbk1kRHo4ZGIxbU9aS2VhM3pKRXJkaThpT2Qrejc5bVZwR25WeXlPNDgzbXJkY0lGckVkUHN3MmgvSndDQXhRbXlqaEZUamxLbjRyRkxZV3d0YktEclB4SENkYW5vY3ZoYXJyeCtXd01DSDI1TDZvbUpkdzRCYmZWdFRYU3h2WG5pZEtZRVRIcEtTdDNEUU9iMFlYOUxkTHFCdC9aYnF3SDFaNGNIZ2o4NzNtcmRLS3Y1MXNPb29hOXpueGhmejFlc3Mrb2dDQitOeVRFanV1WUZCWmFKS0I0aERuZjYyRUR6aVZjajE1UkZOWTJ6RE1IL1JJRTYwZG04KzhRWTFYK3A3WmR0Rnc5YWdlS2FyZmVScE95TzFuTy9pMGZEVC9Db1A5Y2NoMGMrTUg0SEFNaWtxcERFTG5hMFdtY3JxamJQNVNqbXRkdHZ2QmIrdm92WFdlVWtRWEtDR1VTNks3cVE1SzErSnBXWXNRREpzRFhobEE2YmQwVC9OZ3MvTlA4OWtYeHNMTlk1UUZvM0tkQjdKN3JPOXlJSThKN2VjMzlpSlFOSW83VVdSUHcwU2dhSUNKeXhKQVVOb0c4WmlWbXIycHAzL1BlUEcrVDFiakNRdSt1QjZBcmV2QnFoUzZ1b2FaeEZxSXNCR1c5djJqR3VCOHZMMitoeXo1SmZrd1MvQ1hYMjR3REw2N2JPSTAxTE9ZTXJIUzI3M29BeDAwS1BtVkd0R0RVekVzdngxdldYQUlBV3JXbWNxVkJtQks0WWgrSDB3YnVVTFo4bEtseXlldGh4Zm5XNjZkc2hpaDBtSjV0ZUxlSDlVN0pyb0RSajVYSUc1dnZqK20rZkpVb05leFhqN0E0Q3plbkR2cDllakhJa25WKzFKVFBKWUxzVnlyODUzaFNyaFN2eFdXbG9TaTlIdkNPUlU5Y0I2MUpCOVRPelVXQlJSN1AxQzYvUHlpS3VsclExbjR1SXppdXFhcGhLZ2oyb1VRM1pnL0lmMnNOTVpTQWtld0JZMFV2OS8rUWR5bjk0d0QvOHkvTnhQQU55S2pkNVBJS1ZLdFJYWGNDcjJwcDJqcnZTNXZvZWQ1dHU0MCtVaHFlNjRwajZ3TmdOUG5HVy9FTkNGbWlQTW9mMGVqY2tZUGFVUHdGZ1Z6dWF0bzkzdG5NcU4zbW1weVZYUzl0NTE0YWdmM0Y5L3BNaDE5ZlFkUytwMnp5SEEyNWlpbjdac1hkWFhBbEtpYzlLNHk3MUpWTDZKSEdGeDF1ZWpURTN5cW5jNUVuWGlWK3lRWi9pd0taMHRtd1BWY2F4dk5ZcDE4aW1NQW5EN1h1M3h4andGTlphR1FKVkl5cDlNTkUyeHIwazh1bzN1bENuMXhIWVYxR1lwZTE3dHY4Z2V1eVNlaXRGQnVVZkk4SUZJdDBXanpZWE9vL1N1bSt0MFZMMWNzNmhZNXp5djU0YlpIc1YwR25tTWVzN21yWkhkRnhLZkUra2NiZitMQUp4djRMbTJNblJZdVcxVHJrQ1dqTGNlenFOUUc1SFJEY0FsS1BEMHdGZ1FxYk5KQ1l4aVVsTTR2ZUV2RHlYNU81NUFtZzZBZlFSWVFCQ1JuOE12OXJYMC8vTmFMbzVqSzBKM0l3L29XejIwNjc5ejBWc0tuTXFOM2xTdFdjbEtYaFBDUHg4NzRYZUgvVDBqRzVxdk40TkJzdWUrcGpTZUs2elpYdE1lazl4elpPSkJ2SXFSSDBWQVliYjQyVEVsL2cyNXpKR1g3ZkJmajVlcXRJbzFuT083a3FCZUI4Qi9TWmNkNzlvblRVUHBVNW1TRE9PdG16L1lielJYdThHQXlGNXRRWVpJRW50NFhPcTE3c2hBVkxjVDZFOUI1RFVBQUFnQUVsRVFWU0duczZXU0JiZEtFYk40QWpnZmdEMG95UFBlT3ZZRSswQjhiZHdlclFvVWxxL0padkF5SWNiMTE3dUNkdndlYjBiREV4MlBYU3RmK2dIV2E1VWw0a3lYOTI2K2R2d1RXRkJnV1VtenRHMW9PbFY0TEJ3eUpZZDN2cXRHeDAxOHVNVGg1OGZudS9ibktzNUpuVTBXVzlGbjltWWREVVpHYXJ1NWwweHo0Zk9BYWJJZGM1dzhFWGg4VlFFUCtRdmoxN1M5YnkwUCs5UjBzUTdXbmE4R0cvc3FJeERmbDBUZFU3SUt2RnVNQ2h6U3EwQzlRdkdZVzVBKzl0NldpTFhzbVhWV3hjd3BsZjNYdWovNDlUVW9QWldONjRncm02Mk5lMEtzU1N3dkg1YmlhUFY3ZTdYWW4yc0NueFdVcUtwdjZxSWJ0dEI5WHJQL3NqamU2dWZtUTBjMXdPSS9SMU4xdHZlaDYwRWNQUkRKUEdkRTRkMzlwYjRyRFRHN0huRGcvS3Q2UFdPMTd2QllGT3kvMENUWm9NWEJuN1YwL09DWFZxMXBVQnAwTjE3ZDE0b3JyR21hQzd6L0g3eEZoeTh1KzRmVGQ2U1U0QXhwYlI5dkxQMXVZOGl6L2tiU1NERTU3U1N4NUNKbVozTjI2T1pGVmhTdDYxOCtFYmJLaUs3YU5TWGovcVZ4S2N1OXh5TEszZjV4QUFuVXdiK1QySHNRbjdxaWdFQUFFREFoaEZSQWtBZlk2TC96dFVEdzFuNStja1R2YjZnd0RJcGU5b2ExTERBMXNiKzhCdnBvaldOTTRGaGhVYlFRNDZNcUhxbjNaL3lCOGh4bU4rOEVlT0NHa0pKM2VZNUNGaEZIRTRkYmQ3MXI2SEhzOXc1YXpqRDYwS2oxeDUybWpvNmZ1QXNXdE00a3dsZXJHM1JHVjNaclREc0lnSzZjM3JmZStPNitkSzEyeDdVa2dLZDh2Q0ZNdGVLYW1EUTE5RnFqUm1ZV0t6TVZJdUE4eEhTYUpLR2M5SG1Pc1UxMXBSa3dmOUlTL3pyY0VmOWNBaVhzd29KYkNtVjZOcGp2ZUd0MzNxL1I3aVcwTTFydi9aVy8rVnNkT2xWZ1FCL09md0dXRjYzTmQ4dHhGS202YndtZWY3RTRlY2lOdnJ6cTdaa2Nza0w5UFViLzVpaTB4WkxXNTArSDZWemc3R0pmbHBLY28za2RBc0FwdDg2ZCtWSDRjOW51bVpVSVZCdmRQcENPTnl6NUJxTjZMa1ZZTStGUDU1VHVjbUQyVk8rakVoWDI1dTNqeGN6dkE5YkNkUFRraFlUNmZPYUF2Mkp3aWlPS2diQWdqWGZuTTJaOFhtR2ZGODBxMkQ4T0xVTjA0VnBWektBUTFwd1Z5RFlIMk5lVkZCZ21kTlRrNWRwcEF1Q1lab09EbzB2Rk1ycUc1Y0E0V3hRMkI4MFpZd09yYkRXeW5BeitZY0k5S2ErYmV3Zjc2UjROeGpwa0xaVWszMkZrY2drTzdnbmV1eVNlaXRGYVdjMUV2WktCV2Mrem9TeG9uN2JnNmhWRm5BYTZiaGJySUNTdFhsTE9ZS0p5T2YyUTI5RXdhR2tibk91Y0NjdFE2SmtkT1JyOFRLTVMrdGhQaUZiNDc5ejRwaXkreDRlS3daSUlIeEpxT0dZZUtwSlRHSVNrNWpFN3grendKMGprUDBPRVZlVGhoY1VxTDhwOFZscHdzQXZLaVYyeDJOaGVxdWZTWFVKOWlXcDlDdGQrNjJJdFViKzhxZVRzNU04eXlUd2k4Qmd1c1B0ZjQwNHhwUXBEeEZSNnAwZyswWDBjWE45bHRzVUNYWEU5SHRJSUVZdWk1ajVlRkhWbG5uQ0xmNGNsZjdoOGFiWTZNTXhZSG45Z2hwT09Cc0EydHFUejQwWExFcnJ0MlJ6clpacEpINTFZQ2l1TXo0QUFKK2F2VWdEY1lhQ2gzc1U1ZFZ2ZEZIMmxEclVjUDJqZ2NGL2pqZTJ1RWJPQVM2V2d0YjlmaHBzUWVaYU5qUVkvQWNZbTlmemxsZ3BuSGdGQ2RZVzNmMWwyVk5MbENPUFh6bnlYVDh6NVlvQWlCajJnbnVHVTZhVUhnYlNKVm9HanlWd1h2blJqVkV6UjIvMVg4NU9jcHVWL2lSeE1QYThyQ2xBdUVRQTQ1MTdkdnhxb3M5T21WT0xRYk4ra2VoYWhrRitZRnpPT3ZEQUlnWmlTa2ZMemgwVGpVM0lzYXNRS05EWnN2TW5FNzBHMHFmT1o4ZzRBNVpyT05BZHpRd0FueVdRd3pwSHdvczlQUzhFVlVaV0lmQklDV1BKMm9aRlJEcHhDUHRpekxTOTFjK2tKcmpsR2tJYTF1Z2NqVFk4TEZuNzFBTk1tR3MwNmU2T0pxdTF3UGVOSkF6cTVjeXhPenIyL1pmTGhiVldCblBMTmFUTUUvRmlHblgydEFjSm1PdWptOFovNitsNUlWaFN0NjFDR0RpOXMyWEhvVkcvQWUxVmZuRTB2UHMveXFBMXk1V2lHMGhnZDdZKzF4RiswSnpLVFI2WE8yTU5hUDBPTXBZbEdJdGhWbmlybjVrbEFFcVZNekRyN3BlRlhETkluUEJhMzZOZzk3aGs0QlBMRUtDeFNnQVJmQ3IxdWdUcUZoQUdBREJCcStEbkFPSHJIdlFRQU1URXpJMmFpOGhsb0tGQU1mSEs4WmE3N3VyenE3WmtjZzVsb09rV2NMRFA3bjkyL0NaVVVkZjREU0J1WE9zZC9NR1ZPTlF4R0hQYTVXUjhUUkVkN215OWU3TXRyOS8yTmRUUUlZRm1TUW9jUG5INCtkNmlxb2FwcG1ETEI0WUNUZEUzbEtLYXhsbUt3WDJCeThhcjR3WXR0UTFsbW12cTNITytyYnhtMlJxcDRkM3V2VHZHTzlVVk5jNU1Bc3BRQ3JUaWVxQjduenVtSW1vdy9ZUW0vZXZPZmJ0am5IcEhQMlBESHlrSlBjUjArdUQ3ZzRjTGF6ZGxjR0o1QVQyeXgwaFBUeUJ3RnZUM0RlN3RlZWVGOFp0WVVWWERWQ1NZcGFSOEh6aWJuUnIwdkJOTnkwcmtmS1h5TzIveXJPeEhFT2xrWnh3S210ZTd3U0J3cjNZYzFTNkFsMGhIZFYrOGVGZWpYMWE3T1ErUWx4SlN6Q0poL0RYMWpVdFJZWkYyOUVzWEQrNkkwSUZOUzA3Mm9ZWWJiYTNiZnhmK3VBNDY1Y0R4eXZYKzRhdlRVaE0rZHl2QS9qWDgrUkxmRTJuY1RQZ3NPSFN5YlMrZlVFdEh3RmNTT3AyQXVFYnA0TTlQSC94K1RGZkNtS0VLU1NORHhnb0dCNEsvT1BmbVh3L0NXUHlrVmpvZEdHVDA5dzYwUmljMitIeVdHRVRuWWFYd2czN2UzOVRUY1hmeFZKbzF0VUJxNkRNWXJ3SkgvZXhvak1HbHhXemxsQ0RISW83OFI5MXhrZzVDS0YvM3JiV2tWRDh3ZEtRT2psUDlGdGR0cTlSYUpXaGlHRlRpcmZCS2ZYbmQxbndFS0NSQVU2TjZvek5PMmtiKzhxZVRVVHVmYyt6Zy91RFFwZWNSOGI2eHEzWmJLL21EeXhjdnh2VmltTVFrSmpHSlNmeCs4VUdQNjNMdWZIa0dBR1lEd3Bvclp3TzdVamlRbmR6L2s0bWlhb0dKUHdiUVo3cFRMMFRJeXZMeU5yb1NFODBLa3RRakVLWnhJUVk2OSt3Y2IzcVUxMWxmSWxLNUkwSCswMmd0TndCQWxsc3UxVW9jWTBockdPUC9ITjFJR1MxVXlLOW8wRC90Yk4xOU1ucjgzZmZadWtwcGxTQUVYaDIrS0k3QjZkRjFWbDc5UmhjRC9rVUUwb3FwVjY5RU1SMURXTEN5WWJwVWJDNGdPbjNJbXNPZlM5WnA4eEhvUGhsa1A0bzNmdUdLemVrbWc4K1JwdmRIUGpEMnVHY25maVlnNWJnOGNJYlhTa2pQa0kvNTcxejc3Y2wzRGc1Q1RvNEh0TVpzSjQxTkw2Z3FWZjYrdE9zZnZYVmtrZTh2L3NUZmYrVlk3KzNETkMydk5Gc3JoeEZwbkQ1citmTGd5RWZBdVVnUDJMMW5EWGRhOVZEdmhkZUUvL2Ewdk9LVmFmYklKZTl3L3dmZEFlZkczT2tQRktGQmZIUmZJTnh1OG4vd0ZiOEtYbGVCMjZkbjVSZVZNOGEwNDBoQ2hob1JDUkFwTVdGNmRtRG9VaUhuS1B4RFY5NzI5OS9LeUxtL01FMExENWZCdnE4SCtpLytiTzdjZ3RrQlpJUVlJTWE1OWdjWU1jWjFkczZLRlZLT0xCenFQL2RpVGs1aHhwQVkxc2dZOFFGREkzSmk3RFpkTnd4TkVLd0NoejRFeGxyZmlXUGFYZUZXZitNby9RL2RlM2YzZUd1dE1rV091eU5vakhzbWVhdTNMUVJCVS9vdjlMOGVVN0JhdjU2ekFhTlNBK1lHWU9nZlR6VkhGaHNxMWpXVWFJbUxOT2hoZHZQV0d3QVdjd3VueUFiZGMzei9jKy9uVkc3eXVFQlZCMmw0MzZtOTM0MXBmc3l2MnBMQlNKY1BEdHJmdjlyeG5SSHZ1bTBMd2RhdXRuMjdENVRWV25sQWN0YU53Y0dENGI4TmIvVmZ6Z2FoN3VNZ0RnS1hQbzRzcGxnekxTVjFvZGJxUTJTOFBoZ1EvOUFWSlNVb0tMQk1Rc2VMZ0lxa2YwYm9jVUp3SEF4TUtIRzlWMEdNR043RE5ZRjc5OHorWDVBN3YvZ2dJbHRGUkZlbEkxZGRlZmRVWEUzUUp4Vno4aFpXb3VBdkljTE0wR08yY2tvK1BIL3FaTzc4a2xrUTZMdDJjV3pUVVY3VFVLU1JWU0xvcStGR0p2bkxuMDVPVGhFcktNak9nNHZWZERSdC96dUEwVXFrMTVTZklhU0N6cFpkdXljNmgrSWFhNHJKMVRjMThKYk9KbXRVMjcxK1BTL3ZYN0NHcEg1UEM1cUpHbTkyN3R0NUpxL2VTa25WOWtxSDdJUFJPdS81VlZzeUV3M3hXRWZ6WFZmWGlwckdXWUNZUC95QmVDTmhqaW9rQldaSDY0N3hpWFpKdlpXaVNLMVRBSmNZVW5KSDA4NkkySnZTbFZ1eVJaS3hpNEQrTHNvRWNCUStueWcxbHk5RFJuME1XQTVxT3RITEIyNmtxZVExaE5EZHp3YnZwRUxtS2hsMFRoMDdzR3Q4OGk3eFdXbW0yMW10dEQ3RE9GL2QxclR6NzhJUG0rdDczSjNwbnZtd1V0ak5tYzZSd0c4Y2E0bnYwbHRSMDdoTUFRc3lSbE8xaFBmRDQ0Vzh2bTltZ1NmeFcwaTZ1YjE1WjB3SEhBQndVZTIyQW9Id3VDVDRhZlI3bEZkdkxnVWhxdHViN3hvRTV1VnRkQ1hmbDd5Q01laGxoRGVKc2ZyMjVoM2huVytzcUduTUljNityQldkMXZiUTRYaXhpRjdmTjdPWTIvMGZKZW9mb1Jhck8xdmlWOVc5MWMra01tRStyRUh6anVaZFB3czlYbFRWTU5VMFlDMGp4UGFXWFRFVXU3ejZqYTUwU1BraWFEU0hnM2RlQ2tVaGpZL2w2RVBCa3Z1cDc4VjRjVXVsNnhyTEJiRjFRVVV2SG0vZEdXTWVPZjVaNjdhVkt3STMxMnJPb0thbWtObmc0cHF0OXprTUZnck5QSklDaDBLMHlyejZqYTVrbWJLUUM4eVZVdmVRUXZQWWdWaUg2VnlmNWM1ME9ZK1REZzdkdnJ4M0htTzRMZlNjSnIzNzB0bmpqUk9jMHlRbU1ZbEpUT0wzak56NWkzNENBS3RDaFZ3aS9RdXRhT3NJczIvZU9uY3VvcG1SNjdQY21RbnFjVklVak9rQSt5emhGYzVTRWpRQWtqbENzUGxIbTdlUEZ1QjlQbEZ1UHJpYVNDMTA1TkNyQSsrL2NzbTJiZVk0YVV3bUIzaXlUR1NlNlVXejNKNjBZbVI4MnNqZzFkZWRvVE0zbEJSY0s4bUZFRnh4RkdsWjN2VWtuY0hCM3BOdktWQ0dBT1pHSXBjQ2NnRXhOeUtabkh1bUNETzFBQm1sQkladkhFTUFGekJ5QWFDTDhhUzVqQnVaMmg2NnBNa09BS0lnSW83SU9CSUpRdVJBSkxpUjlJQ1dJemNRUmFJbWV4QUlPQUJ3QUJUSVhUTkJPME5BeWlFQURrQ2NnSEVFRWdUQUdZcEVBRTBFR2hEUUFBRGovK29YK2lrQkVTZ0Frb2dJUU9RUW9BWWlEUXpIeklwMUFCQTBBR29DMG9oanp5TXpHWEpUa3hvQzBnRUEwQWlnQ1ZBRG9vRk11Qmh3dDFMK3k0UWdPUmh1NE1pMHRHOENrV0xDazBLa2hvaWNBU0tTQ0V3Q2tRSUVCNG1rbVRUcm9hRC9lak5wT2NnQWdKdHB1WTdUZHc2SlNlRkttNnZzZ1hNRXpvaldwSkJBSXVka2VLYmxxK0NkODhKTW42VjA0SllUdUhNSkNSVXhrcWhKTVNOUm1Ba3ppb1hwbVJZWXVQaXE4Zy8yRW1DUWNScDUvOXp4Y3dBZ2lxcWVMSENaQ1Y4Y3V2SE9hL2JJOVhGL0tRSTRjL0ZNZDhIdjk5djZYMGZ1L0VVL1JzU3ZoLzVOUVAvajRwbGovOC92OTZ6dTRoUExFTGhyS29nSXBEK3hoWTJKTU16dGswbmdQZytBNHdVQmd4bVAzWmRmOGhsQytBcTZVNXRuelYvVVlwcFRNL3dEN3hWcWtFRm4rUHFOM1BrbFBnQTFXdjFVbDBvRzd3UjdEWjc0T2VmT2piZG56bDAwenpEUlRsU1h5cVdUdExDLzk4SlAwdWZPVFRXSGsrVDFUT25BNmRQamxla1NuNVZtQ1BsbGtQUktaK3VPY1FwYmVmOERDd0RrUjh3VXVWb3JwM1BmempNRkJaYnAwWHFsZExENytJSElZa0JsNVNhUFl4cUwvWnFOMDh5V0xMRlNISzVMMEQ5OHhKT1RVS3FVZG5XMW5oK1hMQlRXYnNvZzBxdUkxSG1tV1ZhLzZIODkvSmlMMWpUT1pDWThObUV4QUFBV3VaYmtjNEFBQUM5QWdoUDY5bzFyNmRsVEh0YWdUdmV6b1RzWmtGcXZGSndOTHdaNGF4dW1JOG9LaFhpY2NhTkFDL2F6OEdNV0ZGaW15M1FXZzlZbjBHQ3BwTTNieDVxdHVES0ZpcHJHWmNUUUJKSmNBMTRKWnpEazFWc3BTSG90YUgzdTZxMVlpdHZZK0J5TjlBaGo0dWZIOWxpUnhZQzZyVDVDOEhiNEQzODMvSEhYL1ptSnFPUlZod0lCRjdyem80b0JVRkszZVk1R0xFR0N5Nmo1OFhqRmdKSzZ6YmxBWm1GYk0vdE9XWjFlYTB2NWV2UnJJT1RMd0oySGlRQWhhSXdYb1Vaemo1M1ZvSm50aDFqMlFWN2VSbGVLU2wyckdhYnFFZm5TNlVPUnhRQ1g0RldJb0VtcFY2UDFkVERtZmd0YWY4RUIrSmZqclRzbnpLY3RXZHV3U0NFbEkwSUtTUDNXMmYzUGplcjVmWmFRcUNvWWFIS1kvVTUzODkxaVFJcEtYUTZJL2RvSm5pSVZuRDE4KzlpcG1YbkZPVWpLRFFiem9OWnVMaEtjREROUXFKUk03di93WUNaREhMK1pFOUg3UVRueTF4T2QweVFtTVlsSlRPS2VRUEF1cXdzQUFCL2pnbFVra3Z1ZHhQbUx1aERncE5Zd2pCem51NGVQWlFXY2hKemgyNmQrUGJxK0dnTXh0K2c5dkdDSW0zTnMvN1VMcnNRY1gyRHc0dUU1K1NWUEFXaVQzUmhKSFhRZktkYktIbkhzL2xub1NqTU5selpOWkFhQTRRSUQzSEw0dlZtRHcyQ0ExbHhyKzB1QXBwdHpkSEhCWEVEbzVnQUpRemU3M1lERUdRSXc0R09uaTZIL0d4VWlVeENjNENneGxERjhKUFE0QUFDcFlWQ2pZa2d2am5tYWplcXdSNCtEWS8vVmNoZ0FJSmZJQVFTTWJCZnFJQUJBNXZqcklmcS9LdUpmSHdjaVVJaWdSMG1YQ0tNYlQwUWlJa0RVQUVRSVFFQkFoTWpHTnJaczlERlNoS1NBY1BRMXlGMEFLZ2hBQ2taTjIzUW9rQnlSdVlBaEo2V0dFVUdOZVhQUjJFZEFBRUlDRkF5WVFVQVNBRXdDQ2dJUUlqRUJqSGxBcTVIUWhTUWN6NUJIQkVRQ05CSHdmN0ozNTNHU25WWDl4Ny9uMXRMZHMyYmZsd2taa2trQ21RbEpDTHRoU1VLUXhaK3lLWnZMRDBVUVhBQUZpVHJLTHE0L0VBUTNGaEVSVkhZSUFRa2dpRWhDSUlzc0E0UnNoS3l6OW5SWDFYM083NDg2TlgyN1V0MWQzZE05ZlcvUDUrMnJ2TFhjdW5YcmRobm5PYzk1enNua2VidjN4ZmNWalhPWmRaT1lUV1kxZDdONHNqYlRkWm42czFvdEhvejAvamJkeHk0eld6ZjFWNS82RzNZdlRVY21IYkZ2LzZsZmdKVGFTbXJMekk3cjd0MlI4dmdkbU1tN2YxK1piTnB2bzdkdGpkOHFrMzZsOTFUZTN0NWRiMjVKZWV1ZWZlK3RaYjNQZG5YMmRsZHh0aWU2Q1p5MUxKczZxNXFrTktIVzd1OHJCaDB2c2thbWJ0YTNYM3YwMFVjL2RQVFE0MytoZmUvMUYrV3JqL25EeVQyMy83SVZ2cGU3RDVwRXczNnFjRUFnL3MvZTNEUXlzdHpuc3VqdSt2YTNkNDF0M1B5R2VrT1A3ajFuOHQ5U0pqTlpVMmFuMWQyZm5kcDNqNHp2dUxNdFU4MDlUWGIvQzVESjNYeHk1N1pWN21sUHk2enVLUjl2TkpYTWxQYmVmZDE2VjJvcmRaNitmbVJkc3FhblUxSXorUmxidWxWdjNjZDMzUEh4c2F6V2FPU2Q4VWVmdkduelhwY21NdGZFUGJkOHVxbXNhYlY2WTZTMWQ4Y05HODdZZk82ZTlPL3R5VnZXcmVyazI5ZWZ2R256aEN5ZjlEeWJrRHFUOS9xdFo2UzdKKythdU9lN3g1NXc2bG1IWlZtVzlxNjY4eGw3Zm56SEI5YXNQZktCbG5LLzVqTzNmckczakdEanBTOGVHVW1ySHp6WnlyOWFhOVl1TW0vOWUzR1crUFNILy9iYVJyUDJjNTI4YzhVMVZ3eGVkLytBeDF4MmFzMTFTakxiWVVrLytOcW5YMzM5dVpkZWRuRm4wcS82K24rOC9xYnpIbi9aay9KTysrcXJQdk9hZlJXQ0w3aDA2N3AyNm14dTdlNThzYjRtZTVCYXV1R3FULzdSdE43Q295ZTFOaW5WOXNocXgxckhkMTdkMGczOVN3a2s2YnhMWHZYZ1pNcVN0Kyt0cFd6TjE2NTQzYlEya2V0U3ZsbVozVzl5ZCtldHQxMzFtdkgrOTB0U3gzVjBYZGxYLytjVFc2Y1Zlanovb3QvZDRxNno5dDcwN1RkUEs5Z282ZnJMdDk1ejV1TitaODBxR3pubjNtekh0SlMvc3kvZWVsVGQwN25LdENwWCsxTmYvOHpnamdKTk5jKzVZekw3NUhtWHRuNis0ODMvNkYrSEpuVUgxWTFWK2NWSzJaa2Q2L3paMTY5ODlWMktRSTVaNXlIbTJZbktXMis3L3I1RkVtM3RLV3NlWXRLSnUzZE52cWUvWUZIV3RBdmQvZWp4VHZ0ZmIvak1HKzlURStDQ1M3ZWUwUEhPVDdYZFAvRE55MnZYRExyMmtySXpIL0dpOHp2ajI0OTMzMm1kMW5oNzcrN3ZIbnJ5NldjL3h1UnJHenUrZk41NFZqKzExZHB4dTdkM2JUbDUwK1oxTWpzazNmVFZrM2ZJMStTcHBTeXJyNU1uVDU3YXpZYlZYSTJhcExwbFdVM2VUanR1dTNJMHBmWmVlWDVvcnhPSXBFNXkvZjd0MjdaVkxvME5BQTRtZWVyOFhiM1crSlhlWSt1T2xEZG1aaHNsUFYzdTI3UE0ycExXVCs2NVNkcVZ4bVgrTThWam1GSXRiOSt6T3AvTWN5bHJUTzY1eWN6c3lXYkszQzJUdDdMVzNqdGozMjdGcmt5RlFaRkpLWitLZVU4TnhLWmU3OTVkL3JwakxoK1hOTmxkeHVxVGtpWWxtOHhxbzRlNDhuSFBXN2RaMXFqTDA4N2tuWjNtTmlGVHV6RjIxSG10aWJ1K2FzcGJja3N1SlhOMUpNL3JvMGVjMFo3YytkMWFacldzdWU3azFzVGRYemQ1N3NtVG0rVzFiR3hkWTJUZENYbG56dy9yamZXbmplLzUwWmZNOHR4U2xydWxmR1RraUJPejJ1aTY4ZDIzWEczbXVTVkx5Vkl1c3pRMmN0aFJ0VlZIUGloMVdyZnUzZkhEcitaWnlpMzN2THRNSUU5bVdiTGNVdk93KzUvcjdiMjNqNjArK3FKZDI3ZTlyOU82WjN0U05ubkVrZWMrczVNbWZ6aCsxelg3MXU4WGx5YXZPL1loeitpMEoyNXpwWWs5ZC83djE3b1Q4cEwzSmllYjNmM1hIWExhR2ZXUnczNWkxKzFYdmIydHRocXBNUzFpc3Zyb2M1NWxTaE43N3JqaEkvVTF4NTFRYjR5Y3VHZjdEVjl6VDVsN0xSdFpkY1F4emRGakg3bjdubXMvckhqT2EyNDE5eXlaMVZldE9lSHNXblBkZVh2dS9kOTN1M3VXdWRWVWMwdko2cXZXbmZ5bzl1U083OVliYTArYjJIM1RWNVJsMW1nZWZrYks5KzVNN2ZFZGJxbmVIRDFxUzU3dnVTTzE5K3h3dDdxYjFjeFZOL082MWNlT3J6ZFdiOHduZDM0cjVhMkpyTlpZcjZ5K1B1Vjc3NmxsWThlN3A1YW55VDNlSFVmR3Y1RnFhMlQxTlo0bWQ1bG5ZOHF5dGQ2Tk5OWE5WSE5YWGFhYXVZMG9xNjFSeXR2ZURjN1V6S3paelN5eFR2UFFZNStXS2IybXRmZEhvejUrMndreW5WTDRNZTdzZEx5aUV5OTlYUWJTakRzdWk4ck9yRy9ZZFBabnpiTEh1UHpIYmRlamJ2M1dONzR6eE5zcTU1VFROei9kVFc4MHMrT0xhVmltN0dxWEh5N0xSdVdlcEx3amw4bXl1a3dqU3Q2VzJVZ0VSWk5rbWJreWRVT3JtZHd5azV0TW1XU1p1Mnl1Nk9WU2MvZVdaTG1adFNVejk3UmI4cjJTMmlhMTNDMnZOY2FPeVBPOTM3ZmtiWmUxSkxYYzFKWlN5MlF0cWFiRzZLR241NjBkMzh6cXF3L1AyenUrYmRub1dOWll0YTR6ZnZjTjJlamE5VFViR1d0TjNQVnROOC9OczQ1bEtSOVpkY0paZWRwem0rWDFScTJ4K3BnOXUyLzhpcVdVekN6bFpxbWVOVVpYcmJ2ZkJYbG56dzh6amF6ZnRXZmJWeVEzOTVyVjNMTnVVTHRtOWRGRGptcU1yZCt3ZCtmTjMxaDF5UDB1bXJoMzIzOGtTNm5tTW5mUHNwSDFoNDZzT3ViQ2xPKzV1YlhybG0rNFo1bHFibktaeTgwOXk1VEp4dGFjOU9qSm5UZDlNVmRTcHF3YnpYYlBWaDE2MnMrMXhtKzdQSi9jczdNYnM4Nnl6TjJrTExPc3NhYTUrc2dIVCt5KzVRdm1XYWJNVGU2WldYTjFZK3lvQy9MSkhkOVNaczEyZStlUHpDMkxxWVhNc3N6a25zbXM2VkxlYUs0OUphWDIzcFNQM3lWWDV0MVFjWmE1bTh1eXJMN3FpSHB6emNiMnhGMWZTNTRtTFA2elZtdXNQVEdyangzYjJudkhseVJ6YzArU1BKa2xTOGxWcXpmRzFoenp5TmI0WGYvVmFVL3NrTXhqcHNEcnpVTk9yRFhXbk5xWnZPZXFsSS92Y0xjeG1ZMUpQaXJUS25NYnF6VlduZTZlbERyanUrUTJacVl4U2FPU3hsdzJKdm5xS094M0lINnJFekp0bDJ5UHBHUGwvcEUwbmw1NDAwM1hEbXdiQ1FBb2oxTk9PL3UxWHJNWHlyWGVpdE9QQTBRcWQ5dWt0cHM2bWRVYXlmUGQ1bFpUbGpYYzh3bkZkTERNbXFhczRTbmZHNTJpTEliMUpuUHJEZ3FzWWJLYVBHOTNYM0tibW1XVzJkU3NkYUYzdVJkQ0JaSXMvbjk0dkJqYkdKaDYxcjNyaWpiV2xmMjNQZzVXSHNrRDF0ejNqRFNlSjMvcHpkLyt4bDh2NDRrdDJJWk5XOTVscHVmMkhudnl2Nzd4MitWWk1sRFovMGljZk1iWm44bVVQZGJkNzJ4TGoxaXBBUUZKMllhTlp6L1k2L1p3azQ2WGRJaExlMFpXSGZNdjZuU1UrOFJMUGJYWHBueHlqOHpxSmx0bHRlWmhxVE81eTdMRzRhWThUeWwxWktxYmU4T2x1a21OYmxUUEdpYlYzYnd1VnlNaWRBQm00UExiNWZvWGw3NXJzdXM2N2ZZdGpWcjI2RmF5VDk2NjdadDBGZ0NBS3RpNGNlU2sydGlUTThzZUsrbitrbzdycnMvV2JuUGRrZHh2TjdOZFp0cmpTYnM5czkzbWFmZll1ZzFuZFRxdGJaTVRQLzdlbXJXblBhbzFjY2YxbmNsNzc1Q2tyTDVxZGExNXlGRm10YkhXN2x1L0w4dmRVOHBVcTJWWlNqVjN6N0w2MmtPdDBUeE1rdHA3ZDl3aFM1NloxK1NXZVFUcGE0MVZhMU8rdDd2OHNqZVJrOG5rbG1XU3FUNnlyamx5eE9hVVdyczZrOXUvbDFKN01wT2JQRFBWRzJ0SFJvKzhvRFY1NTFWNXA3MDdNNis1MzZmL3VXVzFrU05yOWJFVDI1TzdmbEJ2cmo0NWIrKytOWG1lWis0MXp5eXpyTGJhVTk2T0J0ODFrOWRjbGxsV1cyVlo4NGlVNzcxVDNabWJtbmNuRkdvbVpUSmxWaHM3M2pzVGQ4czhSWE0xOCs1NmcxcVdOUS8zdkxWZG1UV2sycGg3Tzc2blpkYWRKV2lZVkl1QVNIZlNRdnR5MmMwbE02dXQ4UlJCR1BPc2UzeVp5Um95YThpeUVhVjhUK1FRV3dSVE12TTRoa1YydEh0bTZxYnp5MlR1cXB1VnUxZjhRY1A5T3BkK1lHWlA2ajcwMitYMjUzdnVhYjMxemp0djJEMzNBY3JubERNMnYxdXk1L1FlbHkwZ1VOa2xBK2FXRlArVmFLN0FHZ0lGNmNadDMveUtwSzlJYWh4OTlObk5INjhkNytqcXl5ZnZkNzl6MTZlUmZLTkpaMDBGZ0YyZVQ4YXlvblozbFZidkpadGE0Vlc4WVBkWkx3WXNBWGQzeVNZazczU2p2OWF4TE9zdWNVbWRIWkxhY211N2FkcFNpQ3diT1NLbHlYdjNMVlFjd016R3pMSTE3dm00V2YxUVQrMXhTVFdYYW1hcW0yZGpidTV5N3hWS0dsbFFSb3pyMXBTbnY3enB1OWNXT3crc3FJS21BTERpYmRzMmVaUDBnZU9PTys3am5aSEQxcTRhcVkvSko5UkpJMjNQSmlkODE4Njl0OTEyYkZ1NnF0T2Jhai92NHQ5OVFGSzY3dXBQajM3OTdJdDNqNm0yNXRzM2ZQTDloVUR3MXV6Y2MyK3JYYlgyT05kVkgrME0vTndMdDliUHZFUFpEVGRjbjB0WHp2ai8wMloxNGRiNitTT2RDM08zZTYvKzlLdXZMaTZmTysvUnYzMjZScHBmK2RyYWIxK3VEM3hncHVQYnhrZSsrSWcxa2pyTit0cDZyWG42blRkODRjcGJSdTlNNm5Sc2c2UmRJOGMzYXR0M0pVbEtxVzErV0c0cHorM1lveDU5dXFXSjNUdHZ1K2IybEpMNW10emNrNlU4bWZzcU8vYWtSejIxTTdIOW1sM2IvL2NIR284VmthdWtsSko1R2pXcjFVZFRaMkx5aU9NdXVIaGk0c2ZmM0hYMzk3dkxFdVBmOGMxbU0wdWV6Q3h6UmFxK1MvSzhsNWJ2VnEvVjY1MU9POS8zdmhISnZXbnJqOWo4OEhyV09LazFjZmRWRTl1Mzdmdi95NzEwL3hSYmI5U2ltRUloemQrbFJrcVpOUHU4Mk5oaHB6L1UxYnAzNHA0ZmZHdlE2eW1sYk4yeDUveWYzVHQrY0lVbWRnN3VXREVMZDdlMVJ6M3c4YnZ2dk82VGd6Ly8xQWMwbTRkZHRPZmViLzE5WjNMWGZib1Z6S1d4N3BqalJrYVBlZGp1TzY3NTRMVGpyai81OU5xcUl4Nng2NDVyLzhuVmFXVjVtdmJic1dhamtlZDU2bjkrMFBuWFZoMSthTnA3ejMyNkZXaDAzYnJWNis1M1NXdm45eTl2ejNGdDJubDdUNjNldUVEUzJYTC81N3pqLzNqelNQczd1dk9HMW16dkt6VlhWdWF4Vm9sUGJYWWJObTIrM013dWR0ZmQ1dW5oVVpYeTRMSmh3K2dwbzRlOHgwMGJ6UzJBRk4wQUFDQUFTVVJCVk5WeGVjdGN5YzF6TSt1NEs1ZFo3dTZwKzloemMrVXk1U2JsTHN0bDN2Rmt5YnFSWEpkYjh1NzlaTzZlcEc0bDB5U1hXVEo1Nm02VEo3Y1VLZDlKTXUrV21QVmtzcFE4dVhVcm5DWWx1WnVsTEV0eWI5U2t6cVIxQzhra1UwckpzOXdzSlV2ZDlQenUvU3hQY1YrV1VrcVd6Q3lsNUxsbFdXNjVKVmszcGQveWxQTE1VcGFudkRaMjVLR2V0MXA1YStjOWVTMTE4bFR2WkRYdjFQTFVxZWQ1cDkzSU82MTJzOU5zZTN0OGRMSXpPajdldWUyMjJ6cVNGdm9mbWVaeHh4MVhiNjFkVzZ0MURoODcrc1F6SDlXZTJQWDlYZmQ4L2NlcFU2L1ZhN1Y2eWp1MVZLL1hSaHRyMTY0Ni9NeG43N25yZjk3YjdyUlZ5N042cW1XMXpQSzZwMFk5WmFtV0phdDdQZFV6dDVxbFZIZXIxMnVqaDV5WWVXNmQxdmE3NWRuQ290ZVdrcWZ1MzhQTTgrU1dXemVWUHlWTEtjc2FXVlliWGRWdTc3N2JMTXRUU2tsbUtVdFpYcnpPS2N0eVN5bnYvcDN5bEtWNko3bTM4N3JhdFR4MThwVGF6VkcxV3RzN25iMmpuZmE5RXhOdDNYWmJTOUo5LzNGMDRkYjZCV002NXI4L3VYWFJadGJQdi9oVkQwc3AyM1hWWjE1ZHFOdnd0SnIwQVo5cHhkWVJwejk1YldmeW03V21yUm1wS1I4MU5VWkhHdm1vcDlxWXU0MnBsc2JjYkpWa295N2Z1VmVUbit1dlJBMEF3SUZ3OXVNdk8zMVUyWm43T2hxRWN5NTk1WkcxbEQzK2E1ZS85aDlucUxGekh3KzYrRlZQcWtuWC9NK25YM3Z6L3A3WGd4Lzd5c1AzMUNmOCtzdnYyN3F1Nkx6SFgzWjZKMWU2NW9yWGZIZTIvZWJqbkl0ZWRaNXF0ZlZmdi9QMkwyaUdOdHI3NjRKTHQ2N3psRy8rNnVXdi91S001M0hwSzQvTWtwMTQxZVd2dTNyUlQrQnBUNnM5YVBkcFQwZ2R2L21hSzE1M3pSRHY2RDlBN2V5TDczL0dOL3ZhVjI2ODlNWHIxbmJXblBQMUsxNC9zSWowWWpuM2t0Lzl5Vlk5ZmZuYWo3OWgyS1dWSm0xc1N0dnVVMkM2aWpaczJ2SmVNLzFjNzNIWk1nUXFhOE9telo4ODVZd3R2bUhUNXJzM25QYkFUY3Q5UHNDWkYyNWQ4NkJMWHJGeHB0ZlB2L0RseDV4NzZXV256dmU0Snp6ME44ZjIrK1FPQXVkZStOSWp6cjMwc291NVhnQ0FGY3JPdStSVkQrNS84c3dMdDY1NTBNV1hQV2JqeGhmUHE4cjJPWmY4M3VaRlBidGxzSEhqaTBmT3YrU3l4eS8zZVN5MTh5L2UrckR6THRuNllGMjRkWkd6dTU5V2s3YXlWR0tKYmRpMDVaOU9PV09MOTI0YlR0Lzh0aUhlZHNCVU4wUGdqQzJmTU9sU2Q3OVhLVDNzeHU5Y096QjlCOERCNGN3enR6WjFsSm8zWExtMWt1dkxBQUJZa0F1MzFuWGw5ZDdyMkhSdzJacEpXMzNZcklncU92UE1yYzIxeDdZTy9lKzhlYmV1M0RwNE9RcEtiY01abS8vWlpNL29QZmFrdDkzNDdXdGV1THhuTmFXeU5RU20yZzdLaXUxQUFCeWNicmhoYTBzM0xIanBCd0FBMVhSUUR4SzNscXlCMitLTGY5L2N0dzAwcXFUVVk5WEtwb2gwQzVSSmN0cXBBQUFBQUFES3gxVHU4V3BsQXdLOTN1Y21NZ1FBQUFBQUFDWGtYdW94ZDZsUGJuWVdhNFVJQmdBQUFBQUF5c2RaTXJCRVBIVjdsSm95cVY3cWl3d0FBQUFBT0FnWkFZRWwwc3NRS1BjRkJnQUFBQUFjcE54cXkzMEtzNmxzUU1CTis0b0tVa01BQUFBQUFGQTJWdklsN3BVTkNDaUtDa3B1YWk3M3FRQUFBQUFBY0I4RUJKWkV0QjJreXdBQUFBQUFvSXpjck5SajdsS2YzR3lzVjBPZzVFVWFBQUFBQUFBSExldDc0RFB2ZXVCVk5pQ2dmUmZTTXBFaEFBQUFBQUFvbTc2eGFscStNeG1vOGdFQmR6SUVBQUFBQUFDbFZPb3hkNmxQYmxibWtTSGcxaUJEQUFBQUFBQlFNaVlyOVZpMXVnR0JxYlVYcGI3QUFBQUFBSUNEVk1scjNxMkVnQUFBQUFBQUFLWGo3cVVlYzVmNjVHYmpaa21Tek14U3FsZjJld0FBQUFBQVZxeStESUZ5bFJXczhrQjZYNGFBMTFPVnZ3Y0FBQUFBWUVYcXF5RmdWcXBNOThvT3BNMm5MbVJLZVcxNXp3WUFBQUFBZ09uTXlqM21MdlhKemM3MzVWclVXVElBQUFBQUFDaWRjbmZFcS9KQW1pVURBQUFBQUlBeUl5Q3dKS3dRRVBCNnFTOHlBQUFBQU9EZzQyNmxIbk9YK3VSbVk4VU1BU2REQUFBQUFBQlFPcVdldks3c1FEcWxxYUtDbmlXS0NnSUFBQUFBeXNXb0liQTBMTzBMQ05ROHErNzNBQUFBQUFDc1ZBUUVsb0twa0NHUXZMTGZBd0FBQUFDd01oa0JnU1hpMnRkMjBNa1FBQUFBQUFDVWpSc0JnYVhnOHFrbEF6VXlCQUFBQUFBQTVlSzZ6MWpWWjloMVdWUjVJRjNvTWtCQUFBQUFBQUJRT21RSUxBa3pBZ0lBQUFBQWdQSXlBZ0pMWldySlFFWU5BUUFBQUFCQXliaVZlcXhhNnBPYlZVcGtDQUFBQUFBQVNzdnVXME9nVkVwOWNyTXhNN29NQUFBQUFBREtqQ1VEU3lFVml3cG01WTY2QUFBQUFBQU9QbTczV1RKQWw0SEZZSVdpZ3BsYmJYblBCZ0FBQUFDQVBpVmYzbDdxazV2RFZHU0ZEQUVBQUFBQVFQbVVlcXhhNnBPYmxSZHJDQkFRQUFBQUFBQ1VpOTEzeVVDcGxQcmtabGZvTWtEYlFRQUFBQUJBeVpSOThyclVKemNiMDFTR1FOblhaUUFBQUFBQURrcDBHVmdTcGtKUlFRSUNBQUFBQUlCeVljbkFFaWxtQ0RoZEJnQUFBQUFBcFZQdXlldFNuOXlzckZoRG9Od1hHUUFBQUFCd0VIS1dEQ3dSbTFveW9LelVGeGtBQUFBQWNQQnhsVHVidmJJQmdaU21hZ2hRVkJBQUFBQUFVRG8yZmF4cUtveGpTNkN5QTJrckZCVXNleXNIQUFBQUFNREJ4KzZ6WktCVThZRHFCZ1FrMzFkVU1NdXlDbjhQQUFBQUFNREtSSmVCSldLRkRJRnlyOHNBQUFBQUFCeDgzTXFkelY3cWs1dU5lMkhKUU1rdk1nQUFBQURnb0ZUcUF2Z1ZIa2hQTFJrb2UyOUhBQUFBQU1EQngwcWV6VjdkZ1hTaHFLQVpOUVFBQUFBQUFHVlQ3c25yVXAvY2JLYTFhNkRMQUFBQUFBQ2dmTXJWVnFCUGRRZlNxVkJVc09SUkZ3QUFBQURBUWNpb0liQTBMQlV5Qk1xOUxnTUFBQUFBY1BCeGlnb3VqU1M2REFBQUFBQUF5c3dJQ0N3RjA5U1NnYXprVVJjQUFBQUF3TUhIM0tkbnMxdTVhZ3BVTmlBZ3QzMXRCOTJ0dXQ4REFBQUFBTEF5VVVOZ3lSUWlLeXdaQUFBQUFBQ1VEVXNHbGtTeDdhQVpSUVVCQUFBQUFPWGlYdTR4ZDZsUGJqYkpyTkJsb054cEdBQUFBQUNBZzFHNXM5bExmWEt6bTJvNzZLS0dBQUFBQUFDZ1hNeFlNckEwYktxb29HZzdDQUFBQUFBb3UwU1hnVVV4cllaQWhiOEhBQUFBQUdCRktuVjJnS29jRUpBNUdRSUFBQUFBZ0xJaUlMQlVySkJxNFU0TkFRQUFBQUJBcVJBUVdEcFRYUWF5U244UEFBQUFBTUFLUkVCZ3lWZ3hRNEFsQXdBQUFBQ0FVaUVnc0hSU29Ub2pTd1lBQUFBQUFHVnlKZ0dCcFdLRnRvTkdVVUVBQUFBQVFKbHNiQkVRV0NxcDJMK1Jvb0lBQUFBQWdETHBkQWdJTEoycG9vSmU2ZThCQUFBQUFGaHBUaUFnc0hUTVVpbzhLUDJGQmdBQUFBQWNQRkpLcFIrblZqWWdNQzFEd0wyMnZPY0NBQUFBQU1DVVBNL3ZHeEF3ODRFN0w1UEtCZ1NzV0VNZ0szODdCd0FBQUFEQXdZTU1nU1dVRnpJRTVIUVpBQUFBQUFDVWgvdGhCQVNXakUxbENGaVZ2d2NBQUFBQVlNVkphY0NTZ1pLcDdFRGFwbVVJMEhZUUFBQUFBRkFlZmdoTEJwWk9vWWFBRzBzR0FBQUFBQURsNFdrZEFZR2xZa3FGNm95MEhRUUFBQUFBbEljUFdESmdVbHFlc3htc3NnRUJhZ2dBQUFBQUFDcW1WSlBabFIxSUo3T3B5QXBMQmdBQUFBQUFKZUswSFZ4S2lhS0NBQUFBQUlCU1dydUdMZ05MYUtyTGdKY3M3UUlBQUFBQWNIRHJaUWk0SzNkWHZ0em5NMGhsQXdKV3JDRkFoZ0FBQUFBQW9FVFM0Q1VEUHVDNVpWTmY3aE5ZdUtrTUFXb0lBQUFBQUFES3hOMU5mWlBaWlZQZGdiVGx4WXRhM2U4QkFBQUFBRmh4VnFXeDBpOXRyK3hBT2hVeUJFeFcrZ3NOQUFBQUFEaDR1TzliTXVCbFd5clFVOW1BZ0ZMaGdqcExCZ0FBQUFBQTVkRmJNbEJtRlI1SUY3b01XSlcvQndBQUFBQmdwVWxwbElEQVVwbGVtSUVNQVFBQUFBQkFlZmhZYjhtQWUvZFdQaFVlU0tmQ2tnSGFEZ0lBQUFBQXlzTlRMQmtvYlFXQkNnY0VMSis2cEo2cDlLa1lBQUFBQUlDREIwVUZsMUJ1bHZZOThPcCtEd0FBQUFEQUNqUVZFQ2l0K25LZndJSlpzZTBnQVFFQUFBQUFRSG40aUJjekJFcXBzZ05wS3dRRVJKY0JBQUFBQUVDSjlOb09GdGNMSkxkU0JRZXFQSkF1RmhVc2ZTb0dBQUFBQU9EZzRkNHMvVGkxc2dFQnk2Y2lLMDdiUVFBQUFBQkFpWXp1dTJmZXZaVlBoUWZTZVZWckNEeFAwbTlKT24wSmp0MkkzMTFqQ1k1ZHRFclNDeVZ0V3VMUFdRcExjZDBCQUFBQVlKcDliUWRMYkVVVUZTelJrb0Uxa2c2UmRLaWt3K0oydWFUeHdqNnZpSUgwZHlSOWU1RS8vNk9TTHBIMERrbS9zc2pITHZxVXBFZEsrbEpzU3hudDZqTmFPTy96SlYyOVJKOHpKcWsyNUw0dWFjOFNuUWNBQUFBQXpLcXlBUUV6TFZkUndXZEplazRNL3RkS1dsZTREYnFlajVQMDJiaC9kQVFEV3BJK3R3VG5kbVJzNzE2Q1l4ZHRqZS8wY0VuUGxmU3VCUnpqK0JpWUw1WC9rdlRqd3VNSlNiZEZWc3liNDl5TFRpLzhuWWIxb3dIZjRYT1NMaGp5L1pNUnFIaWVwTDhhOGozL0tPa0Y4enhQQUFBQUFBZFlyNmpnZEtsVWs2bVZEUWdVMTJEWWdhMGhrR0lXdnFjVkE3dTZwTzJTdmlGcFIrRzJ0N0R2RTJONzVSTE5EUGNDQW5jdDRMMy9WOUpiRnZDK3Y1ZjA5aUgzdlYzU2hyai9TRW52VzhEbkRldEprajdXOTl3ckpmMk1wSWZGOWw4THJ6VWlTT0Y5R1IyRFpKRUpNSnQvajkrR0pEMGhna2YvSnFsZE9MOWVKc0hFRUgrem95TjRNRHJIZmdBQUFBQXdsTW9HQkN3MzcrVUZ1SFFnbHd4OFNOSkdTVHRqd04rS0xJQXJKSDFlMGsvTjh0Nm54ZllEUzNSdXZZREFUUXQ0NzNaSjMxcms4K2wzVjkvOS94Nnd6Nm1Tam9qWjk5bSt4MXBKWjBycVNMcHF3T3YzRG5qdWh4SEErQ2xKSXpNYzl6WkpKOHp4UFI0ZzZkbzU5dm5sd3ZmOVZtUWcvRkpjWjBtNlVkSXhjZi85Y1p2SkJmSGJTcEkrUE1mbkFnQUFBQ2lCZlJrQ1Z0NGwxcFVOQ0hTTENzWUVxOXVCekJEWUsrbDdDM2pmTVpJZUUvZFBpMW9DczNsM0RFNkhkVnhoOXZnSEN6aS9EOFpOaFhYd2V3b3A5cCtWOUltK2pJZCtGMGw2VVN5cjJDTnBkY3k4NzQ2QmU5Rm40dGJ2blpGQy8wK1NYamJMWnoxQzBoY2pLUE9RZVh6UDM1WDAwaUd5QUhvT0tXUi85SCtIeFhhQnBEc2xmYi93M1BHUmJUQWk2VGZqUGdBQUFJQ3k4MVNXV25jenFteEFZSG9OZ1VxMEhYeEJvZnIveTRmWS84cDVCZ1EyRis0UE85aWR5Uld4eHY2TUtKRDRIRW0vS21sWHpGQy9Kd0lFZVFRTW5oemY2V0d4endXUy9rUFNleVU5UmRLajQvc3NodzhQcUJkUTlMK3hmR0VtbjVkMGRoemp5L1A0M05XeEZFQ2F5bUJaWFFncTlQL0hZV05jMDNza1hSaEJnZEhJU0RsVzBsL0VEUUFBQUFBV1JXVURBaDB6NzUxOEJkb09qaFNxL245d1FIcjRvZEVaWUR4bXh4VmRDT2JqN01MOXg4WkFkekg4Vnl4RnVGalNNeVg5SDBuUGpwVCtqOFZuM1M4S0dmNUJaQk1NU3RkZkxyM09ELzJ5R0pRZk9zZjdld1AzK2FiNTNEamd1VnY2SGs4VzdtK1Q5QVpKcjQ3Q2hEOGg2YldTem92ZnpFdm4rZmtBQUFBQWxwR3JWMVRRWXl4UnZvU0J5Z1lFckZCVThBQmYyYitOTmVSRjYyTDdLRWxmNlh2dGU3SEd2YmRlL0o1Q2FuN1B1Ykg5NFlEWGhyV2xjUDhKQ3l3UU9KTUpTUitKZ2VxVmt0NFlzOWJQajllVHBMK1c5SGNsQ3dZb0FoYjk2cEsrRmxrVm41emovYjFnVTVybjUvNWpZY0QvVkVuckk3T2lWMmp3R1lXTWtaN1h4QktJdjR6aWxPc2svV2RrYU16Mzh3RUFBQUFzbzVGbWIxYXhmSUdBbnNvR0JHUWQ3NDJuL01CbUNEeGdsclp5aHc1NDdaaVlYZThaVkxEdXhOZ09tbFVlUnRZMzhMMHdac1ozTC9CNFJjZEorc21vaW45UnBMRlBTUHJuR1BTZUdjWHlYaFZWL0Q4VHdZRXlyM1YvU1FRRGJwWDBoM1BzMi91L2tYeWVuL0diaGFLQ2o0aUF3RXNLUlFVZlZ3Z1NGYjA1c2hIZUhJOWZXVmg2QUFBQUFLQWkzSnZXalFYMDVyTExGeGlvYkVEQU91WnE3bnQ0SUFNQ1R4cFFvZjRSMFVMdjhtamZWL1JhU2MrVjlOWG9XYjlCOTlWN2JxRUJnWWNVT2d4OEo0b1dQalVLOU8ydnk2SitRRHN5QkQ0UXR4M3grc2NsdlNteUk1NGZuM3RkaVFNQ1owajZvN2ovNjBNRVRYcC82L1ljKysyUEovWTl2akV5Rnk2TjRwTi8zZmY2ZGZ2eFd3RUFBQUJ3QUxpN2xTOEVNRjFsQXdLeXdwSUJPNkJkQnU0YzhGeHZKbmlpYjUzNFdBeVFYZEt2UmQvNzB5V3Q2aXY4OTZEWUxyVHRYMjlBZVd1czQzK2ZwRjlZaElEQUVaRytmcU9ranhhV0E0ekZyZWc3VVZqd2RmRjlqNW1sdGQ5eVdSWEJqTldSdnYrdlE3eW45eDBtNTlpdjM5OFhsZ2NjRjl0M0ZRSUxSeGIyL2Vnc3gvbkp1Qlc5ZUpHWGhBQUFBQUE0Q0ZVMklEQzlob0NYTmZDeU53ckZuU2JwZnlSOU81WUhiT21yV0g5K2JQdnJEd3lqSnVsbjQvNUhZbkM1TnlybmI5cVBJSU9pclYvUEcvZmpPUDErTjI2RDlBYmdMNG5PRERQcEJZRU9uMldXLzdjbHZiV3cvM3NrblNYcGpoaFVEMk5WYk9mYnVlRkpBNTU3Y3QvalhwRGhOL3VlSDR2QXlyMkZiQWJGTlR0UzBrM3pQQmNBQUFBQUIxZ3ZROERtWDZEOGdLbHNRS0JqSFcvRW1nSDNVbmNaZUoya3crTCtWYkYyL0JHRmdNQVJFVENZbEhUTkFvNy9VNFVsQisrUnRDZG13WjhiQThqbkx1Q1lINHEwOUprMEpQMWkzUCtFcEp0bjJPK1NHWlpJTkdPV2ZqYU5BVVgzWmpMVHNacUYrMitSOU5OeC8rWlkzbkJMMUVLWVNUMXFNYWl3UkdKWUc2THpndUx2ZmxyVWorZ2Q1M3BKUjhmOS9uYUNoOFR2Wm1maHRWTWsvWGs4ZC9rOHp3VUFBQUJBQ2ZRVngxOTJsUTBJeUthaUxLWUR1bVJBTVl0ZEhLeU94clpXR0VEMjdDNHNNL2lDcE4rUjlCUkpmeHpQUFNWbXI3OWFTREdmajkrSTdiWFJJbENTL2lvQ0FUOFhSZk8rTjg5ai9za2NyLzlTQkFSdWpEYUVNNTMzejBjUnh2NkF3Vi9Nc3B6aHI2Skx3ditMQWZCTXpvdkF4NzJGSlJmOTdvbktIWDhlZFJCNmpvK1o5NUVJMXJ4MWh2ZWZFSC9UVmd6RWgvSHcrTXhPNGJuZWIzVlBJWnZoZmtNZXIrZFpzZjN3QXBZdkFBQUFBRGpBM0V1YnliNVBaUU1DeTd4azRPMlNuamZnK1NkSzJ0WDMzRmloU3Z4L3h1RHlJYkhHL25aSlB4T3ZEYk9ldlY4djIwQjlhOHEvS3VtL28rUEJuOFNnZlZoak1RaWVpVVVxdm1JV3U5azNFMS8wd1VJYnhhelFPbTk3b2RwK3YxNXc1K1k1Q3VmMXVqV2tPZlo3VzJIcHdmdWozZCt0a3A0ZHl5ditLZ0k2bng3dzN0TmkyNDdqZkN4dXN4bTJHOEY4dWhaa0VZVFJJaFdLQkFBQUFMRGs2dDF4YW5tYkRGUTNJREN0cU9EeVhkcnZ6akp6L0lBQlJmVjJTdnBVckNWL1FiVHR1eVFHdGY4eXo4OGVpY0dzWWtEOEQzMnYvMEY4MWsvRjUzMWt5T05lRWJQY3czaEgzSWJ4MENGckpCd1YyN3ZuMkc5WXh4ZUtPbDRkQVFGSittd0VTajRpNlRVelpGSDhSR3hYUy9xVkNPRE1GaEJveE9jTmVsNlNUb3JsQUVWM0RkSHA0SDd4Ry9sK2RIb0FBQUFBVUIybFdpWlFWTm1BUUpabHZkbG0rZXd6Mmt2cEpUSG9IbVNicEZNSFBQK2VHS0MvTUFaNldjeE8vMmllbi8wN2hSbnNyUVBhNGwwZVN4UWVGU254WDRsaWVzUDYvSUJaL0RGSkY4Zmc5R05EL3JBZldhaWhNSXo3eDNhK3l4eG04c0ZvZ2ZnUGtabFJkSGtoWTJEdmdQYytJYlkvbEhUeUVKOTFlaXpkbU1rM0JqejNmRWwvTzhkeGU3K2xJOHY4SHhNQUFBQUFVN3BMQmtxWUZsQlEyWUJBZC96Ym5ZQzM4bllaR09SRE1hTy9RZEp6NHJsWHovTVlqNWIwZTNIL0M1TGVQY04rTDRwWjhlTWpBK0Z4Zld2YlovTXlTVi9yZSs3UEl5RHc1a0x0QWtsNmJQeEJ2akRnT1A4NWo0eURzeVd0alVIdkRVTytaeTR6WFp1ZUQ4VjJmWFJyNkhVVHVDQzZRVXpFUHI5ZWVNL05oWDJ0TUVqZk1jUFNqNHZqZTMxa1FPRG1CL1A0TG9OYVhnSUFBQUFvSVdvSUxLRjIyM3hrWDFtL0ExNVVjSDkwWXUxOUw5WCswekZvSHRhcE1ldGRqMW50NTg4eWEzeGR0RDM4dlVoL2Y0ZWsvMXRZeXo4Zmo0Nk1pTzlKZWxYaCtjT2l1RjlkMGtWUnUyQ2hldTBUdnhtcDlBZlNqcjZPQTc4ZjI3OGZrQ2xSM1BjdkpCMGFRWjF0a3A0NjROamZpdXlCNTgxU093RUFBQURBeWxlcWpOOHFEYVNuc1VLWEFYbko4ekNtczVoUjc5a1lxZURET0VIU3h3c3ArTStYOUowNTN2TkhoWm43WDVEMHJqbUtCZzd5Y0VuL0ZqL2VaMGUxL0pFWUNJOUZOc0VhU1orVXRIbWV4KzdaR092OEZjc3FsdE5UWTduQURrbXZuV1BmWTZPalEvOXlCQUFBQUFBSHMwWXZROEJjSldzMzJGUFpnTUMwb29KV21ReUJMRG9VOUFyYjdZMDZBcDhZWXAzOW1kRlc4UFI0L0tlUzNqdkVaM1lrUGIzUSt1L1pVZmZnNkNIUHVSbEJpRjR4dkN2aW1CUFIxdThXU1g4WGdZNURJK05oMDVESDdqa3EwdkxYeFBIK1pwN3ZYMHdQakt3QVNYcXhwTnZtMlAvdzJBNWJBMkoxL00wZkVyVWtucnNmNXdvQUFBQUFDMWJaSlFOV0NBaVlmTGtDQWtjVTJ0LzE2NStGWHhVejN6OWRxSHAvVFF6T3o1UDBwV2hiT0tpWTNxVXgrRDgwSHYrTnBKZlA0engvSEZrSm40OFo3Y2RGZ2JzWERkSHVzQlhwOFQ4WDZlNzN4c3o1anJpL00xb3Q3b3AxK0MrTGdva3ZHZkxjTnNjNW5CcWY5Zk96ZEc1WWF1ZEdzY1Mxa2w1ZnlGVG8vZFlHL2M1NlhRVnVpbzRPR3lLNFU3eWRGUHY4S0ZvY0ZtMGJVT2VnU2hrdkFBQUFBQWFnaHNCU0tnUUVmUGtHVU1PbXRwOGU2LzRmRUZrQnYxaFlnMzVoRkp2YkpPbnJVYXl2TjBPOVR0S2ZGWHJRS3dyNi9mb0MxcDU4Tno3ckV6SDRQanJPNmN1UnNYRExMTzk5UWR5RzhkRW9tbmg0QkV4Nm5SQjI5ZTNYVzJwd1dXUWhURVFtdzJmbitiMFdnOFh5aXorTHdNMGZ4RktMbmw1M2hnc2lLSkFLajArWE5CbWRDTjRwNldFemZNWmtCR1p1ajl1UDR2SDE4WGZPWXltR0pEMG10b002SHdBQUFBQ29nTVpVUUtDVXl3VlU1WUNBdGMzVjNQZG91VElFcnBGMDl5eXZaekZUL2djeDBOd202Wm1Tcmlyc2MzVmtDTHc3aXZMOVhmUzhmMUhNeXZlQ0FlM0lLbmpIREo4MWpPOUllckNrOTBYbGUwWHh2cm5TNHVmalBFbGY3SHZ1eC9IZGV3NlA3OTJiT2Q4bTZXbHhQUSswaStMdjgvQVlxRDg5Z2laRm40dGxFaGZIMG9zN0k0aHhXZ1FUUGw3SXBQaHlEUFo3Zy83ZS9kbUtDZjU2RkNmTTQrL2N5eUs0ZWdtL053QUFBQUJVMHpFYk41OTF5aGxiL0pRenR2aUdUWnNuRHZESHZ6T2lQSStmWTc4TFltWThTWHBickpHZmlVbjYxVmlYLzhOSVJSK05xdjNYUkF1OHhXS1NmbG5TbGJHbXZlZy80N3VkdDhCalh5RHAycWlzLzYwWVhEOTR3SDYvSDRQZlA1dmp1c3prRVhHZTgrbEc4SkI0ejljS2ozZkZFb1hYeDFLQm1UdzF2dGRrSEtQMzJmOFVtUkQ3NDZMNGpmU09PeDRGR284ZjRyMEFBQUNMNGFqb1R2V3NKVGkyeGI5clJ3L0Ewc2hSU2NmTVVwL3JtTGd0OUR5V2UwSzFlUUN1NGEvR1JOZExsK0RZTDQwczVaK2NaWitmakgyVzR2TVBxSk0zYmo3bmxETzIrQ21idG13L1pkT1c3YWVjc2NVM25MNzVEY3Q5WGl2Q01SdlBPck1YRURobDArYko1VDZmV1R4a25oWG9qNHlLK3oySFNXck1zbjlWV2QvM1hDNm5GZ29tTHJkYWRHOEFBQUJZVFBXWXdOZ1lFeldQbDNSKzN6N1A2SnM0V1V3UEtVeDhITHZBWXpSaXFla0Q1OWp2MmZFNVZ3NTRiYlJ3SGd1WjBIbDBUTno5MFJEN0xwWGZqdXpUM3g5aTM0WHFUWDUrYUFtTy9jRTQ5bS9Nc3M5dnhENGZIUEtZWXpIQnVCUzMrWFpubTZZS0FZSGxqbkF0bUUzck1sRHFJbXhmbWVmK2Q4YXQ1NTVGUHAreThMNWxCTXRsVUJISDVaTEhEUUFBWUw0YU1ZQmFHd09aZFlWYmYwYW9JaXYwa1lYSFB4SGJUeTNCdVJWYmJNKzIzSFkyZnhKTGNYOGhnaG5MOFcva0M2T2crTy9GT09wM2wrRWNIaCsxd0ZyTDhObGxkVVVzLzEwS1Q0cWk0d3ZrSnRtK0FnSmxITFN1aUlDQWUyWGFEZ0lBQUFCTG9SMUZxbnNGblQwS0Z2ZXFibjBqWnBaNzNhS0tMWk10dWwwcGFpTXR0bDVBWU5kK0RHUmZGN1c0N2hmcDdJOHZGSG8rVVA1QTBnK2k1dGNySlgyelVDaDhJYzZLMmUyNVhCY0Z1TmNVQnI3L3RoK2Z1OVF1bjZYRitZYll2ank2aXczUys3MDhicFlhWS9kR3hrYlI5K0k2TFlZVEk1aTJmM3A1M2taUndjVlh6QkJRK2RzNUFBQUFBRXZzc2JIdHRZWDJ5QVI0ZUF5K1pocGNYUkFEb0pzWGtOMDZqTjRBNzZiOU9NYVBvMVBYeDZMKzBtWExsTHIvenFqejlCcEpiNC9yTzF1M3J0bThQNElDY3pramFuTTlNUUk4MTBleDhMSTZhNGhhV01mRmJUYnJvMFg1SUlNeVRaNDV4NUtYTDhWMm1HeUNEMHI2bVNIMm01VzdSeTU3ZVhNRUtoc1FzTFo1WWJWMSthNHNBQUFBY0dBdGRHRGFLeVI0bDZUZm1XUGY3MHY2bDNrZS85VFkvbUFCNTFiMGNVbnZrdlM4V0VOL3BhUXZTSHFLcFB2SFBnK0s3WW5SNHJxb09QWjVZUlJ5Vm1RYS9Oazh6dU4xc2NUaUlrbC9GWisvRURjVnVrdXBjSjErR0IydWVucFpGYjBaOWRNbDdSN3lNMzQ5TWhvVTlRZCtlNGozOUFwK1h6cGtBZS8zU1hweDRmRnAwVzF0a1BkSStxbjRuYjExaG4xZUtPbU5VY1BnT1RQc3M1QVo5M01YOEo3RlY3SnNnZW9HQk5UeVh2MDFNeU1nQUFBQUFNemYyaGhnUzlJNWNadk41UXNJQ1BSbWVjZm4yRzhZTDR1WjhsYWhNUFF2REJpVTMwL1NtMlk1emg4Vzd1ZnpEQWk0cE9mSHJQMlRZL25DUW1vdlBLRnd2eDdMUGhTMUNtN3MyL2U0U0tIdjdUdnNPSzVZbkh4VnRQOGVWblBJL2ZzN2RjMzJkKzdWeTJyTkV0Um9GZllkTnZEUmMweGtid3pTdTJaL084djcvekF5WlJiRlZJWkFlVlUySUNETCtpTXJ0c0JJRVFBQUFIQ3crc1VZMEhta1hQZXZ5LytWR0lpK00yYm9iNS9uOGJOQ1d2eWo0L0grclAyL0t3Yi8xMFV0Qk1VTWVLK3J3SG1SOGJBdFp1K0w2b1Vnd1dWUlkwRUxQSjlkaGNIMkgwdjY5QkxYTkhoSlZMeS9RdEpQejdMZi8wUXRpZWRLK3ZlK05mVi9MT2t0UTN6V20rTzM4TWs0emx4bVc3Zi9LRW12a3ZSTGtjSHlsbGoyOGRWWjN2UHBDUEwwQjBXR2NVaDgxbXhtZS8wdGl4a1FrSmQvYVh0bEF3TFR1Z3gwWlZSb0J3QUF3RUhxSVpMK1lzRHpaOGIyM1FObWJsOGo2UlZ4M3lSOXNhL1lvQXJaQTUrY1J4dTRvdnNYdWh3Y0dRUDIyUWFEdy9oUzMrT1BGdTQvSndJQ3R3eTRIcU9GZ01EYmgweUhuOG1saFpaMEQ1VDBzNUxldXgvSG04MWhrVWF2bUxXZmFkYThYbGgyOE44RDloc2ZNa3VqMTlLOXRaL1h5T0p2Y0U0VXRmejV2cjlWczFEMHN1aW1RcjJKTllYbnZSREVtY24zQ3N0SCtsMGYyOW5xTnV4UG5Zc0I5aVZvbEhiaXVySUJnUUZLSDMwQkFBQUFsc2doVVJ4d0pnOGM4TnpXU0xIdU9XRkFRT0RFMkM1a3RsYVNMdTU3L01SRkNBZ01ZNmtIWUwydURIZEhXdjFsc1paK0tiSUVYbDVJeTUrcHlKNWk3WDRqQnMxbGFPL3RVV2ZoSDJOWnhZZWpOc0NyNGpyOWNkUTRHTmFldmdEQklPMVp2bnZ2TjNIQXJvMUgyOEV5cTJ4QUlHdG5hZHFLbUprTFZ3QUFBQUFyM2VjS2cvZWlmNU4wdnFSTEpOMVFlUDdZcUpDdm1FMitJRnJDL1UvZiswK083VUlEQWsrSzdYZGl3UHFjYU44M253SDdvTSsrZUlaSyt3ZGk5TFd1VUxQZ1Y2TTQzaVpKVDExQWZZVzVuQ1hwcFhGL0lnSS9HMmE0SnIyaWVkOWNocGFNTTdrN2FpVzhLYjdIS3lSOTNiY3RuQUFBSUFCSlJFRlV1UzlUNEhaSnQ4NXlqRlhSYVdIbmtKLzU5TGoxNjQwZVo4cDBlZU9BMy8raUs4c2ZwcWV5QVFHemxrOHZ5bG55MEFzQUFBQ3dkQ1puNkRMUUs5QjJSOS9ydnhUcDJoK0x0ZVlYUklYK0R4VDJ1VjhNUU8rSjk4L1htcWpHTDBsL0l1bTNZdUI4WVFRd2huWHlnT2NHcFpxck1FbTRsT091bjVVMEZqVU1QaHlEMVQrTW1lOFBMSEoyd2x0aUlIdEZ0RjU4ZGdSRDNqRmczMHRqKzVsRi9QeUZxRWNuZ2Q3QTI2TVk1UGNsbmRRWERGQjBqbmpGZ09QMFBDS1dzK3lZWloraU0rZG9HVGpUYS8rNDZBRUJMMytHUUdWbjFlOWJRMkJEdWE4MEFBQUFVQjUvRlFHQ2wwdjZkanpYMzVidC9Oais5d0kvNCtreGNQY1lCUGFDRGI4OHorTWNXYmpOMWJxd3Q2NS9LV3VMdlNDMi94d0JsN2RFT3Z2WjBYVmdNWDA1Z2oyL1VTaWMrS1FCKzJXRjVSbjlBKzduUlQyQllXKzlOcFJQbk9mN2VuL1h2NGkvOVlmNnVoUzhkWTZCLzB4Nnl3U0dEUWk4UWRLaEEyNlRjUnYwMnFGUk5IT3BlRm5yQ0ZRNFE4QjgyaFU5cnBYcHR1VTdId0FBQUtCQzdvb0IvKzB4NE9wRWxrQ2owUDd1NGJIOXlnSS80emRpZTBWOHpydGlyZjNUSlAyK3BPL080MXg3K21mK2I1RjBST0Z4THlEd3VEbXEzdy9LcGxnOVJDRGhpWksyeFAxZUY0TjdZc2IrTnlXOU5ySXVGaXNnOGNZb2xIZERwTXg3ZkxkREpHMHY3SGR4REw1L0pPbHJmY2RvRkFvN3prZHRudS9yWlcxOFBvSUtUNGtnMDgvc1o5Mkk5Ykc5ZDhqOUorYjQyMitmNWJWRjVWN3k5SUFxQndRbUpJMFVuOGp6MGw5c0FBQUFZQW5aZ0FGY0x5TjRySzhnVzZ2UVFuQzNwSzlIZ09EQ0dNQXIwcjVWcURVd0g0OHRGREo4ZTJ5L0orbFRrZHIreW1oNXVMLzJhUG82NGpVeHhwbWNvYUwrU09GOUM1bXh2U3kybjVOMGJlSDVQNDRXaldmRjkvcWJCUng3a0oyUy9qN3UzeUxwQzdFTTQvbUZqZ2txQkYvZU4rQjd2VE95R1liMTF6R2cvMWdzanhoV3J6dkJCeUlvOFc4UlBQbENGQlc4Y283M3o2U1haVEJNUU9DVnN4VFg3TlVRK05BTXIzc0VMOHEyekg5SlZUWWdJTXVtL2RDUFRJZmJuZnJ4OHAwUEFBQUFzTHhPbmlXbC9zdDlqOS9ZbDc3OUh4RVErRDhSRUhod0ZDbThLd1owODJGUk9GRFJ4dTBqaGRmK1h3UUVuaHVwOWxmUDg5ajlUdTk3L01WWWMvNnlTRkV2R3BXMHQvQysrYmJVZTNaaHNQbjdmYS9kSHQvdEZkSE84WVB6bU5HZWozZEZRT0RYSlAxNVpIYWNGUmtDZVp4RHYwNmhCZUh4TVRDK1c5S3VHVDZqRTl0OGxoYUhvNFVPRllNS0hQNGdNa3plSGJVb0ZycnNSUEYrU2JwNWlIMHZLQlI4bk1sTXIrOWQ3R0JBdmU3ZFNldmV5TFdFVTlnVnJpRXdNUzBna09ldHluNFhBQUFBWUJIdGtYVFZETGVaQWdidmorMnpvb3IrcjhYakR4WUdpTVA2ZVVtUGpQdXY3bnYvcHlUOVY2U2p2Nk9RNHI4WTFoUUc3RjlheE9NcTB0Yi9KTzUvWW9hc2lUZEdrT0dvd3I2TDdiMVJrZitrV0tLZ0NLeVlwSCtWOU1NNTN2LzUrQTA4YTQ3OTV2S1FPTTRQWnBsa0hvL2xJWStMbHBaYlp0aXY1d2hKajRsdUZFZkUzL05SOFh0Uy9HN204c3hvMFRqbzFxc2gwUDk4YjhuSkVnUndJaUJneFdCQWZ5Mjg1VlhaUWJSbDB6TUUwcnBPWmI4TEFBQUFzSWl1azNUZURMZittZTJlcjB1NlBvSUJyeW1raXI5N25wOTlXS1RQSzJvRXZIUEFQcStLN2JtU2ZtZWV4NS9OYzJMMis4NitkUDdGOEhaSlI4Zks1VitmWVovdGhheUxYNHg2QTR1aDJGR2hGWUVIUlJiR0g4UXlqNWFrcll2MGVZdkpvOGJDR3lKTDRJV3o3THRHMG1lanlPV2RrY0h3K1ZneThNMGhpLzVOekZMMHNLZi8rZDcxdldjL3Yrdk1TbHRTc01vQmdiNHVBNTVTQ1JNd0FBQUFnTXI0aTlpK09HWjlQelBrckd4UExkYXc5MlpjZjNXRzdJTFBGZGEwdnpyV2wrK3ZFVW0vSGZmZnZzaXAzeStROUl5NC80ZVN0czJ5Nzk4WGxtZThLNVpkek5kaGtuNDZpaGIrYjErdEFFbDZtNlJyb2w1RUx3and1dGkzak02UDc5T2NvMVBBamRIZXNqak91MVBTUDBsNlFoUzdYQlYvMzRmdXgvbGtmZDBQZWwwYnZyTWZ4NnlzeWdZRXN2NE1nWHhWWmI4TEFBQUFVQUx2NmtzNW55bWJZQ1ovVm1oOTkzY3gyenVUbDhRNjlpeUNDT2NzNEh5TDNpWnBRNlNwOTljTzJCOFhTL3JMdUgvbGdNRjVQNDgyZitNeHNQOVlaRjNNeENKRnZwakNmMVdrLzc5UTBxWllnbERVaVN5T25uc0xXUU5sOVByWVhoMkQrOWtjSGIrSlJnUVFqb3ByYzJ2aDlWK09KU0dqY3h4ckpoN0JoL0g0RGZhS1huNTRnY2NiZ25uWmxncjBWSFlRUGI1MytnVmR1NW9NQVFBQUFHQS9uTlBYd3U5aDgzanZ5Mk9RcjBqdmZza2MrOThaUmZwU3RORDdqMW1xdzgrbUZvR0lYNGpITDRuV2U0dmhvVkVwdnhuSGZPYVE3UVMzRlpZVm5CMER6VFY5K3h3WDlSVHVqaFQ1NHRJS2oyVWZiNDZxOTcvVzk5NHRoWmFIa25Sb0JIT2FLcC9IUmNjSnhXOWsyRUZ4cDlEK3N1alkyTjQrUjJ2QjJYZ2hpK09RK051K1Z0SjdGbmk4U3F0c1FNRDZ1Z3prK1dobHZ3c0FBQUN3ek02Sk5kcXJDKzM2M2hTejNiT3gySzlYTitET2FGYzRxT1ZmdjA4VjJ2Z2RFaGtGczMzZXl5U2RHdmZQaXUwVEN5MzMzaEdaQ1l2aGlkRnRZWFdrdVQ5Qm1sZExzNzh0dEI2OE1MSUxqaXU4ZmtjRUhBNk54OXRpcHZycE1Rdit3QWh1L0ZzRURYcWVGVjBmam81ajlEN2o2VkhvOFA3NytiMFhVNk9RWGZHeENQcnNyOTczMjkvMC9rdGkrVUV0L2k2WExjVXFmL2Q2NlNldEs5dDJzTCtvSURVRUFBQUFBQ2xtaWsrWTRiVkRCengzVWFTb3I0MWlmSStQbG5aUGwvUVAwYXJ1OVFNR1RPdGpFTnRiWDM5M3pBalAxTWxna05kSGF2M0xZdkQ5emppZmw4VXNjSEcvVnhSbTZQOVcwczZZZmYrMVNDMmZxNmllRjlhd3oxUmp3Q0xBOEtZWUxJNUxlbktzMlordlg0dHVBSmRFQWNWcm96N0QrMklHL0kraUVPRVYwWjV4TnNkSit0UElVbENrdkY4Y2hSdS9GOWZuL0NnTyticjQrKzJkNDVoTDdYY2tuUm5mOWVVRFh1LzlEZWFUMmJBNXRqY3M0SHdXSXlDeDM2eTA1UVVyNXBpTjV4eDV5aGxidkhjN2NzT1p4d3p4TmdBQUFHQ2wybENvWno3WDdRMHgrTDBzQnRrZU0vU0h4YkZxa2JMZTIvL1RmVUdHaTZNdmZPLzFXd3FEdFlWNGRkLzU3WW9aOGl6cUEzaWM1ODlLZWxGaHY0L0VjMmZGdWE4YVl0S3pKbWtzQWhwSHhmYzZOYmFmS2h6NzdtaXZ0ei9HWXNCZi9HNS9PNC8zSHhxZEJIWVgzdi9od3QrcDV5ZWpTbjV2bjVzanFOSWZBTm9XcjQ5SE1HTFFyUlg3dEdmWnAzZytnNjczL1NNZzRZVXNnWDY5SlFUZjZzdWVtTW5ENDIvaWhjQ0lJalBDNDd0ZHQwaTNIWEhNL2VvVWNkSnBteDl4eWhsYmZNT21MWGR0MkxUbHJsUE8yT0luYjlyeTJ2MDVKa0ovUU9ERTA4OFo1a2NFQUFBQXJGUzlnTUNPNkJBdzIrMlBJL1hjWTZiMlRUTU03SDQrWnVKZDBwNVlhMzE4MzREd0s0VzEzZnZqbVlYalRzUUE4TERDY3k4bzdQdThLS1kzVThBalJjLzVYVEdJM0I2RDRNNE0rKytONzNCdFlaQzZhUkcra3lKMS9tL2l1TGZIOVJ2R244WTFMd1lvbmovTC9zZkhFb1BpOS9xSHZuMjJ6WExORm5vYjlMdjViT0djKzRNWFBXZEcwS0YzbkpuYUJlNHVCQ2s4bGd1c0xoem5QNWZnTy9WdUt6NGdVTmtsQTFtMng3c0J3SzZVNTlRUUFBQUFBTHJ0NXg0M3h6N3ZsL1RJU085Ly9pd2RBZDRaZ1lPM1J1cjczcWo0L3J5b0dQLzZDQklNS2dBM1gvOGNiUTcvV3RKN281Szg0dkZrYkh2ZUplbmZKVDFGMG1PaXZkK1JrWDdldXpVS1crc3JWTmMvOFB0b0ZKZDdTaXhOK0syKzN2WDdveDNYK0ZOUmgrRFdJZDRqU1YrTTg1aUlySUt0ZmZVRSt0MGE3ZjB1aVl5TFZaRk5VWFIrWkVqc3I0ZEwrdEFNcjFrc1FYbXdwRmRGNXNJZ04wUzlpVmRKT2oxYVI4NWtUeHpuczdIVVlzK0FmUjRWU3lZV3czdmkzRmE4eXE2N1AvNzRUWWMzMTQzZTFYczgyZXFjZE52M3JydDVlYzhLQUFBQXFJUmF6UDcvMHp6V21qODBCdXc5UjgrejBONUNyUzFrQ1J4c25pSHA4MzMxRklaMVNHUkdMSmNUSTBneFU3Mkd4ZEtNcFNXVFpmdU5uSFRhNWtmVWF2WkY5MjRneDB5SEo5ZnJmdml0YTE2MTNPZldVOWtNQWJOYVgxRkJNZ1FBQUFDQUllVUxxTWovWDMyUEQwUXdRSkgyZjdCNi8zNjhkem1EQVlvNkJnZEM2d0I5em9wVTJVSDBydjR1QXlNamxjMTJBQUFBQUFDc0xDNHYvUmkxc2dHQmZrMXFDQUFBQUFBQU1MVEtEcUl0MnpVOVE4RExIMzBCQUFBQUFLQXNLaHNRNk9mZUpDQUFBQUFBQU1DUUtoc1FzUDRhQWcyV0RBQUFBQUFBU21KUUNYOUxwZXFFVU5sQjlIMENBaXdaQUFBQUFBQ1VSUVhHcUpVTkNHVGJwN2NkYkZiZ1lnTUFBQUFBRGc2REVnVEtwZ3JuT0JReUJBQUFBQUFBWldOU3FaWUpGRlUyUThDc1Z0cUxDZ0FBQUFBNHVMbXI5SlBXbFEwSTlQTW1HUUlBQUFBQUFBeXJzZ0dCTzdPN3B4Y1ZUS215M3dVQUFBQUFjQkJJVnFwTTkrb09vbXMxdWd3QUFBQUFBTEJBMVEwSTlMVWRsTmNKQ0FBQUFBQUFNS1RxQmdSdXFVOExDRFRJRUFBQUFBQUFsRWI1eDZqVkRRajBZY2tBQUFBQUFBRERXMEVCZ2ZLM2RBQUFBQUFBb0N3cUhCQzRNUlVmdWRjcS9GMEFBQUFBQUN0SkZiTFlWOHdndWdvWEd3QUFBQUNBc3FoeVFLQ3ZmeU1CQVFBQUFBQUFoclZpQWdMMU9nRUJBQUFBQUFDR1ZlV0F3RFR1ZFFJQ0FBQUFBSUNTcUE5NjBnYzl1VnhXVEVCQWRCa0FBQUFBQUpSRytiUFlxeHdRbUJaWmNVOVYvaTRBQUFBQUFCeFFLMllRN2RRUUFBQUFBQUJnYUZVT0NFeGZlMEVOQVFBQUFBQUFoamF3eWtFVmVRWFdad0FBQUFBQURqWWVrOW5sRzdKV09TRFFseUZBUUFBQUFBQUFVQTYrci9COWVZZXFWVjR5TUkzVFpRQUFBQUFBVURwZXRtNkQrMVE1SUZET0t3b0FBQUFBUUFWVWVjbkFkSFFaQUFBQUFBQ1VqcFYyckZybERJRStLeWUyQVFBQUFBREFVbHN4QVFHbnFDQUFBQUFBb01UTXlyWDBmY1VFQkVUYlFRQUFBQUJBU1pSdDhEOUlwUU1DN3I3dkF0Zm9NZ0FBQUFBQXdOQXFIUkFBQUFBQUFBQUxVL1dBd0ZRS0JqVUVBQUFBQUFBWVd0VURBZ1UxQWdJQUFBQUFBQXlwNGdFQkszMlJCZ0FBQUFBQXVyeFVZOWlLQndTbTBIWVFBQUFBQUlEaDFaZjdCUFpIRmRvNEFBQUFBQUFPWHE1dVI3d3l6bUN2bUF5QmFvYzJBQUFBQUFBNHNLb2VFQ0JEQUFBQUFBQ0FCYWg2UUFBQUFBQUFnQkxLU3orQlhmR0F3TFFLaldWY2tnRUFBQUFBUUNsVk95QlErbmdMQUFBQUFBRGxWTzJBUUNFa1FOdEJBQUFBQUFDR1YrbUFBQWtDQUFBQUFBQXNUS1VEQWdBQUFBQUFZR0hxeTMwQysya3FTWUFsQXdBQUFBQ0EwdW1OVlUxbFMzU3ZlRURBU25VeEFRQUFBQUNZcHNSVDF5dG15VUN0MUpjWkFBQUFBSUJ5V1RFQkFhbTIzQ2NBQUFBQUFFQmxWRHNnWU02U0FRQUFBQUJBNlppVmY0bDd0UU1DMDRvS3NtUUFBQUFBQUlCaFZieW9JQUFBQUFBQXBWYVl2QzVYMWtDbE13VE1weklFdkViYlFRQUFBQUFBaGxYcGdBQUFBQUFBQUZpWXFnY0VTcFZ1QVFBQUFBQkFWN21XQnd4UzlZQkFBVXNHQUFBQUFBQVlWc1VEQXNXSVMvbWpMd0FBQUFBQWxFV2xBd0pFQUFBQUFBQUFXSmhLQndTS3pNZ1FBQUFBQUFCZ1dCVVBDUGhVRUtDenJDY0NBQUFBQUVDbFZEd2dBQUFBQUFBQUZxSyszQ2V3WDZ4UVJzQW9LUUFBQUFBQUtKM1Nkc1JiUVJrQ09RRUJBQUFBQUVCcFdja21zbGRNUUNCZjdoTUFBQUFBQUtCQ1ZreEFRSFFaQUFBQUFBQmdhQ3NtSUVEYlFRQUFBQUJBV2VRbFd4NHd5SW9KQ0toVC9vc05BQUFBQURoSTdKdTB0dExXRlZ3eEFRR3psSmI3SEFBQUFBQUFrQ1IxWXVzeWVUY2lVTFpCYTdYYkRoWllabVc3dGdBQUFBQ0FnNVNwbXlGUXp0eUFyaFdUSWRBUk5RUUFBQUFBQUJqV3lza1F5Rmt5QUFBQUFBQW9pYW5DOTZWTkVxaDJob0FYQ2dtdW1OQUdBQUFBQUtENjJzdDlBbk9xZGtEQUNwR1d6cXg3QWdBQUFBQnd3SmlWZjFuN2lwbFhwNmdnQUFBQUFLQjhQQ2F5VFpKS0ZTU29kb1pBZ1ZsT1FBQUFBQUFBVUJMbHp4QllPUUdCUENNZ0FBQUFBQUFvaFU2bi9BR0JGYk5rSU11eWZMblBBUUFBQUFDQVBxWHRNckJpQWdJZGRVb2ZmUUVBQUFBQUhCek1vbDVBYWNNQksyakpRSlpxWkFnQUFBQUFBTW9ybFdzWndZckpFRERyVUVNQUFBQUFBRkFxSGprQ1pVd1VXREVaQXAyTW9vSUFBQUFBZ0pLd2NtVURERkx0Z0lCUEJWa3NvKzBnQUFBQUFLQWNyQUp0QjFmT2tvRTJHUUlBQUFBQWdMS3hNcTRXa0NxZklWREFrZ0VBQUFBQVFHbFkrVHZoclppQWdCRVFBQUFBQUFCZ2FDc25JTkNteXdBQUFBQUFvQnlzQWtVRksxNURZR290UmthR0FBQUFBQUNnYkhyRjhFdFlTV0RGWkFpME81MTh1YzhCQUFBQUFBQlZKRU5neFFRRXFuQ3hBUUFBQUFBb2k1VVRFTWpxTEJrQUFBQUFBSlJEdXpkcDdkYTlTYkpVcW9uc1N0Y1FLQzdCbUd5M1dUSUFBQUFBQUNpVkVwWU8yR2ZGWkFoa1dZME1BUUFBQUFCQUtaaTFTNVVOTUVpbE13U0tHaU9kem5LZkF3QUFBQUFBZlVxYkpMQmlNZ1RHZjl3aUlBQUFBQUFBS0lWMkJRcmZWendnNFBzaUxmYzI5eEFRQUFBQUFBQmdTQlVQQ0JUOGVDMEJBUUFBQUFCQUtWZ3ZROERpZjdwckIwcVZOYkJ5QWdMYVJrQUFBQUFBQUlBaHJZaUFnTHU3Sk5vT0FnQUFBQURLb1YzK0dnSXJwTXVBMFhJUUFBQUFBRkJDUnBlQkpSSVgxc2tPQUFBQUFBQ1VodEZsNEFBeFVUOEFBQUFBQUlCNXFIUkF3SHNaQWs3OUFBQUFBQUJBZVJReUJHd3F1NzFjS2gwUUtGeFNNZ1FBQUFBQUFKaUhhZ2NFZ3ROaEFBQUFBQUJRS3AzUzF4Q29lcGNCaS85RmhnQUFBQUFBb0RSNlN3YmNZOXhhd2tVRFZROEk5SkFoQUFBQUFBQW9qYWthQWg2WitTYXBYSjBIcWgwUWNMUHVOVFV5QkFBQUFBQUFwZEVMQ0ppVk1UZWdhMFhVRUpBN0dRSUFBQUFBZ05Kb3RWdWx5Z1lZWkVVRUJJd2xBd0FBQUFDQUVyR0J5d084Vk5rQ0ZROElkQyttdTdOa0FBQUFBQUJRSHBhUklYQkFVRU1BQUFBQUFGQWlVMFVGeTZ2cUFZRmV1Z1VCQVFBQUFBQkF5WlVyU0ZEMWdFQlBhN2xQQUFBQUFBQ0FucXlXcGVVK2g3bFVPaURRU3c5d0owTUFBQUFBQUZBZWswYVhnUVBDVE8zbFBnY0FBQUFBQUhxb0liRFViRitTQUFFQkFBQUFBRUI1VEN6M0NjeXQyZ0dCSG5jQ0FnQUFBQUNBMHJDc1JnMkJKV2J4djZraEFBQUFBQUFvRGJQc3Zrc0dTaFlpcUhoQW9Cc1BjTG9NQUFBQUFBQXdMeFVQQ0hRakFpWWpRd0FBQUFBQVVCcFpqU1VEUzhyZHMrNldvb0lBQUFBQWdQTElKaWJvTW5BZ0dGMEdBQUFBQUFBbE1yRHRvS2xVUVlLcUJ3UjZSUVVKQ0FBQUFBQUFTbU44VUZIQmtxbDBRTURNVE4yaWdnUUVBQUFBQUFDbFlkbGVBZ0lIQWtzR0FBQUFBQUJsTW5ESlFNbFVPU0JnKys1UlZCQUFBQUFBVUNKWnhwS0JBOExsQkFRQUFBQUFBS1ZoQkFTVzFMNE1BYWVvSUFBQUFBQ2dSSGJ0cmhFUVdFSld1RU5BQUFBQUFBQlFHb016QkZLcGdnUXJJaUJBRFFFQUFBQUFRSmxZUm9iQUFXSFM1SEtmQXdBQUFBQUFQWmJ0TEgxQW9MN2NKN0FmckhDM3Rad25BZ0FBQUpTY1NlZld0ZUh1MnRGNzk5YmE3YlcxZGV2V1pPM1JpVnFuM2F5TmR0cTFmS1NacFR6UDVNbFNTdG5JU05NOHVhV1VNbm5Edk9ubUtXVU5kM05QbVRmcTV1N1dTQ2x6ZDNOdmRKK3Z1OG5yVnZPVVNWTEh6TTN5bE9WWmtzeXpySlBhWm01WmxxeWRKelB6ZHBZbE0zTnJkNUtaZWF1V3BhelY3ajZYMVZNMk9abHF0VnFhcUxmeTJ0NTZxdFVhYVhkemIxN2IwVXlOeHZaMDI2cFZ1Ylp0UzVJNmtrby9DTVBCb1FwRkJWZEdRTUJzWWxuUEJBQUFBRmdVRzBlTzMxUmZreVp0VFQxcnJNMGF2dFp6WDJPcXJYWHpOU1pmNjVhdE1XbU5tVmE3MURTcElhbmhwb2E1NnBJM0ZjK1pXY1BkYXBKazFxbkoxMmMrZW9pTnlUT1pXOU5IczBiRE16V2FWamZMbE5VdC9wRnRrcHRxWnJWNkpwZE1NbE90Wm5JM1UwM21VODlaOXczbTZyNHVjNHQvcmx0ZGNxbm1hcGliNUZMREcrNHVsM3U5N2pMelp2Y3pYYzI2bTh2cmttdGt4RjF5bVZ5TlVaZkx4OVJNV2l1WHVhL1Q2cVREemFXai9CVHpwRE0ydTd1bGJrREFrN3ROeUh6Q1pKT1NUMHFhbFB0ZVpkWnlhVkxKSm1WcFVySUpsMDNXTEUyNjFQTGNKdVY1eTJXVE5hbmxza2twbTB6ZWJrM0lKaHZLSmp1dVZzdDNUOTdiYXJWMHl5MTdsL0VIZ3hMTHR0ZGNSeTczV2N4dVJRUUVYQ0pEQUFBQUFJdkpUanJwZ1llazBXeVZKN2RidDMzek5rbVpObTZzblRBeGtVMU9ycXQxMWs3VTFuWldaNTNSeVZxZWoyYWp6WFl0ejV0WjZyUnJ0U3hyWkhVZDdYbnRNR1g1SVpteUkxeDJtRXlIeXJYZXpOZEx0azdTZXJtdmM5bjZ6TFJPWnQyeDhXamhUUGI5aTkzdWU1TDk5KzIrKzVsSjd0NGRnc3U4KzV5NTFCMVltM2RuMU4zZEpYT2ZlbVB2cnZjMkZ2K3IyL2w3MzZ0VGIxRXZkaERIN0oyTjk1N1pkM0xXT3pmSlk1ZDRvKzM3aE5qNjlDQkZ2RE8rcW5uM1c4UngzTXpNSkpQWmZUNnU5NEhkUjVuNlZsQm5Na25kOE1uVU1LbDNoSm9hV2gzM201SldhWjBPR1pGMHhoRnk5MGxKNDNIYkxkTzRTM3ZNdFVmU3VMdjJtQlh1dS9ha3JMdTF6TWZ6cEhGTFBtN0p4enRaR3JlOHVhY3hZcTNKeVVtM3JKNHNNNi9WV3NuMm11K3QxWlBadUdkWjV0bDRJMlZaNXJ2cWU1SmxtZmN5SnByTlpycHgxYXFrRzI1d1NTbHVaWnV0enJxM016TnRHTStPYTdXeWR2dVFMRi9meWp3bFc5MGFxNlZWN1N6UFI3T3hQR3ZkZU9NMTI1ZjdoT2ZMclB3MUJDb2NFTmhRK0M5ZG9vWUFBQUFBRnNVSko1d3dscTA2N0dtWjJmTXkweFpsWmhzMm5mMG1ONjIycE5XK2V2WGExV3UwMnRWWVkwMnRibXBzaldwYUxZMnNxV2UrUnMzR2FqTWJrWHIvMnU3K2s3dllJbXY2NmxlYk5vUjNhVnpkQWVaZWRTZStKaVJOeWpTcHBFbVpKcUtHMXFTYmNybmxicDZiV3k3ejNGU3Z5eXhUM3RucDVoM1ovMmZ2VGNQc3FLNXo0WGV0WFZWbjZsSHpCRWlpaGFEUjJLY2xMQVNtamFSdUNZekJqdVhyNU1aT0hEczhpUlB1Rno1akFScnNFdzNnQWNmT1ErSWt2a25zT0I0UzR6RTJxRnNTSUlOQlJ0MnRXUUloZ1lRUWFHZ05QWjZwOWw3ciszRk90M3JDdm5IQ0JmejErenpTT2FmMnJsMVZ1MDZmMnZ2ZDczcFhjZFZjRVNxSkpaQjFEbzZZTENtY0VpeVJPblVjQXFKRUpFSlFPQkVpRW9BMEVoazF3VXIzUlJ2bXV3aWl4T1FncEVMRk9vNlVpdThkUWNteWdBcmhBS0xLeXN5c1lsU1pvY3JLeXF6TVlHVlZadFhDL0JZS1ZpZ3JNVE8wVUZlWlFXTEFaRlRWRU1pb2lvR1NJVktqU2thSkRDc01FVHdGR0tvTUlsOFZIa0U5VXZoSzhBamtLYWxYMkY1UVZDaVJSMUJQQ1I0VVh2R0dlUUE4SWpLcTZoSGdLY0hycTYvcWFhRzh0MTRFUUFSQTVYQzNtUWJlYmdDQTZWZko0MHZjUk5EM2xWRUVnWjhsSUtkQUhocmtFVVV1UnBTREp2SUU1RkdLbkNyeTVWcVdBMmtXb3lrTGpNMUNLVHRWTkl1cjUyVUJ6WXBTbG9HY3NvUVE1QXJxQjVkWHBid1dWUkFLNUUwUU44YnpRNWR1UHc4MldhVmN6akhud25NbWQrYk12Z3dBUWZKT0g2V1RGTnUveDZPcTh0RUFpQmpFSXd5SkVDUks4Q0x3TkVJd0VVQWpwQnB4UUFCUWxJQ0FvQkV3UjZBU1U2VVlpR0tBSDBNRXNhRHdQZ3FpS0FMRW9WNk1mTVFRbU9jQTNQazJKRFYrSlpqUEt6RHhyVDZOWDRsM0xpRXd4VjVTQ0RnYUlRUkdNSUlSakdBRUl4akJDRWJ3M3dIMkVxUCtFRXliQ0ZTWTNLbDJnL2lCM2xYbFFXdk9BMEc5aTlvUUVEb1V1QUNWZGdKMUtOQk9pZzRsZEVPMGk0QnVaZW9pMFM1VmRMT2hMZ1huRkdFSXhPQW5La3F5UGFkUEdhZldPV2VONzF2ckVQclcybHhnYlpDUDIwNnZXN2pkcURFUjhmM3o0bzJwalZTTXJxck5kSjNkL2NMT2I3Yi9waXZEeWZyN3J6NmZQM1g4K1BadlpPZlZwU280bXIvdWJFZm1xWk03dnZ5V3krUG4xTjh6enFmQXREWTljT3JYVlBXQWFwNDZOYzNwVEptWmNPMU5pMjIrNTB5Ni9lQnBQNWcwcXVQaWtRc3hjV3g5MzZoWURvS0FTOHFycm5KZXBMTGozUDQ5dmdpTEdoWlAySFBHYUNRV2o1ZE9mM2Y2M1A0bjFRT0pzRkVSTm16WVFTSVFpaHZ1bmVRaURpQkNnZ1FZTWFqR1FCUWpRZ3lLT0VCUmhjWUJ4SXIvb2lERW9ZZ3FLRWFnR0pFYUlvb0NpQTc1cnZWakdIcmpOUVo4TXdkOU5uMFNDN1pLYW9uZ29KNEZxV1BBS3FoSUN1VllKTzlnVEErcFdpQUlQUWZuVlZJNHRYSmVDRUFwM1d5UUJuQ05UNnAra1dTQlIwcWV3bmhFNUtuQ0I5UWpnbEd3ejZTR2dBSVJRMXdnWElqN1hRWU5ac3dLTDcwVjFJNi8vS3E1cnlJckQ1ODRzYjlqNHJSckxzdFNydjNpeXk5My9JWmZvLzhyTUdaRUlmRG1RYVEvenpaQ0NJeGdCQ01Zd1FoR01JSVJqT0MvaUtRLzlhcjhueFB6RndCNENyMm9nbnRzbVB1RkgwVDNFQ0gyYXhxd3Fub09RTHN4TWQrNXpENVdPdTlBNXhWMGdhRG5uTklGcUp4bmxYUGt1WFErYjRTSWxVMU9RS3ljTmVLVmp2RVRvMmZYcDd0ZjI4N3AweGVObDVZdVptV0ltcTZJNUNvcXVTVDNXbmc4N2drT2xTdlFLbE1XM1IyTUwwdjhMNUI1UnExNzdZV2QzenovbS9YQlNqTi94WXg2dGpoMWZQczNzZ0NJSXJiVzQrRFl5UjBQWkdZdVhsVWFSSG5zL3NjL2QreU5pSVk1OWFseFpOemt2WnZOWGlBbHcvWjA4azYvdGZWclExS0hWNjI0cTZ4VVN4ZHcyN21uaGl1L2JrV3F6SkVzYVhucytlLzlIMXlNQlE3aCtIRmc3cEw3ci9KOUhxMWU1SmxSSlV0dmFXM2M5TWlndXBTOFpkMHNndjVoUy9vWEg4WGhmWFp3WS9PWDM3L0l3UHpvMEk1dkgrNjNtWXRUVjBaMU5VMU5wOWxaUzJFNGlrVXN1Zkk4VjFnaGF4TXM0c2l2S1BIUjB3T054UWpwSG1oTXlibUFWWlJVaFFKVG1xaWN2R0R0dWRlZitBS0xLV1BJR0NVYXJkQXhCRFBhZUVHVmlpMVR0WEdBeHlnd2lxQWxmWXFVWDQ5ZVZVTnhEdDR2aEFKVWlPdFE3WXZuR0NZQ3BkOXRKL1NMNVJpZ2RPa2ZyakgwL2ZCUW9BZXFIUUE2b2VnQ2t6SkhvdXB5bzBBMHhSajhKZUxtcnFsWHowMFFVU3lLQ01wbnpuM1NhbmpmeVJjUE5iOGQxUVA4RGpBVi9CVzM1TzJOOGVQSEorS2pKbllEUUJpNnVwTkg5Ly84clQ2bkVZeGdCQ01Zd1FoR01JSVJ2SE14YmVic2xXRHpQUlJtRmk4UjlCdVpzT2NmVGg4OTJuYkZ6UG5yamVjdkI3aGNKY3dyTEVFUkF4QUhLQVpvbklqOC84enhWRlVLNXRpYWd5SVBVSmFnT2JCaFpqL21YUFpWS0RLRmNBSE5BWnhYYU5haklDb3ViRk1xR3VVQmVST1VqMk1PbUUxUWtlMDYrWE5pdGFwc21kV0tGdDZUd0RLckpTL211ekNmQnJtY2lGbzJhbG1NdGNSU1VqRzF5dmlWTXpzdjdQKys1alBaMGpGenIvSWo4VEVYVGovMXVNZWovZkx4YzI3STU5b1BYV2hyT2RrL2hwMjVTOFBvT0ROcTBzS0ZQZ1ZsbVV6SEw1OC8wWFFXbnFmd1BNWFJvNzJ4N0c3dWt2dG5PRFh1d0JNYlgrcmZIMVVyN29wVWFQbVN0TzA4Y0dqYnR0T0Z1UExSSElZWmR1VjVuamp4dWltZU4vcUd6dE1IbW5xeVo3TXhjZXdpanNVRnJPSTRDSHhXVVlvbXhvMTJ1VXpHdVM0ckl1eEh4MWRFeXlkZjEzTjIvNU94MFZXMTRuS2QrWTRUeDFXVWhja1RGaFBYYmFVVEFBQWdBRWxFUVZRRUZXUGlKWmZkbXUxODlZbGMyTkhKU2taSkRSTjhVVEpzL0VRa1BuNWh0dWUxVmdCRUFrOUpQVUFqQkE0QWpRQ0lFQkNJSW9xQzJXTUFJQUxXZ0lRaXlnaVlJeE5VcklEZ2E0RUZpQUFJbEJCQXFTQ3hKM3BUVThPcnFoS1JWV2dlUUFpUUkvYWlFSGRCVlRJRmswWEpjOEc0UGFmUUhNRVQ0eVV1QTlTNXNQdmx2cllJUGxTamhYQUppaEI3bzZFYUtKd2oxUWpJbEFOQ3F1ci9KMGlMLyt6MS9KSnk3bzVqeHc2Y2VUUGEveTloNnRUb3RGakZBRldOaXJ2MytPSDlYM2pyVG1vZzNyR0V3Tml4MVNVbFk0SXVBTkJRRmgwL3V1K1hiL1U1L2FhWU5HbFMvUFhYWDArLzFlZng1cUU2dVB6eTdnUlJJcXFCRjRONlVTWU5SSnhSSTZ5ZVlTUEtxb1pWaFZXVWpTbkVra0dGMlJoV0VWYldZdHdaTXhkanp3RGhRZ2hhSWI3TUZGNTdoVk5LcENJcWpvU2RrRG9TRW1KeFF1eEl4Qkd6aUJOSFRPS2NPbVoyeE9LY3NDdWt4ekdPMlVwb1daaFppSnlFSEFwYnp6R3o1STBSenVkbFlEcWNpRE5lUmt6YWx5NnZSNHp2aTJtUHlCbi9ndURrU1ljUkU4d1JqR0FFSXhqQkNONStxSzRPcGtxd2hRZzNvVERKK0lmakwrejlrOTdpbVFzL01pMFdMMytmMDF5NjU4emVuNnRteVRKOERoRVF3UmNpUDRna1JwdEl4Zlg1OUptVFVDazNRZGtjbSt2cUJyazRGQlZRVkJMektJREdxcnJTTjJQaVY1enN1WUxMUGdSRVFsQ25TZ0pTZ1pJUUVVTTFWTUFTVkJTRitnQ1VqWjhBQ0NMaGVWSVZNcEhSS3ZhOHdvV2tiTWdFNWVLeTV3aEZVMElBSUZVRmxKU1kvY1JsS3ZsMmNlR0Znc0dnOWhvTWFyR2lHaE1aS3hKMnFBNzBBU05pajAxa3JMak1HVUNwNENkUUZNU1RFckZmQVZVTGNWa3RHQkZTWVltYkNBcW0zbTNzeGFFdVZFQ2dTa1FjSldKUDFXV0pUWms0MjlON1JLSmV2d0VUQlNpQXVod0FVbElHaUVuVktJRUxrMzRSZ0ZnVlRGU3dBSGl6b0tvOWdHWUxKQkV5YkNJVnF2YXNPbmNCcEZrRk1pREtxaUJyL0dncHczTUNaTmg0Q0xNWFh3QlJCa0paa09RVWxDdXRyRjdaZlg3LzE4Q2NpWlhQbUFjTnV6SmR4dzRRK1Jxdm1Ga0g4c0xNdVFQYm5PUkQ1M25XT0xGV05QUURaN041MzAyWWRQMThqcFlzN3JydzZyL1k4NGY3MUNkaG1EVmg0SGtUTDcveDlsem05SDQvT3JxbSs4eitwNjNOU0dMVTFLdU1YektqKzhMK3B4TGxNeGM3MTNNaDIzSHFESkdXS0dtSkFna2lsQkJRb2tJbHhvOU9KdmFuUWh3cGFhbllUQ2VBRWdBSmdFcWgyc0hzdjZxdzF3L3FySnhUdStURTRZUFB2Sm4zNURkQ1ZWVmttbDh5TUNPZXlLcGpoL2Q5OFMwN3AwRjR4NFlNcUxxQ0c2bXFFcnUzUEpicE44R0VxbXVySTB3emljMkRWNVNOVy8vS0MzdSs4OS9RYko5YjU5U3BhZTZKVC9YNC9BVjFGVGwyWWNpbE5zRXVIckt6TVJZWGNpenEyTGxDemxrVnh4elJDS3RYSnVBeVZpMGo0aElXeE1FYVYwSWNoRGdKRWlDS0t5Rk9pbmp4anpSR2tMZ3FFaUNPQXhvSFVZS0FlT0cwUnZVN3hjS3p3OEFVN0ZSNjdXZDdBL1A2Zmw2cHoxMkZqTG0wcWU5TnYvSisvdzJVSWhHWURHQUFBeXBXTHh3WnhUYU5WM2psdmtleUFmZTZ5eklBK1BEN3pzbERCRjdSN2FVUThJVkk4WU1mSzI3VGdqVndBcWhBV2QvbFQ4TVk0Sm94UTI2WXFvWWc1QUVLU2RVcTFCTElLaEFxeUJGSkNDVUxnb1VnVkNEUFZIaEFDRFFIVUJhS0xFTnpJTW9LTkF1bExLQlpCWElzbWlXaXJLTkNTaDFXbHdkSkZwWnllVkRPSjg2Q0pHTTh6eUdiUlk0TDBrVmlVcUtzTXJOU2hwU0l0YWRmUHRWZTExVG1IaTJKVFlsRXk2ZlA3RHgzOUZBb3AwUHE3aTNqNG12aGN3ZDNGdlpsVmpaR3lSaEZHOERzcVRHK0FxZkF6T3A1bmg3M1BNWFJRSUZEdmJHUGI3bzc3aFV6NTc3SFNuZ3h0SHpxN0xFRDV3QzROL040SXhqQkNFWXdncmNQSm9zL0ZkRExlZ2NiQW5ld1h6R1ZqSnBXQzNXNUVQNFBYbjdoZjE4WXZIOTFkU3J3cDlnNjUvUnZEcmRzT2psLyticDNrV0R6cmkwYldudnJUSzFMUmNkRTdTMDJyNjJlVHpQT256dmJiTnQyc0Fzb1lZSkllYUxpNmp2RXB2UHBDMGYzTXJ1RWtra3dTUnpDQ2ZMOTBXemlWUzVNOTVEa0ZjWWZBK0p5RmN2R1JLYUp5MmRWbmRjdm9weXBNQU1uQlJFUlJZbU1wK3BDcUxyaUlDcFM4T3hYS2t4NHlhaXorWUtUUDVXQ21NWGxsYUNWQmZKQ1ZGMFdCRXdvcEJYRXBVQnZKVllveFBZb2dESG9UV2NBQWxRdlJia1RTSW84d0ZENXVFQmNCcXA2VmI5bnZ2YnVCckc5bVJGd0tUTUMraEVUeEFBcFZFaWh0akF1WkEvUVVGVVlDcXZPS1lFaUlLaENGU0NQMkF0RVhEZjFMdHFRdWtLNEFWVEpCQVFWSXVOVXBhT3c0SVJpeGdZTkMxa0ZxSWZaajdLSmw5bndZck1xWlVCSWs2SUhpalNZODBGMHpCUWxkQnVUU0dRNlg5b01KeGxpazdaTzA0bnlDWkZvNWJYM2g3bjBsdzg5ODdVZGc4Y2Z0ZldyVndDWTJMTGxnWDhlM0dOemIxNHoyZlA1dGxDMUtRQlh0V3hadjNWQWhicVVWeHVYMjExWCtJbFhqbnkzYlU3OTJtays2Mld0alp2K0JRRG1ONnliNnhHOHJBbi80ZGl6LzNweHVMK04rY3RXVFdJdnVzem0zSmVQdHY3N2F3T2FyMHQ1M1pId1ZpdjBaQ0krZWxvSTd5ZkhEdi9qeVhsMXFZb2c1bXAyYnQ3dytXVEQ2aG9oODh6dXhnMDdobXNmQUpKTDd5MEgrNy9Ickw2S1BwOEhUdTNiOHNDQmZsVm81dUkvbWxoU1BybnV6T0VmL29IbmUxOEFvWTVBbFNDS2tIamozcWp0dHhSSEE4VTFiL1ZKL0dxOFl3a0JxWEM5UDBJU1hrcUo4bzdCWlZmTnVkRXdmWmVJSmdPQWl2N3BsS3JacjNtRC9SQUk2c2dKaTJjTHZ6OElITVBuZ2p3bkFxYTRDc1daRVlkcUZJUjR3Y2hFWTZES2tsTHFycEJLQ0JDTndZOUVFRkNjRVluNm5zYmdtUmpCaXpKckRHeWlJQzlXTVBnWWRMSU1YSW93dXVTQU9qU21hSkF4U0JHcWNBRHlCSVFLaENEa1NkV0JvRkNTd284eHRNQmdvNUNUdG5kYmNUc0FwVUl1SEFWSW1iMjRxTzJHRnRoc0FnUjlQODRvVGxpOUJCRUhLbUdYRmxMVUZHSzhsSmlnWEhnQUVoY2ZVa3hFWE9Dd2xZdVVNUmNPQ3k0R1JWRXZXMTJrSFVpaFhPd2Fnb0lLMjVXVmlQdFM1VUNaTGpIWVE2U0VSWG1oWC93d0lKYUxlanU4dHp2NzN2YVdEQWpjdXJTdC84MHAzcTlMTkhhUmlBbjZaelF5QmZQaFNNUUZCWkloTE55dnFDVkJxRkZZQld3Y2haV0dRcitMQUNSQVRLenRLdXRxMjUwR2JJK1BpRkFwUkpVY0N2ZFJDSEFLbFhJdEV5VjFSQ2k0R2lzY1J2YzZJenRMTkxhd2pkUmRvV1J4TmVWQWMzSU15a0UxbzhxaHNvUnd5Qk1qQkpBWFJVZ3FqcG10aURwaGRpUnFtZGs1RWNjc3pvbXg3TVFaSTlhSlo2M1JBdlB0TzRzczRFZUMyYVFZeDB6MytlUmY2UnNjdmVLcWVYOGRkcC85eG0rM2VtY0VJeGpCQ0ViUUMwOHhHWXk0cW1ZQmJDZUhiYjFsOHh2V3pTRklOVlIvY0hCTGFpZ1pVUGZKa25nZ2l6anZIZC81ZU9yVm1vWjFOMEtCWFZzdVRZQm1MbDVWV2hxMU56cUw1em5LRXdRNDgzTHIxM29OMFM0bUc5YTltMVFQdCtTOUgyUG5Ed2JFcjErOTVQN1JpU0NTQk96WFd6ZHZmR2xCL1pyTEhKdHFJKzZRR3JwT0JaTzd1L1AvZlBpWkwzUUJJRXlkR2hrVGlmalJIcy9QKytTWGpwNDBOcEc0NGpZbjJYTTlwMTlvQmtJNENuMW04a25KNTZCMFRLeGsyb2Z6bWJhbmMrblRyN1BBajVST3ZzN21PMTV6WVhlWGlZMmVLUkptSk93NjJ6YzJVaVZTWnBDeVorTGpUYlJ5VHBnOTF5d3VteWxvQm9oUkhDZDVYdGtVRGhJelhMN2pCWEhaSVNad3ZsOStsUTI3amlra1JHSHdaejBUTFNjL1drbGtJa1RHejJmYmRxcTRISUdFVkowUXVZSVNsQnlKT0Q4b0xlZWdkQW9BdUxEbmxkQjJuSTdGSmwxckpYdU9sQmpzVWRoOTVrVmlja0lpNU5oNUpoNkpqcHEyUkczMldFL0hpenVjYUdqVUQ1Mm4xZ2xDejR1YXN0R3pGNEZORG9KMDk0bm5uc2hrVG9WblJvOE84ZnloUHNYbnJDV3J4MGNEL2tRNzNOZU9iMzZ3YmREbFVjMnlOWGNRbStlVXBISlg0OFlmOWkrY1UzL1BPSjlqZDBMcGIvWSs4WlZmRE82Ym1oVnIza1hLTTlMYS9hM0JaY202MUJqeXczZjFoTEk1RWRDMGR1TG5CaDk3Zmp5Y0IrV1hkei85WUZ1eUxqV0dLS3hwS1pJQjg1YXRubWRJLzBURWZXVi80K2VHSlFQbUxWczd3ekI5VXNYKzY5NG5Ibmh0Y1B2ZGtiQ0d3Y2NKVWk0cVhmc2FONzRHcE5pUDJOb3dweit2cVYrWFZDZCs3blhUT2x6N0tQcEp3UGZmUXdweHlydU5BYWVQdEIvcFgyZHFYU3BTR3JYem5OcXRKMS9TamlsWDgxK3o2bDVEdWdZZ1g5VjF2MUg3YnkwT0tURHZyVDZKWDRsM0xDR2dmYWFDYXZIT0lnVE1GVE5uZjVpWlV3QW1BNENvSGlEVzh6N3p2eFltVWYyaE1QQ0VESWtXNUZER0s2WlhJVkpQQ1FFWitBUUtpcWxQNkpKeGgwTEZvaytOTm9TR0hTWVBDaEFxdEFlRm5LbmRBSG9JeUlDUUZVV0d5RmdWNlNiU05GUXpJTW9Ja0NHbGpKSm1TVFFUS1pzNFRaMDlrKzg1ZTVUWTYzSE9LaHRqNGNRNUZoZExUSnZpQmFWVHhIYStrdWs1ZmRKSnpxSlhDeGFTQWx6Z0RZaTBtQ08zNzMwZVFFbmk4c2wrWk5TVTlvNTlPeWlYdjFTSEM2dllBR0NDY1NYeHNza0xlanBlYlhIaG1SNVY3VldVRUFLZlZFRkIwYnhGVmFsUTdwSDZTZ3Fsc3RGemI4cDJ2UGhMemZlRVVMOVFIaFI0WWtWdi9kN1BIdm5GdHRWVE1oeUx4U3V2L2toSDI5NS82dXZuNG42R2VZZzBVSnoxaVJCd1VEcktqNVJQejNhZmZKNkpQRkV5VE9TcGlpR2lRb29iRVZPSU1lTUlrUWFnUXJ5V2lnU2VIeGxMSEp0aTgxMm4ySXRPRlpzK1c0eGZLOVFoaWdPSVFOVVFjYm1xMkdKbW02QTNYcTBnZjZQNHBXOElEVFI5N1NzWW1QVllDOC92dnZxWHF2Unp3TzFyNnhLSlFYMnZsejdRZ0ZmMFk2Q0syNVFkc1ZvbGNxVHFtT0VBSTFBU1poVWlDSmdWVVBFTWlhb25IcXZBR0lHeU1NTUZ4RUpFNHFrbkd0RUxCSnFscENXcUdpbitCVjBGbzE4SVNzZGNCYnorcVJHbHdBaEdNSUlSL1BaRFJRd3preExTWXVWTEo0NGNlQkVBNXErNGZ5d0R0NnVqeHRZdHdhSEIrMVZYcnd3aVFXV05VUDVZeStPZk81cThaZDFzNjB4dWIxTnE1NlU2cVNCZWFwTXVyd2ROUU5NVU9OLzZtT2xUSUN4WXNlNHpMblRQZGZoZDI3SDk0UUZrd0p6NmV4SVJNdk5GOHZ0Ym14NDRsYXhQWFMyVXY5SUx3MTlhNDAxbHBZVXV4dzhjZm1aalYrK2w0UGp4N0xsQ3FrTE1xMHRWbU1EZVNLekgvWTcwanc4ZWFSNm9ySzFMZWJVeDkxR28vdTNCWjcrOUhRQnE2dTlMRWdXblc1dWVmMnBoL2N6TDFlaHJiUmwvNi9IdHFZSFNad0RWZGFtU1JFVFdDcm5QdGphK3VBTjRaTUF6Yy9hdDkxVUdvZmRoWXZ6NzZZNmVKd2RuS2FoZHZ2WVdwL1NOM1UxbWY2OEJZYkx1VTJNb0dsL0t3Q3NLV1JMQ2ZldkZ4czhkZjZON1YxMlhLb25IM0lja2xDZlpvMmhMNDhhZno3MTV6U1RqMDlrY2VuYkdLVkVuYldjYlc0OXNHVUR5MXl6L1RBT0wzZFd5NVlHdkQ2ZENyRjIrOW00SDkwdDJwclIxNjhZdGZRVm5Cb2FxUndQenUrcXc3ZWlXSVdRQUZqU3NYZUxVbm1EUTJIeGVCMC9ZRWZIaXYrc1VlM2Mxcm45eWNObmNoalVMV2VuM0pKdGVmM0Q3bHdjU1VYVXBqNEw4QW5IMFdpeWdaRHJyYlRtNlBUVmdVang3eVgzVFdHbFUraFd6SFhVcFQ2T1NETWwvRGdBV0xMbHZ1aHJ2ZGhYOWV1dVdCMThZcmw4WDNKS2FvT28rWWExK2RjL1dCNDRNTHAvYnNLNWFTUUtuenZyRUUxemIrU1lBV3JzaU80L1U3ekZSdmdyT2RlakZ0dFpEaDRZYVJQYUNSbzFlcU1CbEFQWWJwVW5pOFUrUEhuMTR3Q0xwbUpoOXJ3SzdkMjkrc08yS2E1SVRpZkIzRUJkVEpTWkNPOVM4L2tidHY4VVkxbFR6N1lSM0xDSGc4akdEQ0FDQzQ1RGY5aDFkaEprNmMrNUhpZkgzQUlMaXhEdkdSTE1BbW9WaDV1eXFLTVNCRmFSZFdsaTFMcTVESzRRVURPcVZocEdvS3ZkU0FyOGhmQUpWZ0ZBeHVJQUpBQVJVVkF3b0tBTm9ob0dNa21ZTWtGSDJ4R2JhUFhIWlY0azRDM1ZwdzV5RmFyZDZ5UGtTRVZJN0o5OXo4aENSTjRWdC9wQ1N5VUEwQTlJTWVTNERpd3h4bUltVnp4dVg3VDd5Q2dEa2NybStIK25ZK0NrTE90c1AvMWh6Tmx1OC9BSWhBRllWb1ZFVHJsdXFRS2hoNTJIcGVyMnRzTnhmSUFwNlFLQzhLQUE0NmswRDBsV1V0b2NnWlIwOS9vWnFPSE0wWnp1UFVkb29zeXZJM3ExUmdHRFk2RVVVU05TQ2ZENEhOa1pCUUZtdWhDdXFicmlqNjNqcnFseUhaQUNnVndwZmZ1WE41WkhJaFBlY2UrSGZmdVI1WHQvMTlESUVsWmN0clhQSTc4eWZmLzVFcHF6TXhEbzdIQVlta0FHUFhoQ3hlWis1NjlrQkQ5UEUyTHFLb0d6MGtyUFBmL2RIWTJldXZCRXVkL2IxNTU4NmdyR0FPa2NWOGVuUnhLaHJHbm95ciswb1Qxenh5Zk5IdG13QUFCRkhVaVRYdE1TUjVqbEI4S01FaVpBblVZSkdvQ1lLY0pTTVJtTGxWZlc1OUpuOXhzVEdzS0ZTZFdKRnc3ekxkNTczZ29vcm5jMWMxRENURVNhZkZCNmcwYUlzTHdwb2xMM1lKSFhPSzRRdElnWXRoSjRBR2lNZ1J1QVlTUDFmOWR0VUpDM01ZRGZiUGtLaDMzc01KaVlHMU8vbnA2dHdJRzRuUWdZaU1SQkZDWlFBNCtOWHpKemQvTXJoL2QvK2RYODRJeGpCQ0VZd2duYzJUaHpadnczQWhGRlZWV1VWVWw0WVc2MWNhYWpUdkpkSkR6UnYyVGhrTWdlQS9NdXVtbWVBYkV2VDU0N092MlhORlNwdTB0NG0wMSsyVFNXVHd6a3F5TU9uR1NKMGNWZmpodjBBZ0xvNkx4bTU4UTlEMWFmMmJIdGcrOURtVXh4aDI1Q2ovTTU5bTc5d2FzNktWVk5JYzFlbFQwUWE4MWNnV3FGeW02UHdpM3UyUDlnKzNEVlYxMzJ5eEFUaDdjeE16WTBidnp0Y25mbFJ0NEFVMHR6b1BRVUF5WWJWRTRsNFhrdmorbithZmNOOWxmRG8vYzJQYmZ5cjRYdHRwVW5FNUNOaTVZbldyWnVHckc0bmszZjZaSVAzQW1GYlMzYkhGdXpZM3Avc29BWDFheGFGampyMmJOMnd0M2Zqek1XclNqVWF2RHVUelc2UFIyT3JuUEsvN0duYTlNWmtRSFVxaUVmZGU5dGh2bC9tNFgzdDFQNElzSkw5Z0pKaFhsdmowWkpQTnorMjRmN0IreTFZY3Q5MFVTenVkdnJYdzVBQlZGTy85ajI1c09jbmtTQlJveHB1SGJ4L0FTbXViYkIvQ3FDemRjdUdJZCtQbW9iN3FpeTdrSnhYYnNsMTdIM2l3VXNyN0N0WG10cXVxejl1SFM1Y3pQR1E5Z3NUZHZQQmxzZlcvNi9oamxzVDJPVmlPQTNHcE1HcUF4Ukprc0IzdjllNmVjTkdBRlI3K2RxYkNIUmgxK2JVeVRuMTl5VEllTGRDNUxtVzRiL1hxRnB4VjBUVXJoU2g3K3padW5FSUdURC81alZYR0RLTHM2SDdTV0M4aFR1M3JQOHBpbW9KVnEvT2lUNHJ6bDNjdlhWVHkvQjlWOENzK2pXWENaa1ZjUEpMTlppeGE4djYvejM0V2hjMDJIb2hPdHo2MklhWFVKZnlSdUg4Sjl0UFAxVUpvZ2xRZEVMMW9KcnNzQXFIdHdIZTlndlg3MWhDSUREeXByaFV2cG00Zk9ic0Q0RG9iNHVyc2lkRThSQ0RQZzVWQTFDV1RDUkdKZ2hzdm1zdkFXbVFwZ2xJcTBxWGdybzh2NnpjK0ltcHFxN0haaSsrTEpyUEVTR0Fha0NBcitEQWVJbkxBWkJLdG9mSWxJamtzd3I0cE9RUmM0a3gwY2t1N0RrRjRxaXFFSWc4RlBPRWd1QVQrZVdxQ3NCSllUczhnbm9BUlVBVXFBb0I1QlBCRkZMdlVBd0RKcTBDbFJ5STZOckJNUVVFZ3JKRFBuTUtBRllBQUF3WHBPeDlQb0JjRk0vSGtlMStzVy9mSVBEREFodEIxSDdtV1Fmb1d0L2pTK1k0Z0NpSkVJelgxZFpNQUN2VTlTRHFDd0FSa0JCVTRnV1dybEFmS2lBSWtGQm9ZVHNJMG4xdS95aVIvTGxBSTFaTFNJRGlxck9xS0NBQ3F4VlU2cVFRaDFBOEI0aUNCRkZLWER6MWJFSTRVeDhmUlNJQ0pYSU9HS3RoeDRucDZYRC9VYTlrOUx0Qktxb2tsOElieUhTZTJ6TXp6RjA0aEdnNTRpNVNwakdUTHE3aVgrckQvS25KUnZKZEVpM3Z2TFJST1pjNVBDbVhjV0ZRUHZibW52Tzdab2E1enBjVG93TURwd1ljTUZ4blZlZnJQei9IWHZUVDV5OCtmeEpSK2pjQ21NR0dZWXlTR2xMZklLSk1Ta2FKRGRRWVFBMEt4a01HNUNWeVhjZU5xcjdYMld6VXdvWUVFMWM0QzRYbjhoMitxaXFZakNFS2hzYVVVTkduQnlBYXBCTG9xL2RmKzgwc2hLZG9TS0M4QWlHZ0lZaHkwSUxuZ3ZGaW94WGFyaTUzU2xXNkFjcUFOQXVpam5qNU5hMEUyOW5kZm5nR0FSOG5vQnFnRWlMKy9jc3ZuLzNZaVJQNzM2NFBtaEdNWUFRakdNRi9JOHE4eENFbE4vbXlxK2Myak9tWW5tVkdrSk5zMDVDS2RYVmVUV1RSSWpEQ2xzMmJmcGxzV0YxRFZrZTNsQi9aQmp6U3QxaVZiRmhkcHlCamlYb005TldXcGcySEFXREtvcnRqNDZQeEQwSDAzSjZtdzA4UGJuNzJyZmRWZXM1ZG5RTU9wbzlrMnBMTFAzdURxaWJPWlU5c09YN29HL25rWmFzL3FzelA3dDc4NExuaHJtTk8vVDJKZ0NPM0VkaTFaYzJRMkhNQXFHbTQvMGFHMWw2ODJQRlB3TU15cC82ZWhDb251N3Z6MzV1NWVGVnB0RFM0b2Z2NDgzL3pSbjJWcko5NW16ck50VlljZm54dzJjSWw5NDhXejN6WXdaM204K2MzbzNVQUdZQmsvZjB6aVZuM05KbytZL0RrMG52TDRmdlhpWEpISWhiNUM2dDRkSGZUSmJKZ09NU255RTBPZUtWTTNITEptWitWZCtXa1p2bk0yeDNyQ2Q4ejFXRzY4L09EOTVuYnNPNWFzUDVaenJrSFgzajh3U0hwR1d0WHJKdm5STm4zU21xZE5iL1l2VzNqTUxudVUxelQ0RDRJZ20zWnZHRkkveTY0SlRVQnpsYUZUcHd5d2oyTkQvYUZqOHlwdnljUjZZbzJDR3NzNzh6M0J5c3Y1cSs0ZjZ6Q2V4L253bjhjY3RpVkswMnlLMXlrU3BZQXo0UnVTS2ExMlRmY1Z4bkU3RTNuTTk1REFGRGJzR1lCUVV4ejR3UE55YnBQalNHS3JCRFI5cTd1Y0ZnVHZxcXF1eUxsS0wrVEZDL3RiaXFTVi8wd2IzbHFLb21kMVpMRlB5Y2pYa09QRFovdFBXN0U4STFXWks4d3laN3NNM3VHYTcvL2RScndSd1R1ZVhZbWwwZDI4K0ErVGpiazU0SE0rZGJITnV4UExyMjNIQ1ovUStiODZ6OVUwRWNJZ0pBOHpNNDlFaDk3ZXhjT3YyMk0rL3RqaEJCNHMrQ1I5aElDYi90T0JvQUpWVlZqbWZqVFJJZ3AwSzVXL3Q4VG12N1pWSTV0elJGcGVjVlZsL3Z4Y1F1c3pSMjg4Tm9UMjJQWmJQajY2Ni9uaTRZbUFJRGs4alVySVhnSjRqM1p1dTB2VHd3K1J1R1BKTGkxeDlxbVVnL3ZPLzdxMFVmYU1zMTJVajdQbWVoRS83TExyMXZrYk9lcE1COGlHaTI3NHVLWnAxckVSbGhjYUlMQVp6OFlVeGtwblZMVGZlSFlMcVhPbklnenhobmptTHl5VWRlOEo1dCtkUjg0RWcwaTVWTXpIUy92Z1VvVXlsRkFJeVphZGpsNzBjbGhUOXN4RTVSZVNZU295M2UwQVJTRmFoUk1FZU9WVlFNU09KYytCK2Q2U1lhb0FnRkJZMUNOa3ZFcVZkUW9KTnBmNlRBZ2pjK0FpV1kvaVRxb255ckhBWVRSZzNPcjlrZC9xcUova1VvT0JNd0FEOXg3c0hTZWFlRCtCRURWQXRiMnJVcGZDaEFndUxBVERMcHBlUE5Ed09VdmdvbHVCZ0JJdm1qUk03Q1MyTzdpc1FkT3RLWG9xMGtndUxBTHpMUzQySEdGdHNPZTR2NDlJUENjQWRZREE2VCsvV1Q5ZzFiV0FTa2FCUmY2dDdlL0w5WFZJV0VDUmRpaWVpVUxTRWhFRnVUNXFyWkhRWGxTRFluWUVERkU3SGtBR1RheGhFTFQ0ckt2c1ltV2VINHNJU3FkTnR0eGtFZ3pVTTQ0YU5Zb1pTS2xrNi8wSW1YWDlIUzg5SThrbVl3VDQ5aUpjK3djaTNIT09Hc0VZZG5FQmU4MjVKZUhMcit2NThMQlBkS1R6V1ZLWE5pV1R0dFowMWRPam5xeDZYcis5UGFETCt4OWRQclZOUzhxNUo5QkdBdWlkMnVjRndEWU12akNSakNDRVl4Z0JMK1ZDQUdBWWY0WGszODBvOTc2ZzFzZTZobFVoMnFDRytleW1vc3RtMU1INWkxZnQ4QmEyTDNiWG5paXYyUiszdkoxQzhSSkZ6TXFRS2FqWlhQcUNJb1RRcCtpZjA3S0w3U2JpNDJEWmZiSjVKMXhjVndqZVhuQm52YmJ5cThzWGF6R25kNzFxUGNzOEExSkxsL3pCd0NOUFoveHZqWGNXRGlaVE1XZDVsZXFzdGZPN2Q4N3Z2M2hJVkwvUW13NjZuUEcvdFhSNXg3dUJBQ1BZalVHT0hiNG1TOTBKNWV0WFpaemN1RFFvVWVHelk0MHYzN051OVhnV2cvbVlUd3k4UHhuTGw1VmFqM3pQaWE4MnRhUjNucXk5V3NEbEkzemIxbHpoVnFxT3BzMTIzckRCT2JWL1VVRmU4RjduUXVmTjhadkVOV2Y3VzdrWjMvVmphcGR2dllXZ3JZWjZGakg3c2s5MnplMEwyaFl1OVNGY3RUemVCeGMvcVU5Mjc4eVFEMHhxMzdOWlI3d0lZYjN3SUV0cVpPRDI1eTNiTzBNaUZ4T0JNNkg4dk1EajI4WU5wWGRnbVg1T1FBbm1oczMvc09RTnVwU0ZTcHl1eHA2MW5jOHZybHg0d0QxUjREZ2VsV2FaSEwyV3djZjN6Z2dGR0QraXZ2SGVqQ2ZFbWQvdFBQeHlORWgxOXd4NHhvSExmWElURWdMLzJUdy9saTUwbmhkWEJNNjdEMitQWldkdHp3MVZaQ3YzTlg0UUZQVmRha3lSUExYRVdNYU12bXZIWDdtaTEyRDJ3ZUFpcXJ5VHpvciszWnZQYko5c09TOXVqb1ZlTEJ6dW5yeVQ5YVc0UTVyc2JkQXFxdzBRU0tZSit3aVl2WENuc1lqKzRIdGJ4aHlXYlhpcmdpcDF5QWlyNUNoTmxMYnRtOXpmSURzZjA2OXZZTEJvM3BPbUtlU3lUdDk4dno1U25naGZlNzVIc1NDUXNpeDBxZThraW1UL0lUL1dRRERYczliaktGelZYcDd6Vi9mc1lRQVUxQWdCTjVXM2ZuR2lITEpZaENtYThFRTczdk80MzE0L21qdU9QREN0WXZ1SGhXcmlQOE9uTmx0bForKytQTEwzWU9YSXVjMjNIc3RRUFBGWnY1aDl4TmZHa0lHVEZsMGR3eSsveWZ3ek1OeDFac3ZzdmVEdGtPUGRBUEE2d0FXTFBub2RIaWVEVEh1bFdpcC9VanI1bzBQOTkrL3Vqb1ZSQ2JaMlF4OVFXTVR6eDNhOXZtK1l5UWJWazlrOGxwUlBuTjNqTndIdGUzTTN6Ny93Zy83NG9EbTFOK1RpSmpJSFQwWi8rOHFLM09UbkRIVnJWczIvcml2OFpVclRXM1h6QVpWK3FXUzI3bXI4WUY5UTNzb3hRdVh5KzJpN3ByMHEvNURodzZsK2g0K1U2Wk1pWTIvK3NQdmQ5WUdGODQvL3BQMmkwTHhhTTQ0RzVoSTRCdXhvYWtZTjNXaUY1dis4WHltclRIZGRlQUZjV3c4NTR5SU1VSFpoTWxCVUhsVnV1TklzN1VXeHBCUllTTXN4b2dZTmN5K1h6blJEK0tUODVsVEw1ckloS3ZGWlRwZDVrSmJJY09oR0NZMlhuVDBWWkI4enJwODFnL0tyc2puenI4TWRVSmczMFRLcDNwZWZFYW01N1duV01tb3doQ3BBWnVJNTVkTUU1ZHRkemJYVFVSR1FZSGhvRkxVNVlqSUEvdWxHcWJQRUFjSllwTVFtem5idjJlVTJQUDlraXBWMis3QzlPbmU3VVRza1JjZkx5NzlHbk5RQW1oZVhLNU5WVzBodDZ4SG5wOFlMN0FkdnBlWWtzKzBQUWZSbkxKYVVvU3FiSW5WZXRFeFZ3Q1VOeHdwdDdiN1dDN2IvaXF6V2hLMXFtcURrc2tUZ2tqbGxjVEdkSGVjZk1MM0FqK2FtSFJsKzhXOTIwcEtwazB5a1ZHVHo1N2M4VVFRbFRCejFvWVhvbW1MZm1SV1RmMTlTU1cxdTVzK3Z4Y3JWNXBrNTR6bEh1dXg1elkvZUtqdnV6ZEZsdmd1M0xuejhRZlBKMWVzdlZLVnEzWTFybSthdFdUMStNQTNLNWd3cnVXVkY3NkN3MDhOR0pUTVg3WnFrdWRGcnd5dDNYVDgyZSsrRVF0TnRTdld6UlBSUEJNTzdHbmMyTmkvY09iaVZhWFJJUGhBUytQNkw2SzRJdU5iejE0NHVmVnY0TEtmSmFLNElWMkRxcXFmNCtqUjNCc2NZd1FqR01FSVJ2RGJnendBK0Y3czNSZlBoZi96NWRhaHE4T3psOXczRGV6R3REUnUyREoveGYzVnpEU3V0WEg5WS8xSHBuTldySnJpcVJucmZJcEpYbC9jM1pRNmhGQnFoUWNBQUNBQVNVUkJWT0prbnlqNEhXVWNidG04L2lkREQ3L1MwT2d4aThueXliM2luVmx3bVYxcXJaN1kzYlR4ZVFDMFlQbG5sZ2gwRm14KzQvSHRHNGRNOUpQSk8zMGRIZDVtakRlcmRmUDZlNGE3d0FYMWF5NERlRVZhelpjUFBycnBZdkdhcGpQcitPYk5HMyt4b0NHMXhFcDRZZCtXVGNlRzIzL2Vzay9QOE5qOGVmUG05UjhhZXZvclRVbG41RFpWeWJjMHZmam9ZTEpqVHYwOTQxanBmYTFiTG8xRjU5VGZrL0Fvc2tScy9xZnNCNnRWWEdOclUvQnNMMWt3REtpbWZ1MTdCSEtTd2FNQXZMUjc4NE50eVJWcnI3UXE2dm5lV0ZYdWJIbDg0OHNEOXFwTGVSRzQveUZpbjNpdWFjTVFNbUQramZlUE5ZYnZnUExQbVZ6NFJtVEFsRVYzeCtEeDc5dHVOMFI5Z0xxVTV3WHVBeTFaODA4TG8zSmJQbWY2ZXdQUWdtV3I1NnFoQlFyOTk1MkQxQW5KcGZlV2svREhsUEJVNjVZSGgwajVxNnRUQVNoZjR3UEJ6cWIxUTlVREFHcTZyMXJBanJPN3QyNDROclV1RldXeHN6eW5PNENWcHJKU0ZoQjUwNjN3ZDNadDMzUjZ1UDFyVjZ4ZTRlQmUzYjMxd1NHcUQ5U2x2RmpFL1ZGZXNqOHNMWTBtWWVuVW5xMGJqZ0JBc3Y3YUdZendSc25wei9ZODhjQ3ZWQVlBUUtVcnUwNE1KamltRms5UjFyeDE0RDVWSys0cTg1MytUblBUcG9jQW9PYlcrNUp3YWxzM2IzcHAzTFJaNCtPcXR1QXZ4VWJDN21NSHRteDY5ZGNkODYyQ3FzcWJrV0wwdnd2dlhFSWdrRWpSVDEwQis3YW1CY2FQbjVNQTYwY0lOTHE0aEhxbnAvcFJBTEU1OWZlTUN5aHlJMVJmVnFHRGh3YVpnYUEzUmdmOGU5YnAxL2M4OGFWWEJwZFByVXRGSzZOeXZUWHVXMTdXM21BQzc5RFJSMU45a3ZJNUsxWk5FZWZOZ2JvWHZCaVd0cHc5Ky9mOTk1K3k2TzVZdkZSdWNLQTJBaXJUTmpaZ1FrcGtickxNUitOaTY4VDN2dFhhK3JWK1pFQnFuTWZoNHB6TGJZMUUrRW9sR3RQYTJJOE13RXBUMjNsVlVxQ3ptR2xyNitiaHlBRFF2T1gyM1U0eHZiWHB4YzhQZm5CTW1QV3gyd0dVQ0dlK2ZXTC8vaDRBNk94WFB2Zm1OWk45Mzl3R3RUL2FOK2JNRmp4eThCSXpYL2NYRlNaU09oOXd6eDk2cnZycDRSNHMxeTY2ZTFTa3ZIU0JGNFkvc09PU2MxbjBTRXZUcHAzOTYxeTM0djVxRVhOVUdNZU02cHp1clArbEk4VjdWYk4wN1RYazQ1Yld6UnMvTnJEbGxTWjV5OVcxSXVEK2FWWnFscTY5aG4wYTFiSjV3elBKaHMvY3l1cjJkZmFFN1luUzZQVmVHTFlNZVRnc1cxdXZ6RmZzYWhvWVUxWFRzTzVHRVQydDRvalptM2d4Tk0vMVNzNm1MTG83TnFFOHNReEU1OFZwNWRtdXc0K2YzTDExU0hyT211V3BPU0I3eEtpUVplclkvZGpBT0s4RlMxTFROWEF6eFVrcmtiYmt5a2RkS0hQbHl5anZQWklZTlQ1WFVock15R2hQWTl2eFEwTWNsMUZNWlFNZ3p1Zk8vQklBMVhUTnVKYkpuSDF1ODRZK1U2Ym9GSHVEWVRxM2M4dUQ1K2ZWcFNvQWUyVW44UTdVcGJ5b0g5NE1BcnR1KzNVTVdxR29XYjU2RG9NYjROeTJicS9yK2VHT0R3REpGV3VuUTdVR2lqTXRUUnNmNjErMmNNbjlvNjNQNzg1TDlxc29taGhsTzgvYzBkMXo4bnlZNmZnM1A0amNBdUE2VXBvL21ZSnJYZ04rN1FOdUJDTVl3UWhHOE02R0ZqSWp3ZG5Nc1dNSFBqK0VES2habnByRGtwK2NmejMvMUx3bDk5VjY4T0xOajY1L3RIK2Q1Tko3TDFlTkpFT3lQY1RZMTdxdEVJT2RYSHB2T1h2QmJZNlJwVE5uSGgzY2RqS1ppdE40V1V4T1g3ZWNPVjhUaVM3VlBJN3RmdkxCdzRWanI1NHRKTlVpNGJkMmJ4dDZibGk1MG1qWHVOdUlNQTVoYnNOdzE1ZXMrOVFZSWZvUXhQM2tZTk9HQytqMURZQzVJZjJLK2JlRnk5WWtSWEtaM1ZzZkhEYjJlKzdOYXlZYnc3ZGR2SGp4RTRQTFppNWVWWnJvREQ0SUlOZlRFLzdINERIZHRRMTNqd3BNTUxjbDdmMWQ3N2JxdWxSSjRNa2lkYmdBUTU4UWRVOWtjKzNOd0ZmZjBDT3Nkc1c2ZWM1S0p6dVpBS2IybHFaTmgrZlYvVVVGS2E0bElDZHdQYTFONndlTTVlYlUzNVB3amYwanFMN0NiZWVIS0ErdWJiaDdGS3RaTEtKUHdOanlYWnU5WVR3ZENzUkp4UFB2emd2K2Z1L1R3NWdJQnVIMWxtenJnbGprZC9MS3orM1pudXBWS0ZEdDB2dm1pY2Z2aDNPUHRtNTU4S1grKzFWVjNSV0JDVmJDeUVzdGp3MGNyNkE0NWc1WWxqaVl2Q083ZVhBNUFOVFVyMHRDWFhuTDFnMU4xZFdwSUI3WTk1S3p1M1krL3JuenlZYlZ0NnE2VVFSdTJkV1VHcUk4UUdITVZLOE9VeDJ5M3h4Y1ZqQnV6Titvb2Y4WW1kaFlKeUs3dDI1OHByamZsYXp1VDYzRHYrNStJdmkxWTZXYTVhdm5pTklIeU5HanhtalFzbm5qZnd3NGo3cFBqUUZpTjdUbXZhK2dFUEt3a0N5Vk5UZHQzSVplRHk4cUxEd3BOQXpEem1ISmpiY0xxSkF4N1cxTENMeHRUK3pYd1ZmVG16SHRiVTBHQUVDMFV1YUMwQUFBVUp4RElWL2R1U21MN280WkRXWURpS3QxQjRjTEE1aSs5TjV5OXVrT2hmdkJjSVllQURBNmtsL0VvdDFzK2NhY3lON21SMU45YkdoeTZiM2xFVVJ2RWs5M001bXA2Y3lGUnJUMmQvbE04ZGp5MHV2VnlNc0VLbFBDNGY1eFRBdFczSDhUbURLc2RwVFk4UEhXbjZiNjNGbW5MTG83NXBOY2E4Vi94bEJzSWdqeDV0SWpBMzQ4a3l0bVRnVjRxYkwvczViTkczWVBkLzdKcGZmT01xQTVtVmU5aHdjL09HcVdmNllCaWdsNXlYeDczMUM1SG1ZdVhsWHErM1NId3U1SW56enllSC9KV2xYVlhSRVRUZndlQ0dYZDNmYXA0Y2lBbVl0WGxjWktZM2ZrbEpzMXdDekoyNjdCWkVCeHhYcG1UdkVTQzZaMWRJWGJlb21iT2ZYM2pDTVBkemlML3hqY2RrM0R0ZE5JTk5hZkRMaXE3bE5qeU1mTTArM2R1Mm9iUG5PN0UvdWFuRzg3WDFJYStRajUzRHFFREtpLy8yb3dYeWM1Zm1UQTlvYlZ0ektIM1lZODR4bFQ3U2pUMG5mZjZsTGVoUEx5WldyTkhoRXRUVHUzNCtTT1I0YVFBYlZMMTgxWHRlTVFhbHFWdWdhVEFjbUcxUlBWY3plSTRHeU8vR2RhbXg0NFZZR0svMGxpOXJWdVQ1MHJLUXQrWDFWMkgyejY4dkJrd0MxcmFoazBxcFBiZDdhMmZpMjhwbUgxQkZMdnNwNFRwaThXY0VIRHVtc1ZIR2t1ZldGWE1ubW5iMkwySS9rdTIzeDBjNnF6TmlLM1F6Z21FajYxZTlBRE4zbkx1dGtRbWkxS3I4ajV0cGFqbXg4ZWR1VSsyYkI2SW9UZVE4VFpDM2x2Vy8reTZ1cFVFUHIrUExKZTY3NHREL1hNdnVHK1NvNUZGNlV2SEZpWVQ3ZjlWU1JlK1lkQjdQSy9WTkV2T01HZitXRjZXQWZlRVl4Z0JDTVl3VzhYZW5QUkM0YW1NWnUvNHY1cXE3bnlQUEpQbVVueGR4bERYYzJiTnd5STRaNVR0Mm9LZWY0c1ZyQXFYdG56czQxSFVWeWtJTS8vTUZSOWF6T1B0cllPZEYxUEp1LzBaWFJZcTFsNU9jeVoxenhFRjFyMWRyVTh1ZkV3QU15NmVlMlZCSnF2RHNkMmw3MThBRVBCTlYxWC95NFRYVzV6K3NQV1lRaURlWFdwQ2tSamZ3eklydGFtd3NTdHVpNVZvdUM1anUzbXlJUndvcENwYktrNCtzdGgyZ2NBQkJIK3VDZ2U3dzB6Nk1YVXVsUzBOQkc1RlU1NkVKZ2ZGMU1nRGtERWxDL1ZkRzQzdHFjc2l1T3dlTVI5QUtybnlMZ3BwUFNhVDEwN0RtMy82aHVta0Z2UXNPNWFxQ2szaGtwZ1RMcWxhVk16c05MNDBkS1BPbEFiZzNPdGpac0dUdmpyVXA1bjRuZW9jUGY1clAvVHdYMFBBRkdVTGxMbWpQSE0yT3dyaDM4eDdDSlN3OTJqQXMvOGdjRDg5ZDZtRFFjSGw4OWZjZjlOQUN5VGR4V0RuOW5UbU9velE1eTM3Tk5WYXJ5YkdmUjQ2NVpJODhBOVUxeFJWZjVKTVBsNnhoOHkyYSs2N3E0eUQrRjFTcWh5Wkg2eGUyaHF3MEpjdityb1hZMFBiQUdBa3FtMjNtcHViL1BqbjN1NXB1SCtHMFZkRjR4Sm44MmFZY2ZqdGZXZldhR0tSUzd2Zlhmb21EdkZzV2c0VDBTT2RQZ1h6bmlxTXk3bS9aMEFVRjMzNlFrTS9vUFF1YS92M3VyditoV3FEcUFZc3NIZzMzY2kzeUNEYUFlOEFkKzFLWXZ1amlFV3F3bGQ5bGxzVDltYXBXdXZFYVdTNXFhTmd4UUwvWUozNWUyZWNVN2YxZ2I0NzFpRmdJckV5SmovZzVwdk9Ramd2eVJRUWxVdkFEaExvREVLbkp0VUVyOFd6TlBBK3ZMT3BzOFBNZXdveHNyY0tkYTl0R3ZiZzd1R2F6dFp2MjRoVk11Sk5aYnV5ajg2OE1kM3BSSFAxSnA4MkVpK3VjbXllM3J3RCt5ODViZ2NUaTJSeEpTUmFOMjhzWSt0VERhc25naDRVOFJwYURXN1k5KzJoL28vV0hoOFdlbTdvSHhLeEk2T01pN2IyYlR4Wi8zYnJxNU9CYVQyejV6SWQzWTNiUmlTcGdkRnlUZjUvc2MwcTMvYlAwd0FBT2F2U0ZVemJHMzZoUGZGUTRjZUdqWitMWkVJYmdLa3E3WHB5T0Q0TzZxb3F2eUFxQXZJNWI4LzNFTUp5VHY5MGxML3ZlZXlyMzFuZERCeHFuV3NleDRmT0NtZWZldDlsUkRNemtwdWk4ZlJobXkzZmJLM3JWbExWby8zeUt4MXdEZDc1VklEcmgxdTRlbU9uaC8xYnB0YTk0ZlJpbWhpMWM3TjYxZlZMRS9OVWMxYmMrSGNRVE5tL01xZGpSdStPcVJ2RnErYVJCeDhOaTg5LzgrKzdRLzFzY3ZKNVo5ZERJc094L21UaHNMclc1bzIvYmovZmpWQmRxNEw2U2o3L0VFdmxIOFp6aXhud1pMN3BpdlRtSXU1VjU4ZUU1MzgvcGJHVFFPY2g2dXE3b29vbVNWUUJMdWFObndUQU5VdVgzdUx0ZnIwbm0xLytlcjhoclZMT1crYm1oLy8zS25oN3N2c0pmZE45eHhWTkRldDM0YmlJS0dFM0NlYkc5ZXY2K3YrdWsrTmdjcXMzVnMyL1R1UVlscnVQbmE2dmZzZlQrNzRjbmJCaW5VM2lYTWx4UFR5cnNiUERXQ3hrMHZ2TFZkb3JSTHM3cVlOM3h2dStPZ2wwNWpmSzZKbGJabFh2M1Y4K3pjR3lDb2psK2VTTEY1MzY3YjFKNnBXM0JYeGxSZUthSXU2L0h1SmFLcXEvSTk4NWdTSjRPa1RSL2IrN0kyT000SVJqR0FFSS9pdFEySE1RUU5qcDJjdFdUM2VPRnlSeXdkUFI0MjVrVHg5cmJWeFlMcTJtWXRYbFhveGZ6NGNqUVhMTS9zYUM1UDVaUExPT0NLbHR3Q2l6VTJidmo3TU1Za3F4ODhDSXp3djVyWFJNZmxqaE9FMzl4WE43QXJPLzdTRVFHbHlkc2ZnbUgwQVZOT3c3b09zR09OWWZyVDNpVTJEODhWanlxSzdZeWFTL3lDQmpyYzBQZEFuWXc5TTlob1ZjNDdQblcrbmNaTnVPNWZCZDRacEg2aExlY2xvK0NVWDBtTzd0NjBmYlBSSG95SzJEb1R5WGVWSC9uSEkvaXRYbXRxZW1aOXdJWDY2YS91WHp2V2VUMG1wdjd5ZHpJL0x4ZjR4TWIyU1Btbis0OUNoaDRjZDh3SEF3dnExMDhCSTVweDkyckJNMzkxNDVHa0FxRjArODliUVpUZDdITHdyL2FyLzc0UGozbXNqWVEyQkp6WTNiWGhvYUtzcHJyMUYzdStjZExCS3BQbXhCNFlvTjNxdk1VNGx0empGdHVGVzJPYzJyTHVXbkV3QThRRmh5VC8zMkNWL2dxb1ZkMFU4UkQ0RXh6dWJONjhmWkFLNDB0UXVkeCtIYXV5aXpmM3p5NjJmVHc5dXU3U3ljZ0ZCNS9ia3c2OE9ONjZiV3BlS01zbnNIbkhQQXRBRkRldXVkU0x0ZTdaKzhVanlsbld6V1MycitndTdPckovZi95Wkx3d05NMW02YmpZTUZ1L2F2SEh0Y0JjK2IxbCtEdFR6ZCtYODR6VVI3MlA1dFAzKzhWOXN6QUlyVFN3V2ViOEwzV043dHYzNk1JRkN5RVo0bTNQUzVQbDBUY2E2WHh6ZHNyNGZzWlRpU1pWMmliUHU2TDR0RDUyZGZjTjlsV0JjYVpGOTh0SWljSXJIamo4eEw5MXhvRVFsWDhnQnptcmY0SWh2QzZpUyt5L2xnSHVUOFk0bEJPQnhVU0h3OW1hRUpsUlZqU0ZRSElwT2dNcUpNQW9BMlBoNWEvUnFocjZlZDlraE1VTEpodFVUbFV5RGlyeE9zVWpqY0cwbjYrK2ZDZWhFR0tTdDJoY0hUM3JuTGIreXhnaFlQTDZCYk5peWE5dm4yd2J0ZjdWS09JUFU3Z1VGUzNjMWJ2aEdiMW5WaXJzaXJHYUppRXBlWmNlQkxROWRDaU9vUzNuSm1MMVo0VHBKYk56M1RHUm40NFlCRTZiNXkxWk5NcDc5bUhYNi9UM0RwaHRKOFp6NmZMVXg1aU9pOHIxZFQyd2FJSnVxV2JyMkdvWjl2MVh2MjRPSmdsNHNhRmk3WEZpdmJrZnd0U0hLZ2hWcnJsUFJjaEhkdnFlZkg4S0FPdVBHM2FnNTdLendwMXdtekpQYk9ycWVIYXc0Q1d4d3ZZZzc2WG1SbXhYdTZmMi8rTnhGRk1NNE9PQ1Y2dlJIZTVvMkRtQjVrM1dwTVJTVlpacE5iK25OdFp0Y2VtKzVzbi9qNngxZG41MTc4NXJKUnUyazVxWUhIcTFkdnJZdUs3cGowS21odXU3VEUwd3MrSmpWM1AzNyt2WDkzSVoxMVJBSnV6TzVRNGtnV0p5Qk44Q1Z1TFpoelVLRmptVmZOUnZxdHc4TTg5Q1l2eXcxQ1o2N0RJNVBqWTFOL3AyMmpQK0RBZWVmdk5Qbk1lVWZCWkFSbDMra0w5NU45ZHllclp1T3psdTJlcTZCZGpZLy9ybVhCN2ZkMnpka2FLb0VYc0Z4OXRiN0tuMG5kZUtiQi9zcXJWeHBURmNpbVE3dDlvSkxiMjZ4cUQ1eGNzZVhNN1gxcTJjSjRScGlibTlwM0RCQWNWS3pkTzAxSUowRlFVY2UvckJTUGhTL3YyVVNORUFSdWx6WFB3MG1BMm9iMWl3a3BVVHpsZzNicXFydWlsUzR5cHV0eXRFOVd6ZWVtanB6VGhwRWdPU21FOUY5N09FckFFWUlnUkdNWUFRaitQOE5LQWNBcEpkVzllWXZXelhKR0o0SDRLVll6RjdQZWZ0aTgyTURuNFBWMVN1RGVGblFBTkdZMWV6VGV4cS9lQVJGNTNVcDhXNDBoT2k1akQ5RWlnMEFOZlZyM3dPU2JnTzZNQzRxS3k0Y3VmaTEzanpzVlN2dUtpT2hoUUtrTmJTN2RnL3piSzlaL3BsNmhxc1E5WCsyKzdFTlE4SkxBV0JzV2Z5RFJNem5zcVp2c1dMZXNyVXpQSktLZEQ2L1B6RjIzRzFwNmZqeDhlMWZIc2FYSUJYWHFQdVFDcmJ0MnJaK1lNYUZ1cFJYRzdOM3FNUFlYSS85TnpRT0hKTk5yVXRGUjNYYjYzTjV1M1gvNHh0ZlIyK0doYkxZdTBSd3BvTEM5d0E0cXFJNzMyak1oNkx2Z1RPWWtjbGt0OFJpa1RrdWs5NkovNCs5TncrUDRyclN4cys1dDZvWDdXd0NiRGJiQW9RQVNiMElMRGEza2RTdHh2SFlUcXpZem1RU1R6TERaUEliZmwrWU9CZ2h5YWtnc1RqeGZNbE12cGx2SnBQa2wyMGNPM0UyeDlZS1dMYnhBdXFXaE1BWU1MYXh3ZGlBTUtDMXUrcmVlMzUvcUZ1b0Z6S1o3Ums4MGZzOFBPTHA2cnBWWFYxZDk1NXozdk8rOEhQcDlSdkxsQktLTVllTHBQbjAwYU03RXNZb0N6UXNKYVJnRlBqM1VnYjFHWnJMRVMxVHhONWpDbk1zTkx0UzNoTy9Cb0dHQjRCSWo1eldVdGJ0eGI0dGN6aktPUXJWQVFCYWZHbkVOaDcwRi92cmI5SVZCa0RSNGNHUlNBcnp3aHRZOURGRUlsRHc0N2ZTc0RvOC9vYVZRTXFMQ0Q5UGx3eVlVNzdaT1QxRGJSQ0toWS90M1hYUkU5ZzJXNktjRTRuWVhpcXRxbDhJVXM1RDFHMUtSSjlNVnlBcjlqOTBFM0FWaUpqMDdlUnRBQUN1Nm9aeXJtVFdCd09EKzcxWm1YNlRZRTk4UGV5dFh2UkprdkIrOXg3OVlMcDlrK0cyeTQ4VE1zRkJaSkt3OVJ4cE44Yjcvb3VLREp0enJscHRTVHpkMDc3cldHRkY3VFFiNTJzdGlMd2NaeXlNYVUxRTNTS3FNNldzZmdTWWh3QWtGYnVtZU9GMUFTUktJN3A5M2VBajJ6SUFTamxoTEhxanVBLzk5WWdQVHA3c04wM3JBU0Q2Y3dBWUZ5WkJib3RLQWhNVkhVNm01U3hldlNXYkFWL0xnUGp3c1BYMFJKcCtISVVWdGRNSXRXSUNza2ROZGFpM2RYZUNQK3RZZFozUFVVeGpKRVZQT0Nrb2RtMm9tMC9BQzVRNS9DSXl2aFJOM2p3eG01cW5ja29VMGhSaHFlZVRSVHBXT01VNnB2QTlJQnBoeUhsUDY3R0VoMENwNzB0NWpPdjNTNlMyM3ZZZGFkVmhpeXBwanM3WldsTDRRbmRMNGtPa3FQS3I4NURESnBUMG80bFVxNFR6cjZyekFvQXZvdlR2bjJ3eEVpaHJya0JEQ1NOY3lvQ2Y3TzNZbWRhcXhsMWQvM0ZFdkNBNU1JYXNrRjFncjhTRDk2dnZlZVFlQWhwZ2dGT2pTbjhwVHM4cTlSbDUzTVkvamtRbnV0c1QrOHVLL1E5bG9zMHNZNWJWSG81bHdBRUEwR1pmd2FVNGV1YVZiNDV5RzZ5SWt0WmRGbmprVDAwRjcvUzFONlVJOWpqdDlqOFdrcDZiK0wyNmZWc0xPTW81b014aldUbTJCNUZyb2RmYWpIRzZ2cnV5N2xia3VnT1JFU3AyK01qZW5TbENPR1crcjh6aXpLeEU1TzhyRkhPaU12cnJaS3NibkpIL0dZbHFkRGh5OGRmaFBZOWVLUTV1dVpFNHUrRXlHemkwckdKYlBrT2NlNWtOcEwydW5vOTlkUjYzWTlud3NOa1YvcTB4QWpVMVhCT2FSNXJ5NE1UNzJET3ljSjNGNU1VamUzZWVkd2V0RlVEYVNIZmJtMjh2OEQzb0lHUVZKTVFadW5BdUlWSGhyYTVmVExyTUo0WjVLS3lFejU2TVhNcTVuMERaVFZOMUpLc0xGL3ZyYnlLZ3pESHFtVS9MVzVoN3A4blo0WGhManU2WU9qLytYaUpTb09pYWk1TkpUR0lTazVqRS8wZ2tQUGM5dmk5UFI5QlhTcE5lQXdtM2dGS0gweVhGTStjdC9oZ2hUbGNnWCtudHlId1RZZ1VCTFVzUGFBeVdpbEgreStRNUYrSXRkcWdOS1ltREV0aWNneEgyMjNneUFBQWdqM0x1QUVSQ1VLZDY5dTVLWVZ4NnFoK3BVU0JuU1ZUN3U5dU10TWw2YjNYRC9Rendob2dsZnhNL2g3SU54aXlHNUphY2VwMjZ2VmhJODlWcnRRSENkSFU3QUlqdWRqMjVlbzVlaDloQUVtWm9YUHVYZUtBNEVWTTFxNVJKZGY3dzN0MXZReXlBbloyVGVUOFNYQURHZFdKWVlPa1FDcmZ0VE1zNkhJUEJpUEUxU21oSE1qT2NRYkNzQTcyZDM3cThOR0JNUlNhOWpBR0xEdkE5eVcwU0pSVzFpeFREUDdlWS9HbGZTNnFqZ0l0SEZ6RmdYQU84YlZqSjhNUWl6RVM0L2ZVZkE2VDVVWXI4TEYzU1FyUGJWMG1MM3RhVXZuNTRVTHdjdjhiRmZpT2ZNMWpPR0dTTnN1SDl5UUc1dDdyaGZnRElJYWxlNlVvaml1ZjJOM2lRVWJWZzJCNXFQWjYyNzM5MmJtYlFKSGFndDlVNHRjQm5PSkN6ajZ2SXlBR25OanFWY3lvRmdCR0Y1cW5rV0FCaXJCY2JkMjZ4SlA0aTNicXhwS0oyRVNpbGg5cDM3cG1XazdFY0dZNnZXNzNCaHM4cHdxelJNMXJ6djlZbUFERjlBb2JvSmFLM0FMWFQ0WFpqSXJzR00rWmFwUURpU2s5YjQ2RWkzeGV6TWpoYkJlYm8vdmgzVWxSazJEallQUUQwL3Vqd21ST00yYWZHZCthYzRkTHl6VlBUSHZnNkFCSmMxd21Mank1REFEREdFTGh1Y3dGeDBObTNqcjQ3ZjNFeFo0ampBUkVSWHJBQkcraHFiMHI0OFJjVjFkaWNPYlpQRThFbGlmTHB0RlIzbjAvTDFMUjdHRUxrRXRPZlB0bWVHQkFYVnRST1E3QmNKT0U0a3RTU0h3Q0xWMi9KWmhZdVBqYzB2SGZHbE14OFNXeWtwOU1ZRitOWTRETWNnUEx6cG1rOWVuamY3Z1RLV1ptL2JxNUZDcFZVTnE3YjVuUzFiUDl0NHNrWmpEbmszU2pwV0U5clV6b3hHblN0Ly9JOHJzbHFKdUcwdlBoQk84QjN4aDhpQlNzMzVUZzE5UmxMUmI2U1RqTUFZbGxZeHRpZDd3OE1mUzA1aUMrcWZIZ2VBeWhId0tIaDZQbFgwOXdnNksydXY0MUluWXBJMjN0MkZLdnc0Z2V0U2Ixa3VLSzY0VlpTOGlKeG5tWHBxdSsxWjhhQ3o2VUJZNnFPNGk5QTBWc0R3OVp6QUUwSkQwQWI2YVdBY0hxQ0ZnQjYvZHNxTFNtdkhOcnJPRlVXZk9RK1U5RVJ6cFZIUk9XK3ZuMDdrckw0TmR3ZExOd0VLSy8wTnU4Y1Q2WVVCN2ZNUWJBRnd5MnYvNE8zZXZHRG9TU1hpTkxxclF1WW9td3A1UlFwWk8raHZidFNKaFZQNWNPNXBObDhvVmIrRTY5ZkJiaW05WFEzSjE3am1KaU1yYnQ5NS9jZ2RpL29JUDg4MU5yNFZZOW5vNDdUcDJ3S3RiRkhBTDZkOHVEMytMNDhuVXhSSG03ZjhlVDRaeDljdkJhQUJub21VQmM5ZnFNUVNNN3VhVzdzSEJNRkV2azlIVHVlQnAraHpYQ0l6YVRnalFoR1huNXR3bmV5ZVBXV2JDQXFaS1JsRWxqUHBadlV4bUF3ajEvOEVTTmdGcWx3Mzc2ZENmZnZ5cUNSWTBteFZHTzJGd0FBWE5YcmJpTlFQYkZGQXBaVjFhNjdkTzZsQ2I4NUpJTEpoTUFrSmpHSlNmeEJnWlFGTVVId2d1QW1PeWo3U21uQlFVMW53ZWl3OVlzMFFTKzZxcmV0QjRERlVsay83VzBiUythWGwyOTJXbHp6TWFMNVhjMU5qeWJUMkNFdTBLY3dIMlRrZmE3ejRxNlc3VTllM1dvd2IwQitXa2pacDJsODlzVlJscnl1UWxmMUkrc1JwTVlRVDNlM3BDWUxBQUE5d2ZvcUFwaERwUDNpeUY3alhQeHpTV1dWSzNPNERYVG5Vc1dzY3oxdFh6K2JabjlZdm1icnpRaFVHVzV0M0p5OHpSVm9LQ2FBQXJoNDd0c0gwdlRsRi91M0xXTU1wNFphZDd3YVAyNE81dDU1aWVBWGVRQjNjMlVSUnN4L09kVDVqV3VLd3ZsOGhqWmlGMStPbkkzOEgzMjI4NjRMSS95bnB6b2ZqWURQMERLWi9MSXBaU2ZuN0szWFhqRlM3UHNZOFU4SW9COGVhdDUxSW5uY2d1QW11NGI2U3BJd2NEbkN2bmVpc3ltbCtnNHhBVHdFWEJsdWJXeEkyVmhUdzcxRGhYOFpOYTFtdTZhdkNiVTFmdi9xaVJ1YURtSVZBMWpTMWRLNEszRkhnM21ES2dCbTVDTGpObm13ZlVlS0prU01jZWxEcVo0NzFONlV0dSsvYk1PMlVpWGtlMzN0VFdjQUREYkRJZTk5OTB6a0I5Tm5vNTJqdGxKRHZVMkMzQkJxMlpuQ3FpejFHWG1hcmg2V0l0TFkxNUg2M1JmNWpDeW1XY3NIMmNBenk5ZHN6ZE9SM2R6VjJ2Z0VBSUE3VUY5TmlySzcyNXIrTnQxNUphT2tvbllSSTd5RElXc0FrcmVIV281UGRGNkFaUlhiOG9ud2huQzcvalJBRGMrdzVaVkxEZnE2MjJQRnRab2E3aHhRVllycGIrZU02cWRVenFLdlhSNTg3bjFFV0VDQWFNK2E0N0hsT2RJS0xWNFBJRVI1L2ZJRFBzb0pBVVRuMk4vclB5TUFBS0NrWXNpdXVzZHJlcWF6cTYwcGdYSzFyR0xiVEx1bWVWSEpzMERxelo3MlZNRVF6NTFHQnBqbTdRd1FKWm12bm14dFRFZ0dsSmR2ZGtZNUx5ZGlIM0N1c2tKSnZxZEZSVFcyekJ5SHp5THpjSTVkeTBXQzRzam94ZkVmWldGRjdiUXNtL3hycGVBbmg1T3kzNTVnL1MxS3duSW1vSitqbmhGS1RnWjROdXJlYWVJemhIQXgxSkdxamdwZ01LL2ZMQUtBMlVqd3BoVHdkcktvUzA1ZTduMUlxdjFheVlDQzRDYTdUZGsvUlJ5ZVNrNEdMQTFzbnVwRTJ5b2lHSWdpZnlHZElJMnJvbllKQWc2VGxHL2F3YnhWSTNybFlOSTVsRlRVTGxSQU14UUFDYW1POUxXTUJiTWw2K3R1MUZHdUphQlRhSnJQSjN1M3VvTjF0NklFNmhwL3FOZndrc0FpRHhFYk9OVEdReXVxNVVvcDRaUUdrS1VVbmUxSlNnYU1VYVhNZTBuUWFMaGo1N2lWakNld2JUWktiWG1vZmZ1M3ZkWDFQZ0VpUVZTbE9Hak0wWlJWb2poWFlLbkRoL2FtVG5vQU5SdzFmVFVKODJWM3RmMHVSZXh3ZDdPUk1QbDZBdHR1QjZJQ2FRNC9EakdLbzkxdXJhUHpGeDZOQmRMclpKUTlsaTRMUEpaczRCNFYwZVAzTkxyOGRXc1ZvZXh1YXhwbmdCVDdqWHhFYTJtb2VjZmpKUlcxaTRBb3Q2ZGoxOU1lajVHaGRGR3BDQzlKeGtPdnRWNnRVSGlDOWJjQXdISkpiQkNJVHZXMDdVNmJJUWNBTFBOYnR3TEgyVXFwQTMzdE94TW0xMkwvUTVrV3FRcGhtbDNkblUwRHJnMTE2MURRNVhCNzA1c0FnQ1dCaGlMSktSdVpQdjc1RUVFaHdtUkNZQktUbU1Ray9xQ0E0OC85Yk14WnlRQ2xab2N5RGZqUHd2c1QxMTB3NWpxd25JTmNTa0MvakRQNzVwUnZka2F6TXlzWWh6bUs1UGZUSlFPS2ZWdm0ySnk0Z2lSOFNOeVdGNXFZRFBBWm10dHBlVUZTTjJjdzN4eU5IRHJWbWRqNzdmWTN1QUZvTGhGL3A3dDErM1BKNDhQWTNPNUNncHRRcVplNzJodkg1ODhwbEZrc0pKem1HZG1MbVVKSFYrdjJsOUx0NzYydVh3eUlYd2k5Y1hscjhyYlM2b1l5cnNodldmU0RRMm1TQVI1L2JTRXlkbk9vZFV4QjN1UFpxRFBLWGlQQmVqY1AwQStTdlMrSUx2UjJmaU90dFIvRTFyMURsdkRKNFN2ZjEyL0ljU2xMOUo3cWJJek1LZC9zbk9VUXR5dEZ4MUREUytIbXBvVFdVL0FaR2xQbVhVUjA1RkM3bHNKcUxQWWIrUTZ5Z29yVTI1TFQwSW5PN2YzSjc0RzQxaFd3TzVRbGZwcThyYUJna3oxbktIYzFTYjVIN3dhWG5BQUFJQUJKUkVGVTQyb09XVFIrRFF1Q20zTHlsSFU3QUdRVDRDOVR4N1hjaXRDSmRudit3ZWJHZjB6ZVBxZDhzeE50TEVBRVI3cmFkN3lRN3R6Sy9IVnpGV0UrMkxYOVkzYVUwa01JcjAwVDcxaE9XcmhPSVIwWFpBV3VYQnBvVGk2UXpTbmY3TlR0cXNaUzhxbmVOTW1BWXIrUjcyRHFOaG5Sbjh0a09kUDFUTDcrN0FYMkM0aTFYUUpnY1VUSUg2WTdyMlI0UEJ0MVp1ZEJwZFRQbFlLUGFVeC9abUtyYjhuNnVoczFIVlpaS3RJTThKaHliYWp6QXFtUm51YWQ3NDVkU3lNblowaDRTVk52UllmN1R3ODVwbTR3TDM3d09BQ3NBUUJBUUNZaUh4NU5KN1I0L1dDeVplQy9CRVRralAvM2VtNFppSU9VWkVBMGZpZVkwVXN2VFB4eGVpb2Z6clV6VmdJSUdWTEJlNkYyVzVvc2J3MUhTNnhBMU1wTVN6WjNwd21NSXJuWnF4QXhCOEFhU1U0R0FBQmt6Q244dEVEWjEzOGxlaTdENmRnUVZTTXZYUTJjYTNpbWpYOFNwWHEydTYweG9UZmRVL25WZVNSaENZQThwbXdRQ1hVY1MrcUJxdUdlNlROckNPQml1S1hwMTVBRzNtcXhVQ0dmb3BqR0ZLZ1B3L3NTdldFOWdZYXZBY0dib2JaMG1nTmp5S1BjYjBpbDlvV2JHMU5FR0oyUWNUc0FaU3F1WGtwSEN5dXRxbCtJR3A5M1VaZ25VTFBkSjVqWms2enFYeERjWk5mMXNYWU5ZVm85Y1ZxVXg3TXhnOXR3cFNKUWxna3ZkQ1Zsc3NzMmJDdmxDck82Y2srTTk1V1ZWQ3k5eGNhWU05emVlTUJUU1hOTUlMdlNsQjBBZ1BXZlMvbCtiWE1zTHlHM2RYY2NUL0NWUlVUZmlObi9ZbGwxL2NkTnBmcDdXM2VQSnhKY1ZWdHVzSlAwQWVNbVN1dU43ajFOYWUzM1BCc1cvNVdVWmkvb3VwdVk3RTRXdzNGdnFQOFlBRnNEUXZ4TGIrZTNMa05ORFhkazJkd0M5VVBoOEEwUmhWYXBwc2tURTZ4enhySEFaemhRczkybldSU0tiL2Y0YXhjekJTcmhQdklabXM1RktVYjFsNWFXYjU2cWNWNTBHYSs4QWdCTXpZaVdNSTdGRmxIYnhEYVJNWG8vekFlbDNnVWxyWFRYYmZ4YVZOUXVBZVJsUUJnS3QrMU1FdUdzNFRibXZCTkp2TnJYK2ZVem5tQzlIeVM3MHQwK3ByUmJFRFN5ZFlMbFROSVVaUTFOdUMrSlNFMG1CQ1l4aVVsTTRnOE1VUUFBeHV6VGxDVWRnaFNhZytMNUEwa3RpaEJMV25OVTl5cVRuZzIxTnAyQVdMQ1ZuNU4xSnhCT2owYTFsblNCaWlld2JiYk43dkNBWXBaU1lqRGN4aEtFNWtwMWN4bUFEc0RZellyYnp2VjFmajFoWFZNV2JMaU5BU3hFa3UrRWMxNVBHekI2QXR2Y2tuQUprVG94Y1gzaURtd3RVTVR5ZFFCUVF0bTdXcmZ2UzdkL21iOXVMZ0hkTVdTS0pqaVo2T1pUNXE5YnhZanVZbEwrWXpvQlExZlZsaHNZOGdXaFZ1MFppRnZxVFovNVdWSndqa25LQmdFandHbWsxN0lkK1YxMFg3TE10UUxFVVMwenUxaEppUFRzUFhrY0FHQm1kbFl4QVJXaW9zUEpMa2tBQUY2SDJJUUU2a05UNzBndVpKVDZqRHdOaFZ1QzlpWVJ3K2dwUFowbDloamRYM2M4eEFEMzlPemRsYksreXJrNWJ4bVExczlRekZFSWtmQSs3VzJJRmVkeTFaUzFTTnloR0x5UlRQWDNCaHRXSThkNVNDdzZlb3AvUDNsY0FJQlplVG4xaUhRKzhpNUxtK2dwcktpZEpwR1ZEdzJZcjRSL2E0eVVWdFVYRU1NOE9uL3VTT2I4eForMUxQNHVBN1pBUm9ZN2t0MGdBQUJuNW1aK0NVbTkzMnVtOXY2WCtvdzhHeWlQR1dFZHd6eEszTTdkSTFIMnE3TmhZOFFUclBjRE1KOWsvSmtqZTNlbWJhOUlCdWJQL0lvVTlBRUI1c3ZvWVBQRTMxR1J6NWlsNmJ4ME5IS3BwYS85c2VHeDRwcHloa1pmT1FBQU5LZDhzek1YeEsxb1dTZTdoL2UvWWJkTmNRUEE4YUZ6Ujg0QzBGaFNnY2dTa2FIck9Ca0FnSVNUTFFQL0ZVQkFPOENZK2VSLzk3bjhQdEIxblUwOFVTV2lWN054TlRXY2htMEJrRFRBa2M2SDA0cndBUlQ3Rjg5RHdNQ29KYjUxWkYrYVBwL0tCaGVYa0s4WS81QmRPSmRDSzNNSEd0YVladlNsdnZhdnYrc0oxbGVSa2kwVGU4VThsVGNYSWFIc01yWEVubjZma1lXYUtDWFV6ak5Kbm5EempuOUpQcmFuZWxFNWtNcUJpeGQrbnJ3TlloTURBTGxCZzE0VWVITml3R1l3YjFBK2lFU0h1dHFhMGs1S0FBYnpWb3MvbDVMOXBxZGpleWg1bXp0bzFTaUp3eWpwZU0rZUhTbDBjbGVWY1FQbmFuMm9sZjJ6TzBnUDlJL3lINTNxZkN5eGo4OW5hSGtnSGxJRVlVQjhPejc1RnZtK21BV09hVjhpcVZxNWhySTdhZUlyV1Y5M281UTRxN3V0YVZ6OHNTQzR5YTRyYTZVNmYrRUo4QmthYU5aS0RmQUNTY29PdHplbVROeWVPNDBNRlBLT3k4QWZqV2ROUFo2Tk9zN00zell5OHVIZk9PMTVaUUI0ZW1MVmUvSHFMZG1jNjdjSkM5NEV1OVI3Mm5lbHNjVXptTGZhdWk4NklINWt5OVJ1VWhGOHUrZTVwZ1JtZ3F1Nm9aeEp1alhVTnE0c2krNkJ3bFdTeWVIZWx1Mm55Z0lOUzBtUXZhczlsWG5nOFd6VTBTay9GV3BwL0U3OHRXTC9RNW5FZU5HSHBwYkFFaW14VzI2UTZzcndlZTNEekhuWlJsZnI5bTBRczhuUlVGWXBKWi9wYTkvNTlzUnhOSUNsak9BTkFLenFhZC94ZjFJLzN4aksvSFZ6Z2VGZEN0WHI0WmFtRkVFZ1QvV2ljbFBKSTMzdE85OTNWZFY1bGRBKzdPa3d4aW9HTlRVOGIxQThvRGk3TENUdXQyUWtnOGU1UEFSRUNOYVlXOGhINDFremlVbE1ZaEtUK0krQkdKZ0lZeGw1bmRsbVVuUzQ1ZkQrdjBucGpTLzJHL21neEplSG82UGJqOFlMQlo2Titzd2M1M29HbEtrSVE0ZjNwdmIwRi9zZnlpVFN2SWhTSXdXbnU5dDNoeWR1TC9WdFhjQTBiU2xZb2h0c0xMdW4yVWl5QlRiY1NrYW5BR3A1NGJhZFQ2VDdETzZBVVVCZ0ZuQmt6aXZzOHN0eDFmL0ZxeitYelVHNzNiU29tV3kwTFBxdTdibDA4MXRSa1dFalZIOGhwWGdxV2NqT0hkaGFvQmhXZnppcU5aM3FiRW9qUUxoUlI2WlhEQXladndab1VrVkZOYmFNZVRrZkh4eU1QcG1kNWZBVHdJZkV3ZEhka3A2Vk1BYURyZkNMRFpMVVdRUTlsNURzUFIxanJhakZxeDdLUjQyQ1NySzlYUjJOS1c0SDNxcmFvSkl3djd0ajU1ZlNESXpvTUQxSUVBV0U1ZUhXcHYrYjd1akYvb2N5ZFNZL1RWTCtOdFMyTTJWZHNTU3diVFpucWtBb09DYVJaUjlxM1Q1dWJSek5jWGcxQkpzRklIcGFka3dzb0tFMzJGQ3FDUE9SWkZReGVmRG8wVjFKUlFlRGxRWFU1d25VOExVS2JBVUZtK3dadW5ablhBeDhaZERJa1NCclFzMXN0N3M2Lys0b21DMTJqZDlDd0k4bjZ5Z0IxUEN5RFV2K0NxVzRjTEI5WjZwZ3NzL1FkTHZ3S2xDOXZaMXZETHFxRi9wSVJNSkhPNzgrVkxiQktCVWs1eURuZlQzTnhqVUxOQk0vaXlzZ1AwMUFVU1M4eEJTOTNqM2hmQmI0RElmRExrcWpRb1dPZHY3RGtEdXd0UUNJY3J2YmRyVkJuRm1RbS9XSlVhbWVQN0xuMGRQRi92cWJPSU9zVUd2VEMvUG1MWjhDd0NoKzZ5TGlkVzNyTjJZN2VKVWhjTDJkN0VjMklVQ01uQWg0M2JzTXhLR1VZc2o1K0oxQUNKY2hGbXhtWE1sYkswQ2Q0Y2p0RjBaWmluSXB4UHFJTkU1L0lpVStsUzRqVjFwVnY1QXo4Q2lTNTBhRTFYVXNpYnJscnF3djVLUms5L1MzVDdvcjZ3dEp5ZEh1dHBQajQ3aXE2cnhNNC9kRzVjai9oczdIcmxwMytIeWFRN2VxZ0xoaVV2S3VqdFJrZ05lL3JRcUFsMFkxODd1SFV5bGpyQ3pRc0lTUVprUXN0YytCNU82UG5rbWd2THVEMWgwS2ticXpqdi9tV3RmUEc3RHVWTUNpUFhtdko3SWVmSWJtY3NneUFob0FobnJFdk5TYlBMRXQ4bjE1T21PbUt4U3hmYThzS05lYXB1cEtGdlVwOWorVWFXUGlOaUI2QzVET2hscDNIbys5bnE5eCswb0VlRmJqZkdwWFMrTHhpM3hHbG00VEpSUVpIVStpakZrRGFUN08yRy9FRFRmb1hzdTZpeEF2S29XeXV5M1Z5c1piWGI4WVRQbFhKdEgvanV0QnJBd2FPWkxFR2pHaS9XMkdMVzhCQUE1M3RUWk9tSkFNbHBscCtTU29ZY2FaQ2plbnA1TjVxNkxsUXZLUTd0Qm1NWWJabytlT0pUZ2FlUHdOS3dISWgwVC9OUDU5Vk5hdFpFZzgxTExqUlhkbC9SSUxzS0MzZldmcWQxTlR3Mmx3MW5wcmxMVlB1STc1T25lc0dod2RmZUZVNTkrTVgyTnZzTUZGa203Z0VsNTB6aGNiTG94cTJ3RUFTallZaTdpeVBrNlNYcm5DQjhmOWZKZjU2K1pxR3BhUXhOT2thRW40ZHlRRFhCdnE1aXVKOXdMUXlmRDVDeW5YMXhXc0xTTEZVSnc1ZHNJVmFDZ2hVamJ6RElRZ3h2eFFWNmJmUm93aURPaEVYM3ZUMndzS2wwY0J4aTFOU2JmbFRWOGEyRHpsbWtKTGs1akVKQ1l4aWY5WlVHQUJBeUFnaGlRN1F4TkVndU9JQldHZkpLbjkzZEhPcG5IV29DYy8vM1lpbkVHa1hndnZhVXBoTXdJWXpJWldwU0xJSWxMaGNGSXl2OHhmTjVjWXV6VTZhRGJiczdUeS9oR1dVQ2dwOXRmZkJDQUxHWEo3VjFzcTFSekcyL09VQzVFN1REbjY5TW1Xc2VyK0FwL2h5SGFxTlVUcUJVM25wUXF0dEtyK3BUNGpqenZrRnhEd3VkNk9SQ3M1MS9xNitRemdreHkwSjlJSkpKYjZqRHpRclNya2VzZnhsM1lNUWswTnQxOWV1Rll5ZUNNanczWTdrbnhmTW5MMlpMMlJwclUwaGxpN2hKVHNnckR3bkUybkpWM1p4OXNBQU1vMmZHVVdTZHZuU0txdVNQUnlUL0thengyc1d3bUVTd2N1YVkra0c3cTBzdjQyRG1BSEJDM1VrajRaQUFDZ28rMHVBSFV4UE1HZWNYeU02cTBMZE5LcW9oQnBzWFBic3E3bXhuSFhCay9na2RzWnlYeUJjTG1uTGRHTm9heGk2MDBrNVhTR21tTEM5a1o0cjVIS0hBbUtTZ1hnQ0xjMDdield1ZVVWNUpZTE9kYWVVTEJ5VTQ1RnFrS2NIZjNiMG1yTnd5VjdpNkdXSjdpbTliU3lOeEwzTkpnM0tPNlJVb251dHAzZlRUTTBqcm1JNFlWd3k4NzNTNnRxVjRQRUt6MGRYei9ycVd4WUxzbGF5Z243UXkxR1d2ZXpaTGdEY2pVaTVDSGdQZ0NSMGRVK1VkL0tZRk1kNW0yRTlPNlJ2YnZPZVh6R2RHQndNMWlqcjBKTXN3dVpXaWtFMjNla28vRnNjZENZb3l0WlB2SXVmd29BSVBlbVZZWERGdzlOSnhrQkFDQkFlVjNIZ3dTZ0Voc0dycS80OVNQYk1nQTBwaUdBSDVXV0FlSU1ZSUlESmNFbDhQbTBUT2MwajRYOFhZNnNTR01zbkZaOU5sZzdnOXZ3UVNWWlczZjdzWlNBMTFQNWNLNnVNVGN5VUZFY2VTazVrMXRXc2ZWbXBzSENDNmJlWGZoaFFSN296STAyZXpoZWlYWlhieXZtbkQxZ210YjNrOVZWVnpqVy9URkhFRVQwUVdxYkFJQ3JhbHNGQWE0Y3BjSHZIWDQyVlZsMmVjWFdCWkxSekZCRTIrK3dzYldJdHA2SkZuRHU2a2NDRE5oeW5iUmZwUFc4QlFCWDFTTVZCRkNpSS85bDhudFc4T2pOR21DR1J2d21NU1JlVEtjYmtPUElyREtIMWNzcmJLS2FBQVlPN2JXbjZVRjNMZ09BeFdqcEI3cGJkNDVUeDJ6TVhpRVZuRU9wNWx6Q1Mvc1Q3UTFydU5NcC9wUjA3V0RjVWFEVVorUVJzQkpPN05rRExjWWdSY1Y2aStCTkVBRG5CNFpTbUIrdUt1TUdRTGdYU1gxOW90dUFSV1o1Uk5GaHpzUTB4ZURHa2RONndvVHNEY292S29ZU0pEc2JibTlNbTBRcXEzNmtBalJ0aEJGb21zWUtMNHp5QTBlUC9ueDg0bmNINjljekRnR0Y4amRkN1R2T1FHeVNJd2EyVUd0VFozSFFtQU1jNXZmMmY1QjIwdllPRlA2eFVPcEVYNmNSWTFJWVdUbzRWZzJiOHNVVEV4WlBKZXZyYmdRcFo1MGJIRzRqdTczTWt0ckxwenFOaUNld2JUWW5WUVpFL1NPbTdaWDRncVZrZmQyTmRzSWxPS0s5aWtSenpSSHhmTHJqUXl4N0RJSlZLQVZ2WE1HQnB5RXBJZVdwL09vOGp2cVM4d05Eb2N5NWhRdUJWTzRRSHdpUExZQU14bWZNTE9HTUZRTFI0VkFMSDZzeUlGNzlEU0l5VUJSOUxacWJRaE9keENRbU1ZbEovTThFNDdvTkFBQ2tHRXluL0E0QUlFQTlKQWdPaE51TjQvSFh2TUg2ZTFHUkUwR2RERVgxN25UN2xRV3RCNURoRFFoV09OeSs2L2pFYmFVK0k0OFlMcWNMNTU3V00vVXFWSFI0NHJxd3BLSjJrWTNScmFqbzhvV29sdExURHJIcXNZMkplNUNrUXFtZW03aXVtMmFMbGhEaElCSmJOU3lzVjlPMU1pendHUTdkSVQrbEFKN3ZhdDJlVU1CWjV2L3J1VnpIcjBnTy8zS2dKYlZDWE94L0tGT3ptV1VXUnAvdmFqWStBUEJwM3NIQ3p6TzB2Y2NGVFJFMmNZUVlUbWU2N1pWcnJma0FBRHlhWEVLb0M3aDRybHV6UVdXVUlxL0F6Mzh1UFpVUDUwcGh1MDBxT0QwYXRUMmZ2T2J6cksrL0JSWGVKaVQ4K3VTQjFQWU9kNkJoTFhLOHhJRFpUWlZxL3pjK2pyLytia0NjTnhxNTlJdmtiV1ViakZsY2FvdUdUN01mYXNxKzZoSnA0d0xRcGRYMVBrSnhrWkJIeE5tUi9SUDNXeGswNXBDdUZRTFRwa3N1ZXcvdU5WSllsNlZWOVF0QmdRc3NLNjAxSll3VmtYeFMwbEJ2eC9HM0FHcDRUbTZ1MTdMTVE5b3NaNkVtZFJzaENFQzhKZm91ZXpHNVZXSkZ0Zm9FS3JqUkdoYVBweDA3VVBkSElvTHZoVm9hZXp6VmRXdFEwN1NlRHIzYkhhaGR5MUJNQmNVc2p0bzFMWjhUcnFGbll3WXlXZ1dTam9HVTAwUFdLd2xyVlc5QTNTa3RlcnVuWmRkUmoyZWpqZzcxQ1RrS0I4TjdIcjFTN0g4bzA0bHdxeWxId2owZHh0bGxGZHRtMnNGeWdZMy8rdWhSdy9RRXRya1o0alJRWXZ3N3h1c3N3RTdGOWMxZytNZ3lCSzY2REh3MGFMeEtVNHpCR0VPQWlKUUNPYkRNNXA1TlJHZ0hMREhQOGFmQ3Zha1ByNklpdzRaSzNJMEFMNFhTQm40R0l5YldLa1haVnk1Zi9sbHluOUR5TzdaT0FVdXZEclUyL2dOQURmY0dGLzFGNlB3SDM0Z0hUc1graC9JUnNCS1YrazJTR0IxNk4yeXJqQXAxVVVkdUQ3ZHRUem0yYTMzZGZOVFllam5Ldi9GYTV6ZFRlc3NYcjk2UzdiQnBGVjB0MnZmY1ZkWmQwbFJIZS9aZXphSzdBZzBsRE5SblF5MU5uN3JXZFNzSk5DemxTQTlleG9FL2l3ZU1jUlFFTjltRjRsVWF3Tm56SC9ESFQvVTJKcDZEejlBOER2bEZjMkRrQ1h1dXMwaFlxcjg3alVwcldjWFdtd0hwRHNHMHAzdGkxRDZQWjZPT00yWnRHeWJ4SFNmVHZPcjhCNjBuRTRKTmc1WGRJZTZLV3BFbisxb2Vpd2UvaUE3bFFZUTNEclFZQTY1Z2JaRlN4RFhBMjhNZFRZK21manFEYVV6VUtLTG5RK01MRG9PNXE4WGRUR2tuZEJxUnFOdnZETGZ1L0ZiQ2NRUHkzdUdJK1Z5RzNiWTh2WGdqb0t1cXpnT2tkRk5wNzJtYXRmcGc2L1pmVFh4RGFmWFdNbFN3SEFWMHhDMk1QSjZOT2lpdGRHalkzRnNRM0dTM2tTZzJTUXNsQjlrQUJpc05tRUV6R3QwM29hY1JNeHpDUzhMcVByYjMwZkdFbE1lelVTY2RsMGNFZGMvS3k3ekRzc1Nodm82bTgwVkZoZzNCV29FSWVhRzJuWDhmZi8rYzhzMU8zWVlsRk5FT29sMXVFQmJ0VFdkaEZQOSt3UzYreUZHZEp5R2VUNzQvUEpVUDV6Sk5yZTlxYnZ4QldZVnhNNENZMjlPK1l6eXJYZVliemxkZzl3dEZIYjN0VjF0WVNLb284ckZjS1FFSXk3cHlHam9OQVpPWXhDUW1NWWsvQ0JCWlF3Z0loQ3BWUk5lelVZZjgvRjJLUkV0djZ6aVZmTXpCeUtJUFVHTkY0ZGJHZEl4SDlGVFhyUWFGczZRR3pkMHRTVzErTlRWY0g1RCthTVI4V1p1V3Z4NUJudXhxM3ptZWpGam1yNXVyQTF1RFJIUkp1L0xzcVk1dnB4U1F3R2RvZVU3NVpXWEtaOURPbmFIbXh2SDliL0UvbE0rUUZ4RVRBeEdVdno3V2xuNXVuV1kzeTRGNGYwOWJZd0tqc05SbjVHbE1mTjVVa1lmN210TUtQNk1kN0NXQTdHeGYyMlBud1dkb1hydTZheVRDSHMrMHd4b0o2cVJEYVE5MnRUYWxyZHpIVWJLKzdrYlNzYmhuQko3MDVzL2NZcjUzNm0vNytuNDhEQUNBcUs4R1RuTWo3K2gvbDh4c1dGYXhiU2JhOEV0U3FCLzJkdXg0STNsY2QyQnJBUUhaR1dDWnhXUkhYMnRhZTBIMFZ0ZmZCZ3dxK1VWOTI5RURTVVdtbWhvdWg2d3lVOUZCeDQzeVV3aXk3V1RMbU1pa0sxaGJSRkl6T1pNYnJDajd4NzYrcTllbzJHL2tTMUlQSUdHekpjeU0zcjI3MzBrK2NKbnZLN09JNDkrWlowZnZuYmh2d3JVSk5DeFZTczNzNmRqUkNRQlFXckcxakhPVWdNQTRVNFdEcG1yTnN2SGJReTFOVHlYdWFUQlBVRlFTVVhHVUl0OCt2UCt4bE8vZUZXZ29VV1NkT2ZUY2p0ZEtxN2N1QUlrWlBSMk43YTVnYlJFb0FJbHNGZ0FQcDlQUlNFWlJrV0dEbWVLN3dvSWZjQVJiT0trMXdWVlY1eFZvbmoyMGQvY0pnQnJPOHZNZmZPLzhCejgrRy83T1NGR1JZZE5CZkk3RTZJLzY5angycGFpb3htYlRtRXNJTTl6VHNtUEVXMTIvR0VGTnNhUjFubkhiTkNuR2xtZnlPaGVaUnlSNVBZc0tmblFUQWtqT3VNV0E5UkZnQ09oS01ZaTNEQ0NNWm1iTnluRXdaNUVrdUNEUWVxTTNPWmlOd1RsWFZRR1NlZW5rd0l0cE5qTjN0Vm5GZ0MxVUNsNUlUZ2JNS2Qvc3RBbmJxbUdUL2NqajJhalQ5Sm0zVXBTZWpBZDRybUR0REFTOWloU2R1Y1F2SndUOHJvcmFKU0Q1Ykk1MFB0UzJQYVhIeU9PdkxXVElIaUFMbnVwT0l6VG5XbDgzbitsc2RWY0wvNTdiTDEyQXFyK240Nm9kVGtsRjdTSUdWRGxreVUzWHVtYkYvdnFiTkZRVjBvelVuOXlYRk96NXZqeWRLS05hTWVnMXlUUlA5ZTVPOEoxZDRETWNNK3hpalFYYTAralU4MEFBZE85SkZVN3hWSDUxSG1uaS8wRmd6VDNOUmhqaWl2bTZmZDBsSy9xdHFacSsyb3JLN21UMVhMZGZ1cVFsM3VscmZ5eWVYVWR2ZGYxdGtza3I0ZVlkYnk2cjJEYVRLKzRsRGlMYzNKaWFEUEFabXRlaFBpc0ozKzl1YmRvUHNRZG94bnhaUmxGMWloUjh3TzM2NmxCYjQ3Y203bFphTFQwU1NEanN0ckpRckhjc0dkN3Era1VBa05VVjJiL0hhMXRYRmJIbzVZbmJQWUZ0YmlCZWdraUhEdTRkbS9CWEJvMGNTOGxxYWFtWFp1c1pvd1BnQ0NxaFR2YnRNWkltVElONUE1WlhBai9UMTdselhPRElWVlhuQVFCSXRnUEVxZE9xRk1wTERwMHZBYW1POVhic2ZBT2dobWZNRTlVSWJQNm9rT09KaXNLSzJtbVpHdDZxU0J3bk81UUMwMEtIOWpXbUNCVkJ2QXJCUkFBSW94RkYrNDhrK1E0WEZkWFlpT3ZsaW1TYnEyckxEWUtybTBZR3pmRmV4V1VWMjJhQ0RUK3RGQnpvSHh4SlNoTGgrTDJHUUVyQnBLamdKQ1l4aVVuOG9hQ295TEJGdGIyemxUVUlSTWdUdHZtK21JV09hWjhDb0ZkN1duZU9WODg5bFEzTGdGUXUwMWgyVjJ2alA2Y2JkMHo0RmwzQ2tpMDliWWtDZFhQS056dG5EampYS3hKOWFMZm5BdEhJUkswbGorL0wwMEZqYTBsQ0JMbTI3MlJ6aWtqY21KMmZFcmNMU1oyYWpTMEtOUi83MWNUOU9iTUhCZUZKTlBIeTRUMDcwcTQ1eS94MXE0Q0I1OExvNllRMnZRVytCeDNjYnQwdmdiVmR5d1hLRTNqRUo0RkVkMXZqYXdDQWJudTBYSkYyeXFtTFZZSlRQMWRhMGZEb2gxKy81b1dQRjVyc2ZNMkhvK3dYYm9lcU1DSDZvM2d5d0JQWTVnYUFWU29LLzV5Y0RGZ2EyRHpWQWZ5elN0R3pQV2wwdUZ4cmEyY3dZRXNWSXdXV2RhQ243ZEdVZ0J6R0dMUExBY0JGSnYvNmdTU0d3Wnp5emM2WlZ6SURvUEJOcHk2WFNVRUh3bTA3MzRkNDI2NmloWUFLbEdDUFR4Umc5dmlNNlloV09TcDRBaENYOW85RVUxaVBuc0MyMlFyeDh4RGhmM0t0WkVDWnYyNHVJYzBQdFkxWk8zdjhSaUZEZVpNWlZTOHhqUlYzWloxNHdqMjRwQktsVEM3Z29UdG9yUUNDUWxTUXdnU0dXR0ZNSUU0ZllNUDdGNi9la3EwaFcwSmt2VnhhVmI4UUpjd2lCSWFLM3VuZVkxekw1V2tjWSswbTFoZVVVazl3cnFPS3NBU21oS2Z5cS9PQVVmYTVLeU92Z3MvUTNQWm9PUkc4Y0RiOG5aRml2NUd2ZzFnMU5HeitJRzY3bm5GallSbUErakRVOGZXelpmNjZ1VkxCalZMU2FiczlMekFpUnQ1R2dDVUFBQ0N2OTFqdyttWUlmR1JiQmhoUmpDRkExL2tOTUFhbHRLdlhtakJpeTVxL1hrZ01BU295MzNXazJLRkF6Qk1lR1MwZEdyUitlVEpKM1JYR3NubkxHWEdQQUxFL3JwWStFZE95TXRlYW12bjYwVTVqQ0taUFg0NEVabHdCZFVWRjdUUXUrVzJJbEcwS21WQmRYVjZ4OVdhdXcxcEFlcmU3N1hoSDhyaGxWZHRLR2RQdUpnWHRvVDNIVXBSWmkzeGZtWVVhM2pKNm1qKzF6Ry9kaUp4UDY0N2F4elBOeFg0alg3ZnhHcERZbnR6ZUVNZlM4czFUZFFiM1N3V2hubjEva3hCa0xsNjlKUnVjVGpkWXZJOFI1Zy9oY0Y4eVUyU3FQVnFtU0o3Uk9UQk4weGYyV3p5Y1RKMHFyS2lkaGx6Y2oxSTkzZFg2ZW1kOERLYnBGVFJrdlpxbjJlNkpXdUpZc25ydXlncWpDRGpsUnM0NERzZjNjVlUvc3Q1aThteFA4NDVRd1Vvang2bnpUeWdFaHh6aGFlbjJaUTc1YVVYbWU5MXRmRHlMNjVnamx5dVNnK0Y5Tzd1NVRkeEtVaVRRc2x3YjZ0YnBTdDNNRkJ2c2J1VnA2V1N1WU8wTUFMaWxQNks5V3VaWS9VVkprVU5IOWw0Vm9IUlgxdDBxQ2FZQlVYOS9SSHNWWXBPY0pPRXpoWHorMEw0ZDd3MDdyU0FvOW5vNnh3SjNJTG9ha1ZGUGxJLzMrM3Y4RFNzQklTUFVlandoYWVXdHJ2ZWhwZzNyb0FFcCtVRW9Kb2pvRFN6NkdDazFueEJlUE5LdXZ3Y3hKa3VXemxkQzFIYUFNWDBtQ0htMkp3MGRjUXdHczRGdEZRSXVpQXI1cXlOcDZKeU9lVXR1QndudlJBVW9STWZhUWJ6VUZaOWNscS9aT3NXaDg3dWtZdTlpdi9aQ3NuMGxUVWdJQUFFeG9rbDJ3Qjh1bGdLQUZ3QnMvOTBuOGgvQURBREkvTzgraVVsTTRxT0NvL21nWkhUd09Jd2xoY2ZYYmtWRmhpM0RNZlV2RmFyaC90RXo0NFVTMTRZNnI5Um9ya1NrUVV1MHBHT3VGdnUyekdFMjdUNndyTTRVdFhxZlQ1dVI1VmpCTk52cjVnaWQ0NGh6SW1lMDhTQ3FvR0NUblRreVBvbFNSVWVqa1gxZFNaYkJjZVNvM05zWk1Za01wL2VQYXM5TUVDak9VSHBtaVVTOHdoU29zT0N2cHp2SHNtRERiUXJZcXVIUlMvODRzYlVUb0liUHNNL1pqUURkUGEyTmFXbjJuZzBOSzRHc2taaXpFSHFDOVY4UXhNOFF3endGNWhFVU9NdlNLSnl1clhQOCtMRzFZL2NvZTNLYXcvS2lZdS8wdFl5eEVEMGJHcFlEYUoreGhQeFJzbVV6akxsTWZVb2huZXh1MDlxVHR5Mi9ZK3NVTFZPN2c0QVBjR0lmaFBjOG1rYlhBYUJrL2VZYlVYRy9sUFJpZU0vWEVzV3BmWVkyS3kvYkp3UjFBWmU2SU40Zlh5T1ZCUnFXY3FZV1NlUkRSTmJ4NUgyWnphcFFFazhRZ204NHF1MVBYbk1BQUFEeUI2U2taOEtkUmxyclF3QUF5YkJNUklaZWhuR2RDVFZmOWZObnVBMVhTakJmY0Y5WkhFUkJaK010b0hHNHF1bzhLTEVNR0h2dTRJVFcxRGpjZ2EwRlV0ZEttYzVlT2RueTdXaDJqdjN6RWlnRW5OL0NFT1lpcXNzS2FLQjd6NDVydGxoY2hjRTB1L3dqUU94R3hXYVJqQnllbUJ3cFdWOTNJOWpVR290R0RwNTU1WnVqWHJ2bEJ0SkdRdG5IVHk1ZXZTVmI1MkxWRmE3dGk2L1hQUDZHbGFpQkZtclRReVhyNjI0a2hCWENORS9vTmw0OFBQenVMNEZnYkgyR1FOZDd5d0FSWGRjSmdZOHdReURXTW9BZkRaOEIwaFFEWURqbWxzbVpzQWJDam93YkZwckEza3duNk9LdTJGYk1nRzNvYXRtZVRpRVZpdjBQNVRNZ24yTHdhbS9MN21UMVV5d0wxQWNzRkJjUFA3djdyVktmc1lDaExPcHFhL3dKeEtybmdvdHl4bEFqQVYwVEE4Wml2NUZ2WitJK0JYUTJuTWEyc016M2xWa0syVm9DMmRQZHNUTkZIWFpzd2xSM1hNWkxQem1aUDAyNU9hd0RhL1FaNkh4VVFDd1lzekcxbFloK21WNXNKeWJ3aC9ZR0FEclkyNzdqNWFUTm1KSEIzU1R4SXRQVngwT3QyNDNrN1I1L3d3b0daQjgybzVjemtGV0YyM2I4T1BVb0JzdTJpejhpQmNlNk91d3ZBdnhjZ2MvUXZFNzVWeU9YK1k5c3VjekZsQWdkM3JzN1FSM1lWV1hjSUxsWTI5M1NORUdFcjM0SmtHVWVhdDUxQXNCZ3VWUFVQUXBnNnNBbC9uZnBlOWhxMXlJcFIzZmI3bkg2ZXJHLy9pYmtORGM4YW50bVJYWERYMStPOEIrZDZHd2FyM3FYVm0wclpRcG1FZ1BXSDBudEN3TUFLRmhwNUdnZy82cXBZY0FOQUFBZ0FFbEVRVlNybFgvTlhTM3Vqa2FzWC9aMVh2V1dkZnNiUEpJcFRTZStJZFRXdURuK2VuNk93NnM0dkhHa2RlYzV6NGFHNVpaUUYzdmJVN0xBV0ZhMXJZU1FaWGUxWHJVU1hGNng5V1lneXUzcDJKRXdDWmRXYjEyZ0NCd280RDNHYVdhNGZkY3JNQ1pBdVl5QXpRQ1ViNFZhR25zZzNwNWgyYndSS2NLYUE3STRVR2JQM2wzWFZCNTJWNXZMRUxGY1J0VVAwN2h0b0t1NjRWWUdLa3BnbmMzUTdYY2ZiTjErMVNmWFoyaDJwNmdBQUZ0M2ErUFBVa2MzV01iVVkydWlWK0pNVGlSaWxPS3RQSWsvR0RRQ3dEMEE4QndBclA5UEdNOERBSzcvaEhGK0FRRHBXMmxTc1IwQVBnTUFmdzBBLy9SN3ZQOWF5QVNBREFDNHJxMmRKakdKL3pBNkRRR0ZKWkdZU2hXSFdDSENtU1UyQXJBekhObHo4WUI1ckRJTU53aWxSb21zTjQ3dC9VWktrY05UK1hBdWFyYk5aSm0vU2hlTWx1cHJidEk0MDdveVhudkhLeGQ5RXRub2MwZVBmbU5zWGVnenRGeUgzQ3hBZHBGaTd4NU5zandlZzhGV0JrV2xKY0ZVSURPbGl1NmQ2S0trcHM0bzBqak5Kc1VHUXgzcFZmMUxLbW9YS1NYWGFkejJ0NGxCdThFOFFmRkZHUkUvN240dTBRa2hEdGY2dXZsS1VuWlB1MzBmZ01HOGZ2RngwclFmNm1TNUZWRS80L3BxWmNuWERqMnpLeTNqRDJMckFHbXpWZWhjKzYzWEtaY3J4S3p1Vm1NL3hBcFlTc0tkQ3NYM2sxcGJZVXpGWHQxREtObjVLOE10QU45TVdCc1ZGUmsydTVTQmdjRm9lM2EyNDdhdTFzYjB1Z3NyTitYWWJObTFBR3BmdURXVlllQ3htOFdXd291aktoTE5ob3pDbnJiR3h5RlcyU2VrK1NMS1QrbDJOVDgwUVNEUzQ5bW9ZLzZzTFVOS2ZEK2JzOXNQdGpXbHJrVjlobGJtRkk5SUtRNzJkdXpxVGRrT0FBQTEzRnU5NU0ra1pMOGRjd3d3bUVLem1DVHJ3Um55Q3lveTlIM2RuckdZa0ZuaDl1MEo5NWZIWDF2SUdLc0V3SzZ1NXUwcDkxNWhSZTAwWUxxbnUyWDdrMk91Vkk4OElBWDdtVVRLNHFDbVdSQjVXVU5INE9LVjRaYjA1NVlJVjBBdUI2UnBUR2tSaWJDdnAzM0grQnEwSUxncGh5djBoNXNiLzcvNHVRSGh2TzcyeHFmS3l6Yzd6Vno3L3dwbkhkc1YxNVlvcmQ2NmdCVE42R3BwZXFhd29uWWF0K20rVU12MngxM1ZqNnduVUQzOUYzb0djL1RNTWVWK0FuVG16aTFaRXRqUS9YcU10WEc5QVhIU2R2Qy9CQVRnakJ1RGZSUkVCWlZpbkROQVFBQWlHaFVqbDk5VFUzQmhYM1BqOGVUM3V0Yld6Z0NkVll5YVlsZTZzVHgzR2hsb3FUc1YwZnVSZC9qK3BNM01zNkZocVFBMTB0dTh1NnRrZmQyTlhKZXJ1bHJIa2dFQUFGTWQ1bTFNTVFjb3ZOamR2bjM4QVYvc2Z5aFQ1K0krSW5ZcTNMbzk1YUZac3I3dVJ0RFJqd2p2WE1IQk5Na0NZNVp5V0d0SEl2cVR1WU5SN3NrWFFTN3g1WU14T25lcDcwdDV6SzU5Q2xFK0YyclprWHplQURGaE9nM0ZBd0Q0WnFpMU1jVkt4MXRkZjVzQ1pRZEFoeHkyL2o1cE01WlZiU3RCaG5talE5YkJ6R3puR25YK2c1UXhQSjZOT2t5WE5aSkFFeXF5RitBeHRYajFsdXhNaDFvVk1lVlBIZGs4SHhRTmhkcHRDUlhxcFFGaktnUFRSUmY2eHoxamwvbnI1Z0pUODRTeTlnTUF1UHpXR21DWXB3YmxQNTA4MEppU0RQQUdHMXdFYW1WRVJzY3IvTjdxK3NVQTZLTHo1NTUyejVoZUlZWCsxSWtKV2VMU2FtTUJVOVppQkliUklhdjExUDRkS1gyRGkxZHZ5YzdNRnBWZExVMWZkVzJvOHpKaWIwLzBMUFpVTml3bnJtN1FBZTM4MHVXdnhsOTNCV3VMVU9sYStGbDIzTFcyZGdhVE5IUFUxRk95d0tWVjlRV0tzU25oMXUzampJZWxBV09xanVaQ2s0dUVWb3dGUHNQQlNCUVNLZ3NZbTkvVjF2UU1qRnRQOGhWQTFCOXVIM05iV09CNzBBSE8vSFdXb3ZjeU9NdVFZSzBMdCt6NFlmTHh4NjlWWllPTGdHcVV4Ti8wN0d0TXFSSjRiOSt5Q0lreXRZSGhsNnpzYkorRlZnSkR3K093YmxXRU4wVnA2SHZKK3hZVkdUYkhQT3NPYzlBeGF3SWRoOVFrUStBUEZUb0FWTWIrbnlJczllL0VQUUJRQndEV3Y5TjFTSTh4KzE3OVBSTUNkZ0M0THhiSTk4WHNNMmZFNW40OTlqY0xBSElBSUR2MmR3WUE1TWYrelFTQXVRQXdId0NtQWNCaEFDaWVNSDRtQUZUOU96N0h2NGIzQVNDdFdHb1NkQURZSFV0MnpBQ0FhMWJYZmdmbUFNQXBHTE1XdVJzQTRyM2ZDd0RnYzdGN29EQjJmWVlBNERVQStGa3N1WkxDM0p2RS93d1FvWWtJUUVqY0ZheWR3WlMrZ3BFOFF5UmU2MnJkK1FIRXhPVVVpWnRJTWFrRERYZDFmQ09sYjczWS8xQW1NdnY5a3NtZjl1eDVOQ1hRTFBiWDMyUmp0Q3lpUnRyZFZ4WUhsWUxlN2oxalFmOENuK0dZYWhPVlNQUzZobnlncTZNeFpYeUFHdTZxc2x4UkNVTTZZbzVpZUxTdlpXTHZldjFObklHSGdFNzNSM2xhVytkbEZkdG1hcnIyQ2VMcXFRUFBKaFl4eXFyRjNRQjB2dXM1UndvTEZRQ2dhTU5YWm5HbEx4VVJlQm5BVUc1Ly9YckZ0QlBNRWlzVUtZa01uQWpzWk0vZUhkZTBxQ3VzcUoyR2R0MEhVdXdUbHB3dk5acmQyekt1ajRSSzUzY0RVRzkzcSszSXhQMDhubzA2bXk1dVV3aUxGS3J2cHF1OE8rYktsYURreGF4c2ZYV285ZlUwUllDWVc0UVNmNktVZWkzYzN2VEw1TzBlZjIwaG9UWUR3VHllWlhmZUUrNC85d09JcldrSm9aZ0lCNWtkbG9kYW04YlhtMFUrSXdzZFloMk5zbjl5MmxpeEpWUktJbVpPK1dabnZrUGVSNENudXR0M3Bkci94ZHBBY3RXVVZjVG81WjVXNHl6VTFIRHZnUFV4Ukg2V21DaFcwbndDV1dhdUlwclowN1k5SVdndjl0ZmZSQnlyU2VIcm9iWkVjVWlJRi9CczVncG1XbnZHN0JCbENWaHdUT29qVEpPMm15U0oxM1Nlc1VHWTh1VzBySVlrZUNzYlhNRGdjeURWMDRUV2xlNjJIUk1LU3pWOGlzcGRwVUMxd25pd3p3dkM3VTFQTGZQWHpiVTB2aUxjdkwzcDZ2WDdZaFludHRUVXhVdEZ2aTltWmRydFpXcGtzSzJzd3JoSmdJTFJkN1RUakhNN0VGQk1YVjYzckpIK045dDJwbVhQWEJjZ29vbmE4dGNiUHJJSkFTQnlqbDFZcEkvQ25Ld3BZc1J3N0ZZZ2RVblM2TWdBWFU1cnM4ZXo5UDhsRmYxOFl1VitJaWhpZnBJeHhvYUh6SmJqUjcrZXdDNG84aG41cU1UY251d1RiWjdLaDNOUjU4V21IQmsvanJlNjRYNGcvaGFSb0N2YXBRU3JPaHR6L2pHQ090OFZZU21MMzJYK3Vya2FvRWN4Y0l5T2F2dE9kcWIyOUN1bktBWkx0Qi90MUVlODFmbnJDT0R3UkhvU3o4aitIQW4xWHRlb2ZzMU1ZNlpEM3F1QXpKR0k5dE1VS3hsL2c0ZEFDUUtLYWxLTWRyMllxSTdyV2w4M0R6U1dlN0NGZFhnQyt2MlJRYk1salEwaTBJejhPNEhJTG1UazhYZ3ZYR2FtN1RacHloNm5zbERvYk5HbGlOYWVYSVYzb2xpRHpIYXdLemFtcC9MaGVhanhNbE9NdFBhMVB6YnM4ZGNXTXM1V0tLSmY5YnlZcXR4YkVteHdBZEdmS2xTTmNlMEIxNGE2K1lnd3Qrdlp4aWRjL3JwMUpQR3QzZ2wwcytWcnRrN2hKQ3Vsb3ZlSGg2TXZ4R2xVeWNqT3R0M09MUG04MTc5dG1SU1FRUmZQamJkb2VJTzFxeVdCQXVCQ2tIazRGTk9hOEZRMkxFZmljMGRPdjdabitacGJjbm1tZnM5d2hEOSt0Tk5Jb1BRdENXeWJyU0VzN0k5Y3RUNWE0RE1jRHFidU01bDZJdGxkWW9wVGZnb0ZuTkU0SHpuWTNyZ1hZaE1uUjYwYU5TVGlmSXhONE5tb1Q3ZmxmOHdFN1ZWZGpqSmdla0g0d29XMHlyY0FBSzZnVVVRa3Fwa2xmdFcxZDNmS3dxb2d1TWxPMHJia2c0SGh0dnk4ekUrYnBuajZTUHZWNzhIdGIvQXdVRFVqcEgwdGpZVWdaczRWNnhUQnpLRVAzL2doQW54aDdGVWdwbUNTSWZDSENYOHNDSlFBOFBQLzVMRS9EZ0JwRjREL0NuNEFBSi85Tjd6L2JnQ1lFa3NHdkFJQXMyTEI5cjhIVjJLSmhRSUFpQy8wWmdQQXIvNlYvZjQ5K0UzczNIOFhxZ0hnV3dDdytEOTRyRCtQSlFQT1RQaE84Z0RnalRScnBEd0FXQjM3OTJleFpFamFlWG9TSDIwUXhKNzd5QnhNOHRYRVlGU1JPaFZ1MzNVRXhsdnRyQXBFZHBJSk03dHI3KzVrTmlNQUFHak0rY2NLMUlXZXpCTXBBYlZyZmQxOFJGZ3NMMXhvczArYlVVcWdUb1gyN0J4dko1anVFT3VCYUlwa0t0elRrajZnTHF1NFpiNWt6TWxBNWloaS9lR1d4amZqMnp5QmJiT1JnUWNJYWNnU0IwNTFOcVV0SmpoMHZrVUo5ZDN1MXNRMlFXOTEzUU9TV0ZZazB2OVRnSDlJU1dBV1Z0Uk95MUNhYjVTZy9iVk80N0s3dXVGQmFmR1hPY3FaQ0hnQnBjWVVpcXhRNjQ1clZMNWpqRkRRM1NURnkxRUJ5bTZqMmIwdHg4ZXQrdHlCK2djSnlIN3V5c2h6eWRWL09YWDZVa1J3V2FqOXVLK2xLV1hONWRwUXR3NU5tVTBjWUdqUWFrMTBpWm93RGxsM0tNQ1JEODFVMTRiU3F2cUZpc0VpRzdKdVMybkxCRVVlaC9CM3JJS1ZSbzd1a0hjVHdpRkNtdEhkMHBTUWJNaDBtQ3N0VUVkMU8zZ2w0WVdlZlUwcHJZMzV1ZG5yR0ZBazFKSmEvSW9qRC9LS0VHbW9xN254TUFCQTJlQVNuMUR5UFdUQ3laQy9UUjlldm9EVFoyMWd3a29vc2kxZjg1ZFROQUkvRUwwYmFrc3JjQW5PZWRZRHBtUXY5TzF0dWxoVStmQThrSEs2NHJhM05YS1UwYWkxSHpMMGRVekpWNVBiWnRQQlcxMi9HQkR1bFVMOUVEbE1HOENCaEZab1QyQmh0V0R5N1o2V1hSOTRQQnQxQksyWWM2Mnp5UGVWV1RaR1JhWVlTYkF4ZE5qek5qRE5GanI4ckhISkhkajJTUUI0d2JMaHFJMkp1d1pSKy9uSm80WTVmZkZpTzQ0bjFza1VveCtldnA2RjVnbEFYci9wZ0k5eVFpRGVNa0R3a1pEOElvMk45UXNBQUlFYXRVWUdoOTlMVWtXSG1ocnV2Yks0WGtyeFVrLzd6blM2QXVnSzFGY2dnOUt1bHFhVVZnS1BaNlBPSExMeS9TdkR2NEJzQU1YdGxacVVCMk5CYjB6ZFZoNGhUZ1VTUmU5VjNRQ0R1UVB5WGtLYUVtclo4WjNrY2NleXA4b3RTUmIydE96WW5YSldQa05EcC9DWk12SkMzNTdIcnF6WVVMdElLUTdobHFhM3hqL1g4T0l2QUlGcEd4eDVHbDc1WnBxS2F3MHZxeTc4RTZVVUVlb3ZKUWVsSmV2cmJrU2lhUkwwRXd3c1YxZkhqb1JGYUVGd2t4MklsVjk0L2ZTdnl3THpOcUVRUDBtblR1K3BiRmhPQkFYWWYrNmJmZUh2V0ZCVHc5MERoWitRMXRCTDFOOS9HVzVjOE9XZWxzYnRpWHVOWFIvTEVyMkhZaTRKcFQ0amp6VGxHVDNGZm52MDZHTm1ZVVh0Tk9DOFFWbXdPN3luNmMzazQ1WjhyTzVHWGVJblFxMk4vMi84dGFJaXc4YVZMQitPWEh6R0hheTdsVUJoYjh1dThRckFUUDlEbVE2bWIxTWtPeFV6dTQ2LzlGaHFNcUNtaG5zSEZ6OG9HZTFCempLUXNYVTlyWTMvRU45Y0ZtaFlLcFZnQ0lJaDJjK0YyM2FmZ3FzcXZndkNMY1p2UFo2Tk9tYm85NFJhRzFPK2UwL2x3N2tNOGJOZHJVMFR2bmVEemNoUUQzUTFmL0JkZ0lTRUMzb0NqMndRbGp5Qm5OMXdzUFhZV0ViYVoyamNJVDhEUkZJTVh2cFp6NHZmSGdFQThNeVlzUkl0MGYzaDRQREYvT3lNU3Ftc0YxSWREY1pRN0g4b2t5dkxMeFY3T2J3M3BVVUd3R2RvVTFCOFlWREtuOHpPeWI3L0VyQW5UKzY5V3Vrb0RocHpHS2pQZHJXYzJKeHVVVkRtcjV0REFENkk2dCtLV0pmem5ib09NQ1loUUl5eFNZYkEvMXhrQU1BTjE5ajJtZGpmN2xqbFBPZjNHRzhJQUg2ZkNrVXdWcG4rdCtMZkd2eCtNZlkzMld2YkFvRFcyUG5HLzVrQThIQXNBZkxKV0xYOTRvUy82WDRIa2QremtnOEFzREwyOTdYWThYNFhVcGh6TWVnQWNBY0FiQUdBOHQvenVMOExXaXl3QndENDU5aG5qNy9PQU9EWHNXVFFNUUJ3eEs3L2wySXNpZVVBOE5QL3BGYVNTVngzVUNZQUE0WXNSM0g1RWlnb0dYaHJhQ3l3OVJuYVRLZDQwR1RpQ2J2RThtRTU4RUxxL2diemJyRCttQ1E1dzIxcHFzNlZEK2VpaGt2MUs4UFBEZWZmTUUxVElxZTdMYzdPTTVpNzJyb0xwSlNrOFhNOUxidlNKZ05LZlYvS0k4MFcxTGc4QUpMRHdRbE9WR05PUG1vVkFNMGF2VEwwK0xGWFVwTGdZNVQyTFB0ZlJpM3I3NVBhSTlIdHI3K0RBQlowdDIxUHkxU2RVNzdabWFYcGF5N2pwVitkYkoxbWxWWFhmL3hVaEQ4MTMyWXVJRVFTSmd4cGRuNXJ1R1hYazllK3hnYlRVYTFBd2Q2a3kvMzl6dnhabnh3ZVpiK0p6ZEhvOVcrckJJSWxvYllkVzVMM0xBaHVzbXZBUHk5Qi9OKytscVl6eWR0THE3YVZNc216Z1FNb3hYcU92N1F6VFRIRllHVitxMFlwekpNMmV2cFVXNkx0OTdLS2JUTVp3dUx1VnUyWnNvRHdjNkxYdXRzZkcxN2dlOUNSNTVSM2Q0M3luNVE1eEI5ZFJtM1BWY1pYRFMrclhueVhZdmlHblhBV0tUQzcyeHRUV2kyS2ZGK1p4VW11dk1RRzBqaFFYZjJNaExBazFETFdudUFLMWhZSklDR1JjVHVCN0dyVDNpaTdZK2FuTEdudTc5MjdlN3hWWlU3NVpxY3RPN3VPQ0Y0U2FpUkZVeUh1WnFXazF0SFhZWnk5MmZOd2JvYXUvNGtwSS85c1kyeGRxS1hwS1crZ2JvV1NlTFJyVDJvaUl4bmw1WnVkQXVrK29mQm5tczd1NzJwdXJQMy8yWHZ6OERhdTgycjhmZStkR1lBN0pWTDdMbEVTUllrYlFFcWlKZG13U0lHRUxDOXh3cVJ0M01UOWtxcE4rcW1OV3NkYVNMcnpFMG5KU1p6RXJiOXUrWm9tYWRJa3J1TnN0cmxMbG0zSml3aUFGTFhZV3V6SXRpeHJGOFVWd054NzM5OGZBQ2hpa2VNNDdsZXBqODd6OENFNWd4a01Cc0RNdmVjOTd6bmpWcVBEVTM4bldYU3BwMzNuVVhDWkd0cmxuNFRVNkM5RkNGTlRiYlpQZXR1YXhxdDlzYng2YXpVUkhPMU9QZkoydWVlUlAzMi9mL0JIcDE4eGdvNmFsTThGaDZ5Zm45elhsQ1RsZ0lneGNVTkw4Z0hoaGo2K201Z1FpSm9ra1FKa055d2pGQVVwWXNqQzNCQkRER2hXS09hRDRYUnUxUEhxNUhzVndqczk3VHVUVnRDZDdtMkxFYUhVQ3RJMzR0ZXQ4SmlaRW9RYmtIZHB0aXh5REtaVWNhQTNvdm01cFo1dFM1UmdISkhtZ3NSM2V6dkNFOE53djFlb0VvRFA5YlkySmJpL0Zya2ZTcE5LM1VsQWt5dzU5TDJFWTZyYWtvVW9WcUdrMS9vNkhqdGY1SHA0cGlDMkdIVnROd0RRWEpkcHp4MFU3bkR6akhqU20wUjJsSmUzeVphVmwxbE9wTklCV0xlL1BiWi92Y1JsWm5OZGxZQ2tkeGlxZGY1V1BVYnVYYjdlbktxa1hHdlJhRmZ1b3VscmxNUmYrSktZRlRxcXQrWUIwSDBvclIvNGZOK3g1cnBNZTg2QXFnQ21mSUdnUHBBeGZVNGxBeDdqNnU5MGJ0VFZKRm5HQVg3akgrdGRNeGthb1FxdTBIdjA2STVRaWN2TTFqWHhvQVI2d3AvVUY4RmttcENmSkVGak44WlN6N1pKbkdSbFNJM3VzZGx5Rm1pRVdRZmFtc2RZY1dmVmxpemt4cjBLYUQ5bmRNTFhrdWdLTzlmMW9IM2kwTXpiU0duN1dRQ0dwVTJVK2NlUkFTWHI2aGRLb2lrRVREQ09kbCtyK1JKRUJncTZwb29rV0s4Q0FLaWNTUldjVVlLY2JYbmx0aHpGZFZkMzI0NFlNcUJzbmF3UVFmRmFIQmtBanFyNmZFVEs0QXpTQlkxR0RJMU1WbWFvT3dGaEtLVGcrYjZYbnJnQUFGQmUwMUFPU3JHQmdMb3dOVFBETFpBZDdPMW92aHAvREJCeDZDVVVuMEhHM3JRUERDWWtSUlM1SDBvem1MaERTdkZjaHFFdmt5cjAwc25XUjhkdUdDdFdtSmtFNGhQQ2duOUtSZ2FVMUpoekFlUmZTQlRmNjluYmRIRlczcktzNkRvRVJOUU1QZGx4M2NML0NLd0ZnR2QreTJQS0k5WGlENE1QVTltR1NPdEE5WWZjNTNoTS9oMGV1eElBYm8vMC9NZWJrQTRBd0QxeHk3UUlJY0FBSUdFQ2N4MmNqanpQaDBIMFB2M0ZTTXZENzRwRkVaWER4TWovSXRMQzhQdDRNdHdUSVlRRUFQenJ1T1dqQUhCYkVyTGpaUUQ0TVFCNEFXQVpBTndaTVo0OEFyZndQd29ZOFk0aEpZYVIrQnBwMFdzblR6NFJ6UE5zc21YTDBPMEJpYy9xd0ZhaUpkNUlOTXFyNVU2UHFDVENiRjk3MDkvRjc3dWdvTllBemxlakpWNGZ6c2pLc0pNcUR3V0huZ2Q0WElITDFCeUdMT2FNNlFxUmZLMzdrc3I4aTlmV3pkQjB2dEt5NUM4TnBQd3JyRCttUXB3Nnl5b2hoQmxTWU91UkpHUUFBQURsVHZtRVV2VEdvZDMyVStPWE82cnFWakNFT1NFVitQdnJuWi9jdExRVlFxbWpKOXVmQ0piVjFMdENaQjJiazRJTEFiU3BBT280TjdDaXUzWEhkU3ZmNE55b2wrY0c3Z0RVcndhQ2dTdTJ5WlB2RllJOUh5MEdGVmR1VzRpY0YxK0Ivb2I0VGN2WGYzV3FVaWwvU1ZJOU16NjlLb3F3OGdKbklpcW1PSnpvZVc3SG1makhPSjBiZFRreHVCeEFtd2NxOU56Qlo3OFdVd1dmNnpMdGRrTTVBbEllTEhPclNvbmFHWCs3K1M0QXdDVGJ6TlVrcGQ5aHAzdVVzTHdudThJVDFJSUMwN0RQa2lzVThWTlN3U0FoVGZKM05DVzhmK1hWRFVzSmFkUFZnRllmcjdZZE83N3E3ZE1RdU9mTU9mNVRpSkEvcVBoc0JBeHlwbks2QTNwSHFkdGFyWVIrdExlOWNlejlXMXB0VGt4QjlRbEZjcjlRd2YxSkVpR3dkTDNsNEJhOTFkMXBubkZXYmNsaTNLZ2VIZzE4TjlVd2lvT0RZbmVSdTM0ZUVNc0tuR0hYVlhaRVVlQXkweTI3K0N3QW50Skk1VnNqZWd6QlVlWTJseW9sTFg5WDA2dE9wNWxLZHJYR3NzUmUzYkJuNkRhVzcyM2ZFVWNHTkJSSWdHRzhkTzZZRTVmY0RocmJmZnFWYndlYzFkdExrZkRvK0VMZnpLbVYrWU9YZTZjck1RSndNOFFPUnRvYmJsVGNyQ2tEQ0lTMjhCODM5Z2NnQ3NZVUR6c0lBQUJnSUtEcE1STVR5cG04UmlGTU9EOHduUFFDV3VyWk5nbVk5bG1Mc09YZ251YVlpMXRlM2lhYkpVV1p4ZWtWZGU3TXBVbXAxbkxMVWllNnc5RXZVRjdkc0ZSVGZEWXlVRXFLYytQWnlrSTNMQUxHNXVzRFEwL0VTMjBxS2phbkdEemxrd0F5VXlwNjRmRHV2NHVabE02czJKeWl1RjVPVFBWMGR6Uy9XNzdlbktycmVrVmdWSC9lOTR3NUFnQXcwU1pjQUd5YUZWUy82R2xObE5FREFFekl5eTRpd2lWSTRQZU5ZN2lqeDZEWjVhZVpZSzhUcHhuRGV1Q240Nlg4SlM0eld4RVVnUXc5WnlOOWlhWFIyd251c0FCUVhtbk81OHo0YTR0cDM0dEc0K1hZVklWVTZyU3Z0ZW5OakRSdEpWcmljRUsrNm9RSitRQUEzVzJOWXhMMU1vOThFQVFlalpJdG1pSHZKNFRYL2EzSkhWakxQUFFQRnNsOXZxNnc1S3Z3cnEwVGtOQkJJdFNLVXMvbVNCTU90TzFvSDc4TjZ2bzZoY1JCcWRjT3RNU2I2SVF4VVp0UlFpRFAranJNTjVoZDNHNXBZdXpjbGE4elMzVE9aZ1BnVmNaQStWcWJ4bGppMUZueXl5UGFhRTlQNjY0TFpaNkdWUXhZMEp0eExJYUVjVG8zNmtwanEwZUJQVDkrZVhHMVZTWjFGZXlaZURLbWdsZmdNdE01QnpjQURad2ZIUGwxOUNaVXZrNnVBUWJ6TFFXdjlVWGFSNXllZXJkVWxucC9jS1E3STlPb1JzNWU2MjB6WXdZa1VTeXQyRHdSN2VKZVFCeFdHdHY5U2lLaGhCcnFEbEx5TFViR1FnSGlnci9kSG1NRUtTYkliVkxpQVgrWGxsQjFMSENaVXptb2pVRkYveGl0d21pNkZGRTNXQUpRMHBJanlZN3RGdjVIWVRBeXFZdit2SDJkNWRGcnk4QjFsbjlZYkl4STczL1hudzg3VVFjQTJCcjUvVzBBK0RDZllSR3ArT01ObXFxUU9ZNE1lQkVBbHYrTzV5TVp2aFQ1L1F3QWpMK3ZEbitBOGlFWVo4NjQ5UGM4aGx1NEFVR0NXUUFBaUZvR1dPcGtWRGFkcWRLWFMrVG5iUXJtTU1MQjdqampZUUNBVWsvZVlnQllQRHFxSlJSUkFBQlNaeTM2RElFNk5oQlFGd3ltS21XQXZSUTJpd01vVFFrdTRraEZJR2xnTkYxckFkaWJvTXpKODJ6SzVBWmZOam93K0R3MzJEb2xwSGQ4VXBSemZVTWhNTFljQ1Y3dDdkUVNGSXNBQU9YckdoNUFnRXgyK1h4WHpKaHFYZjFDcG1GMWlMU25yaGN2NkhEWGIyQk1EUFoyTnAwc3IybDR3R0x5RENmRFRxVFNTSWxlSmRraXVuRHVnM3hYc0RSMzhoMUU3T3lGQUQ5a1pHamxJUWk5MnROcGpuMEhEVjM3WTR1c241Mk1VOUtXdUw2U3JhUjlBeWw0eGRkNUxLRXZIcUNXYzRQZnhnRHNTc0FKLzNPSmFVa0FBQ0ozeWlMTzJaMkE4RXd5bzhjY3U5eG9CV1dmQWJnUW1IckgzMmIyQVFDVTF0VGZRMUpjVXNEbWNrWGQ0Nk9XOWVtQnBRUXc0R3MvY2xCWGFvV1FnWVJyU09uYXVqa0s0Uk5XaUJxUFh5ZFJZR20xT1JHUmxZcFIvdk16UG5Oa3JzdTA2MGJhSDNHaUFVUkYzcmFtbHRLVTRDSkVSYjUyODFvMHBYT2piZ05aQlVpV1VQcitaUEdDanBydGhTaFp5dkI3eGxHb3JlV2s2MDRoeE9GVW03RXVCTVpCZTZiZHBtdGFSVDlucnlVelBCK1BnZ0xUc052bHB3aklSZ292Z2E1M2owOFVXRnF4ZVNLUm1INDV5THNCQVBra1djeVVlSThSQ3lwaWM4OE5ETWFRSlhtZVRSbUthT0g1Z1NFdm41UzdsZ0dkNzM0T1RxM3dtQmxBYlBiRm9ENldhdWFzYWloVXFPVW9PWHJ0dWkxdWJEODVnbHVtZ3Y4RnlEUENVVERoK2ZYTllDcEl4QmhEd2tpeWVZanp3TmdGdU9qTytzWEk4QzRJak94S1p0d3gxMlhhR2FnNkNhSC9PTmorYUVJbHdyWWdOUjlKRGg5OGR0ZDdaWjZHVWhCS1JPVmZ4V3ZyWmtpQXBZSzB2UVpYVHV5L1BEWnByYWpZbkJKaXRHVndNUFNYeCtLZnQ3YVdXME5wZHltaUlhYlV1ZDdPWFhFVk1wTk55VlFyT1dmdkhHZ3gzNS91TkZOSnFoVkRJMWJic2YzTlEyR0Rrb2JicEZTTEVHajNkWHFRMEZHenZWQVJGQVBCbTkwZENXWjJhR1ZtcktjTFozOEVreVl2SjB1K2M2eDlmQTk5TGRjTVZZRlNIbGFhVmdpbzRHQ1N5ZlBpVlE5bmtDRy9FSktqWHczZjRFeTJ2RWF0STZETHZzNm1rNlh1dXRzVmgwRi9SK3lOUGMrenlZYkF5M3RhRzc4WElVdXd6UDFJVlhCd2NPK2hmZDkrR3dDd1pOMDJEekhJOXJVMS9Wdjg4d0xVOHJMcS9DOHBTL3lncnl1YUoyd3lJeVRLbFU1dkJNNmtqS2JPa1N1OW8vekg0N2NwWDcvNGN5UndWRXF4LytEdVhVbjdmY3VydHl3bHhpZDQwNDkzbDlYVS85bW9vcGJEYldIbXRNaGRQMCtBbFJsOFIzOHBkWTY0cHg4R25vayt0Nk5HM1RzaWdqOC8ydjZOczA3M3RueEZNTS9mY2Mxd0VpQXNoMlFwNG90QkdYajZTRWZ6V0dYQlVWVy9oQkhNOXJZMC9Teis4V2twMWw4cmd0ZEJpUDNSejNEWlhlWXlwVVFSU0hyM1lFZlRFWWdNVkZDcWZsL0hvejVuVmQxcURBbC9kNlFOSTluNVM4bE9XMHZBVXYydE81NUk5b2lDcWkyekdQSU1BcVlwS2EvMGRJeXJGdFRXOHJLaHhWdWx4QmQ3T25ZazNKaG5WbXhPU2JHSnowakFYL1NOODdvSUJwRU1BeVFBTUliTTBES21mQlJwOXkzY1hIZ1JBRGFNKzc4R0FGb0JZRTljeFg5RFpQTFlDUUNmR3JmOHZ0K3hsLzZwY2ZMMDN3VzJEL200MGtqMSt5b0F4SnV2ZmhDR0l0SjQydzNZakRjQ0FOOERnSDhEZ0dnMTlLN2ZZMzk1QUZBWitUdStwZUszWVR5QmVVTVA4bTdobzRHeHNJZUFJZ0wvN3AxOTRaWTRzeFFZcEhCcG5WSWFMUEsxTlNkNGk0UjlmL2hmRGxteTdvMjlUZkd0TWVpb2JsZ2RDZ1VQOUQyZitwYkRMVno5eUo0N3VkZU0rUHI4N1d5bXBFZVFPaG84YmV4Sk9pRnptVnFXc0txRmxDL2JzOUlmQUJINmdTOWkzQXhSODJkRkc1RGhtOTN0elFtS09nREFzcHA2anlLYzUydmYwVGgreGVKVkQwL1hOR2owdGpiOXdYVk9DenJYTnl3WFVwMC8yRzd2S2F1dXV5Y3dkUEU1dXkxcmd1UTg2eXIyNzg4VTZYZGRoZUR1dDY3VC9nZmhvc0I4S2RSRmIrZk93dzVQM1VvRjZ2Ull2S0J6bzQ2VHAveXJVdkx2ZXRzZmpTOFVNTTJlNWxHSW8vNzAxMXNTRkg4dVV5dFBWVjhWaXZhaUl2SjNOU2NsQXdwY1pyb0I0bzhscWVlNjI1dmp4dFFtSzY4Ujl3V0dyQi9xV2RwVWxCVHl0alVmaTR4WDNaWWxEak9Pa3hDMGs5MGQ1cGljdnJqU1hHUmpNT05BRU5xY252eTY0ZEdMM3pxNjl4OWpDQlduYzZPT0JqNElTajU5Y00vTzYvWGxZd3FGbk5MQ0krSEp0Y2x5YmZMVGdXSDVFMXVHVmpueXR2WnJwM09qanBJWFhBeHAxM3hvYW1tbTZJd0FBQ0FBU1VSQlZHczVINWp5ZWNIVUtKUDRVbCtIbVVBR09EMzFDMUJSc2JlOThZY0FnTTVaMjExS29VVGQ1dkMybVQrY1diRTVaWEptMmdQKzlxYi9lNzMzYmp4U1pxbDFDRFJIS2Zrc0I3QjFQN2RqYkF6dGRHN1VNVHZ0cjcydFRRMEFRSVdWVytlTGlNK0ZibWRydTF0MnhKSmxMbFBMSXV1QkFBNy9kR3BHeXVxUWhITzluWTFIQUV5bVNONC9HZ3EyUlQwd0hIZlZMd0dRdWU4ZjdOcVhscU4vSG05Z283NVlrSUpZaWNBTk5YZTlLUW1CM01YY0lJd0k4QkZ2NkZ6SEtJaUlRZFJlRWpHb2pkb2tSQ1ByTk5nQWd2MmRiKzgzRTlqQ21SV2JVM0xzMXFkSnd1N2Vqc1RlYWFkN1d6NGdXK1JyYi81WmFVMURCU3BLNis1bzdvTElqVW0zOFNJSjF2TzZwRldrMUd1K3lFVzYzRjAzU3lEK2hRb0pNNWxSblhOd1VZVWtTZ0d1disxdGE0cVJrK2ZsYmJKbDU0a0tCQnc2MEdJZUJ3Q1lQa2tzdHdoUEh0di85VUdvcmVYbHd3c0xDZWcyenZUdTdqWXptWndTSFZYMStVaTRqSWpPQ2dnY0JuZ3M1cjBzWFYvblZJSk9xWWs1cFFpSzkreStOdG1iNjNyUW5tdE12MU9RZUo4em1FU0tHZDBkdTVKSzY5SXo5UHN0cFg3VjEvSFlzTk81VWFjSmxqTUU3SEp2VzZPM3pOTlFRa0IyWDJ0VFRBL2dzc3J0VSt3SzNTRUtQaG45MHBaNUdrcEVLTlIvYU4rM2Z3TUE0S2h1V0kxTWxma1NQQWVpNzgzaXV3SHhValM3TlN3MVZHdEo0ZWtnQklOcE0rRVR3NlA2ejJHdkthS3ZhWUl4WXprb1JjRFkyWU1keVpVQnBkVU54Ukp4L2dCY2FTbnRYK2hTQkM4ZTdncXJGWXJYMXMzZ0hPWWg0TnRwTTYzYUFKTXRKNThMTSt6TzZsQ0prdmp1MGE2dnZWTzh0bTRHQWViNTIyTEpnQUtYbVo2U0ltNGJsZlRzNFhIc3NyTnF5MnpVMlZ4djY0NFlNbUJteGVhVXFUWnJQUkcrWjZIMlNsOVhXUFpmNURGbmdwSXVSbXF3dStQRU14Q3BQSUNVdWYxczhHVkhqVmtFcFBUdWRqMnBNZ0FBb05TOXhFMUVzNGN0SzJucVFFbU5PWmN4ZFNkSmNSQkk2djZ1WFdPVC9uQUxUczY5aFBpYm5vNGRTVnB3YXZuVXpKUmFBRHJOTDV5UGtjV2xwTS9NbEtIekJBQ2dTSVdzNFFzSmFRYTNjQXUvSjc3L0VXWG1ENHpyeGY4Z1BCNnA5SHNqYW9ZUGl3RUF5STJrQnlRMU1QMXZ4TkdJNi8vSGhUK1BuS00zQWFEcmQ5eDI3cmkvazdxdjM4TE5EUUlNWWJqdFYwTFlORzBSb0pyU2YrTEtudXo1R2JjUFc1UXczaWhlV3pkRE05ai90aXp4clRlU3RDMlcxZFF2VWdUUVI2bHZPdHl5RkRVY1B0bGlodlBXcTdiTUJpWTJFUEdqRWdLK28wZDNKcEFCQmE0dnA2ZmF4ZTJnNkhYZFlBc3RTN1FkM0gyTkRKaFpzVGxGcytIOUNQaGVkMHV5V0YyQXNQUWFGbzRFMmJmSEwxOWV1UzFINmZ3elFTYStsR3c3Q0xkZExtQUU5b1B0eC9jNXF2TldoUWpmMU5PbTVFZ1FlZEt5RG1WckV6WVFGeSsvMWY2MXBPMS9FRFdmSTFqQUwxL3NkTG9iVmlCaWhyY2xQRVp5T3MxVW1DUWZCRUZQK2pwMyttTzNyT1VPOTJJUEFVN1NRdFovUktQcHhsN1gzV1lxV2FFMXdxS1hrV1BtZ0o2WWhBVmo3NUg0bkZTMFB4Q3lKUm85cnJNY2l1aVVZYmRsa0tUWmxoclpCNUh4bnhUcWttSFQwMGpKYkgrYk9VYTJPR3EyRnpHeUZwNFpHR2x4WktaVldSRDZ0L2cya3NLN3RrNUFhVHlvUUIzeWQrdzhIUCs4WS90eTE5OHBHUGIzUmxLVW5HNVpUb3JPNnFuR2VqRTY4RnpHbkd5N2drbDNzNURxT3JVMzdIbmd2TnRNVllPaENnR0VoSEJzdkpsM0ZFV3VoMmVDWXZuZTloMC9ETC9PT2lmamFHTkFFRlRRQVdDeWFSbFd1WkpXZTVMRFNqek9tdTFGQUZRS0FOME10SG5kSGRjS1JZV3J0MDVnNmRxZFYwRDdPZ0JRZWVYVytXRFQ3cEFoZUpVeG1CVlBCc3lzMkp3eTFWQXVJYkV6RlZKbUErZjl2VzJOdmVIM1hOd2hRZm1qY1p2TDNmWHpsSVFwSVJVNkVMNSszL2dGNFhHNG9lZXJOMlhMZ0gxWTA0R0lBd0FRM1J5eGc4U1FqM1dQRUlRR3RXSGxkSm01aU9TeExQRjBNcGs3QU1EVTdMUzdBQUFHK0VDQ01VaVJ1MzRlSUM2NGlnTy9MbDF2T3NteVJIZDcwOWpBeHBiR04wZ1JPTWhCdTF2am10Y1h5ZVpjV3IxNUlqSCtLU2xEUCtqWjA1d3cyVmxlODBnMUV1UUE0UHM5SXhEbm5HdXlqUG1aSzBDcGk5MXRqZDBBQU9XZWJYY29wTURCZHY0NkFFQkovK0w1SU5rZFNzSWhiNXY1UXJMWFZieTJianJYV1I1SHlrQlV2bmhwazdOcVN5R1FTaE1nZzR6eGpKNjJFOWN1N3JXMWZGTEtyQlhBMkZ1YzVHVkphUGQzYUVrdi9rNTN3ME5NNE9EQnpPTStBQUNjTUdVWmNncjF0alY2aTl6bUpDbEVwcTgxVm5aVzRqS3pEVjByR1FnR1dxT1N1UldlYlFXa1pQYVFNZHdIQUJTT0NsVEY1L3BIRXZ3Y0FBREtxaCs1bDVCbURnNEdubzBlYzRiS1dpTkluUXh3L2w0SzJZcVVFbTNqelJPejdWTUxPV0loSVQvaGJXdEtldDZjVlg4N0cxRG0rdHQyL0NJYnNnc0k0SksvS3l5SkszZlh6ZEoxdmxLUmVFdEp0VWlGOVBab0FrRFI3US9OWThBbURtb0Rod0FBZEFPZEdOSVNXaHhzaHVVUXFKMDZIR21IZ0lnc2pHbDZHVm5CZUJkbG5KeHBMME5rTTBhWTlseGZxem5HOEdzZ1BBcndnbloxOUVtQXA2U2pxbjZKaGl6UG90Q0JDU0pqQ1lDYWR2WE5LeS9ISnpsRVVWcnpTQ1ZIV3M4Q2dSOG5HMWc1cTdkUFF4VmFvaXpXQTRpcG82ZGpiK3dxZC9JZHdIaU9SYU5KM1hYTFBQbWZCY2Exc3dNakxiNXhsWXdWSGpNelBXZUJHekJjSFVJQ0tTbVFWRFo1Qzdmd0laQWZVUlZFZjQ0RHdHWUFlRDVTWmY1ZGY3NFQyWDVSM0g2enhqM25weUxlQVI4RlVSSWc0Mk40N1RjeWJBRHdZT1R2Zi9rZEt6WFpBQkExaDIwQmdBVEorQzNjL0VBU0VhaythU1d1cjJRTHBXYWY3Ui9jbXpFblo0RkNIbmhqOThuKzhZOWZ2T3JoRE4zQVQwc3BuajI0TzVITUwzZlh6U0lGU3dMQlN6M2xPaXhUSUNlT251STlBRUFscnE5a0l6TnVRNFRCRUxDRThSQkU3cXNwdHV4eUllRUVnQUZBTkhKd3R5Mm0xVzl5Um1vVktUWjB0bjhvYVNySzBncHpJakwrU2VEYWsvSEd6YVJyZjZwQTdZNVBEWXBpa2N2TTFkQW9IQmdJK3N0cThtdVI0QUpKTlVJZzVoS1RQc09nZkdteFYzd2ZrQUh2dUt0K2lTS1lkL2JxOFBPVU02VklFYVo3VzlqWStBc25DaGNSWFBSMmFtMEoyM29XMzhFNWN3VXQrZVNCSkdNQ1pjbGlUVEVkT1pzb1ZHaGZmS3NCUlB5SXVNNVdJYkRMMW9qY0YzOE9TcXNiaWpuSGRJbnFNbXBpRllyZ3EzMGRqdzA3cTdjN2xJSjB4a2doNGN6QU84YnowV3RHNmRxNk9acGl1ZDcyNXFlblpOaUxpTWwzb21xSHNlZTkyMHpWbGZFcHBlQU1YamgvWGM4YWg2ZHVKVWRndlpFVzFaSjE5UXVSMHl6RndUNGlyYmJRK2V3UkM2dzdSaVc4K05wWUNwbkpNQkFzWmNRWEF0TU85YlEwSnlRd0ZSU1lobWEzbDhzZzJ3OFJwUUJIbWdBS2N4V0RFMzBkNXZseXQ3VlNjZ2o1dXQ3NnJZa0N4ZFVOU3hIWVhham9EU1JRM281ajQ5Unh0VHdsUXlzVklmS2RiRFVIbkJ2K2RyYlVqWVVVd2w3VUtHZUFYNDN6cXpMWmxJejBJaVR4UGllMEUvQzA0WGY0d2ZEejVPZHpqdExmdHJNdmVxNUJnNlg5cVBuN09oNGJaa3lqMkdzMzNkQlNBWVFidTRCOVV5b0VOSTBNSENNejZJWW5Bd0FBT0JHRHFLc2dVakF0WlNISEZLdFJFZjNUb2M3RUhyU0lIUDAyVkZEbWJXL2VHci9TV2JVbEN4a3NPWHQxZE0ra2xNeXBhSVJ5ZW5ZL0dpRU5hcm16SnYvUEtERHluMXFLc2RRUzlKSzNNenhaQTVlcHBXTG96d0RnZ0wvcjYvRnlLaXp6Tk55bWhEVUVpRE42T3BwL0hUOVFLcTRNNXVrYUd6blFFbVk0SFRYYml3ZzF3OSt5NHdVQWdMa2xaamJuOG01U2VBZ3ZuZDJiYktCVlVHQWF1aUh2SWlVdkRRcjFzL2dKWDRscjYxeW04eUlGcXNOZ3JOd2IwRHJHUzhPS0IvTHpKWUFhWUZkUFpSc1R2dGpic2lPSkpOWmtqbXJ4ZVNCeG9idHIxODhqY3E4aUFKcm1hOXZaNG5SdTFCRmxUUWlzcCtOa1o2amJSQmxZNHNUeGlHS2p5RjAvVHlKeitpTE02bHlYYVNjU2Y0cFMrL3NrTFI3b3JLbGJSVXh1OExjMC8ybDBvV01rdjRTNDZ1OXRQLzZXbzNyeHVxQ2tJNGZIeWZ6SzNOdVhLZVNySklqWGVscDN2UUpKVUZCZ0dvRFdpa0VjL0hWQjFaYlpvTlQ4M3M2ZFQwT0UzUmNNeXZ4dE8zNWVYbDFmS1RRNjZ1c0k5NmVWcnRrMlNVdlZQdFBkMXZnb1FDMHZjZGQ5TnFEb3hjTXgvV3NtSzZzUnR6TkdZNm9QZ1BEbkpjVXUvM3lFaG45MHBPdmJNYXgvM3BwdHVRaGFsUkxzdTBlN3pMRHN2N2FXdzhDa0x6QkZ3MFBDNnZLLzh1M1JJbzg1RTZSWTRPM1k4YXl6YXN0c1lqRE4zNWFzYWg5NS85ZHRMMkVncS9yN0IrcE9SaUlTNDg4RG9palZFQzhnazJVSFdwckhtNEZCbVd2N011RHNEN3d0Tzc0WXZ5MUVQQXhJd21SZlIrTmpNY3VkRzFNdEVKOFp2SHo4V1FUV0hDWnppWmlVdHlUQnQvQlI4V0RFcU8rL0d1VVJOVUFtQUh6elEyNlRubVJabFB5YS9BSHhoRkd2Z1pzWm53YUFuSWdmUU5JKzd6allJNmtRZDBhOEdlWkhEQTAvVHNYQ0xkeEFJSUJRWk1DbWFiYTB1eWtZYUQzOXl1blFsT3IwMnk0ZGUvZEhzZU1HazJXa1cvY0I0UHU5bmJzU0RIcm5WMjNKVWd6Vyt0cWFmdUNzMmpKYjZuSlJiOHZPY0FYZlpXcGFpcndmQUFRSC9aZDk4VDVHRVdCRzVtSlVjR1hVQ2c1eU83dk4xOVljbzV4emVNeVZET1JLRnJLK2xhejF0TUQxNWZRVXUveTd3YmVDWHo1MjdKb3FOQ3pSbi9ZdENLbC9qN1JHSk1CNXQ1a0tJZkdsQTIxYXM4TnRySmZEWXJkbElETTBYb29Yeis5V09aTXFBTm5aOFI0QThWaFd1WDBLU0RYYkgzeTVxemhsMVJSaU1qdGM2SGxLQVFBVVZwcnpRWk4zK0ZzYkU2Nlg1WlZiNXhQaFhjRXpJNDhjN2t2ME5TaXRiaWptQUhNVWd4RzhjT0hadnFUdENyV2NkR3NOUTVidGJkdnhML0ZybDZ5dG00T2s4dnY3QjFxenN6UFhlZHViZndJUkZTNEJ6eVBGOXdHaklsL3J0YkZMdUswVVZsOCtjZlZuWlRYMWk1bUNTYjdXcG9UMlJBcUt0UnhCZEhjMFhUZHh3VkZ0NWdHSTFHaFJiMW5sOWlsY1kvZVRVRDFTMDQ2K3NidnBrc05UdHhLSTNqN2NzVE5hc01IU211QUtJcTBRbFRqa2EyOU05TEZ5bVZxS1RYd3BOQ1QrL2RDK1IvdUwzQStsSWJJUzRKZ1ZsS1BQOW5VOGRyN012WDJaUkRiVDM1cGNWVEllQlM1enFnWnlEVEk2VFVTakpPVXI0NzRMV083Slg2MEFydlRzYVhwN3JzdTBVMGdVSWFwaHBiRjUvcmJtQk0rWFpaV2hTY1MwNlNHTGp1ZzZPTHh0NFFqR1BJK1p5YVdZTnpBUWVnSEdJalN4L0VCY3l5b0NFZHpJVG4zalFFQVNiK0JqdlNrSmdSQUR3MERra2RONlV4QUNSTVF3OGtsQVpyQkpVd3ZkUXRDLzlIWW12d0NYcjl0ZVRCcHpkYmMyYlV0WTZUSTE0S0hWYUluWGN6TFQ1ek5GTTN3QmZUY0FVTlRsRkpEYUJUY21hc1JrcjZYOUJxSnljSnY0Z2dRNjVtL2JrV0RHVXJLdVBrOHFOWlV6TFkwTS90UDRjMXZtM3I1TU1XM2hnWllkdjRDd3UvdGtSRGExbjY2OEFBQlE1SGw0cGc3aUV5VGhPSVJHZW54SkxzcEY3b2NtYXloZGl1QjFKQlo2WTNkempQdnQwbXB6SWdlMVZPc2YvTG5NU0t0RW9JTlJTVDFFWWxlWXdybU1aRisyeXZ4MC81dFgvalgrT1FBQVNtdlVuVWhvZzB1WHZndGdzdEpxV1FnZ3AzcmJtbG9LVjIrZEFPbEdGWkhvakRQTlFXZjFkcGZnMU4vVEhpWnB3aGNobHU4ZFlUOEJBQ2hkWjA1blhQNk5ZdlNUbnZaRVZVZVJlL3RTUUZqcEcwOEcxSmhGekFwTlBIUHA0bjVuOVpJYUJuVHFjTWUxS0plSTQrdzZKdkh3MmNGQVVsZlhJcmM1V1VkWk5TeFVlMVl3YXlib2VLZTN2ZkZmbysrcjRzcEJhTzF6ZXVyWFNZbVhlbHFhM29hSVRJM0pjRkpBUVlGcHBNMlJGU0Rra2Q3T25kZWlaSndiZFdlT2RBQUFIQmpITGp2dk5sTkJpTlVxU0w4NnNpZldwYmpjWFRlTHVQYlhwS3dmK3JvYTM0SEl6VEZ6SU90T1FEUWtpaGZmMkwzcmt0Tmw1cUlNTGVubnhvdVJxTVlsSUJLVUJtTW9xVEhuYWlEdWxDaC9tSXdNQUtqbDlwbkNyUWdFRUUzeHR6WEZrZ0UxOVlzSjhEN2ZDUHZ6WlBzdnJXNG9Cb0FpeFVYTVlLcWcxalJ3VUxoSXdwc1oyWXVxcjU1N1pSZ1I3QUFBVXROdXhRN2V3a2ZGMXdEZ24vOGZQRTkwSVA0RUFNeU9wQ0lzL0lESDUveVdsb0I5SDdEdVZ3Q3dDd0QrNHlNZTYxT1JpZmlIUWVjNDQ3K1BFOUhydzg4aXNZclhReThBRk1jdE93RUFEMFc4R1c1Mll1UVdyZ01pSGxhSkFiTUpoYS8yN3YzbVJhZTcvajRHOE1xcFU5Ky85cjdYMW5MSGtGcFB5Q2UrZjQ0bDlGN1BkWm4yaVpwWTFYL2w2aS95UEdZbXFGRGgrU3REejBEazNwMXFGMnVWQWtLT1BhKzFKQ2NESEpYYmk4aGc4MG1wMTFMc0tkVytOdmJEOGV1TDNOdVhNUkkxaFBCdnlhcm5KYTZ2WkdzcEdROWFDaDRkVHdZVXVNeDBzb2svVkpKYWVuWTNKc2I1UmxKOElLUmNvMEh0Mjg0YTZ6WVE3RzFLQnpBSVNuZ2cyQ3R6SnEvUmdBSlJFK3RrS0Z5OWRZS05nNE1Dd2U2bE5sY21CMUZvRGNuWG9oTkpaMVZESWVqaUMvMlhyejRTdjYyemV2czBBUFlKeWRSUCtwS1FBV1h1N2N1QTBVS1E2cW9sc085Z2tuSG5YTmVEOWx4OTVsclNZQ3BKL256OCt2TDE1bFJTWXFtM3JlbEpwNmZlSFpMZ2gwaEZtaUhPSEE3eWxyUlVzVG9vdExFMmh0SjFEMDlueXVZQ0dYbzJiVTc2SEFKYWVhQ2pPYUc5c2N5OWZSMGhMQjBCN2JwOStmT3J0bVFoRS9QbHFIWmc3SHpwMmxvcG9ZL3ArSDVmaTNtNnBNYWNpeXFVTXZxdUVUbUdXdTV3NTVjd3dBSUo2cVJFSzJIc1dPUitLRTNuWXBVMUducjYwTDZ2WDhuemJNcmttTG9PaE1JUXFBTjlIWStkTDExblRwZE16TzlwKysxa1FKSDdvVFNOeVJvRUloSTR5QUdQSHVqYUdTMFVNWWVuYmprUWF0NjJIVDB6S3phbjVCaWlHcEVSSVZuK3RzVG96V1dWMjZmWWRWd3JpWTdxWEYvZ2JZdWtVdFRXOGdtRG9ncWs2RDIyLyt1RHl5dTM1U2pTbGdVSFF6SHpscFJwRTNVVXdVa2tFL2l2R3hTM0ZBSWZPemhqT2hDeFNFcytJYnNaV2dZWW80aUpBS0xHVkhEVWYzRGZZMGw3eEozVjI2Y1JzanZsa1B4T01zTERtU0kycUJBZEo5MmVyc3RnaHJmVE51WVNtenJMS3BFS1JvbUQwQXhlT0RxcWRjRmVVeFFVbUVhS2JubUk0S3kvM2ZiTCtIMldWMjZkVDRoT2hSUmtsbmp1UUh0ampDdTFvOFlzSWxJNS9nQWJrenNaa0xJaE9Hajk0dVMrSjRKTzE5L2tNaktXQTBFZ0NOcUJ2aVIrQ002cUxWa0l0dUlRV1c4YmpPZWNIUmgrUHY3MXBZQjFwMlhCcTVTZGNUOUt5OWZkc1d0czRocWU3TUZNQU9GWG5CVU9EWVIrZWZKa29peXN1THB1T1VOMVI0Q0dIei9pKzQ3bHFONmFoOGd6ZkcxRzUxeVhhVGRTUkxrRmdWZjYycjRlVXdFcmQ5ZFZDR1NCbnBacmlRSU0rSnJBWUtnVDlqMHFsbGR1eTFGTVBpQ1YrbFZQVzZJc3E4UmxabXNvN3hGMHpTU3d0THFoR0JUa1hBd1pMODNJbmJ6YVV1cTRyN05wektDeGRIM2RIQ1ZsQlVrOE5Ud1NlRFVaczcvQ1kyWmFTamdncUhVd0NPaGt4enk4Y1BFSEVMbEEyMURVS2xCdHFMUjhBaGdkbnlLaFM3YmN3c0FyQUFER2pGQUJLUnoxZHU2TXVYR1U1azRvSUtiUTE5bzhydTNDWk1vS0ZuT0ZaM3IyN0l4cEt5bjFiSnVraUgwZXBmVmQzN1ZlT014UTJmbUlVRWFDbnU3cDJ2WDYwdXJORXdHa200SkdSOWJnbVZHYVBQWEJVRWo4K3ZEdTVQMkZ4V3ZyWnVob2ZVNWEwTkV6NFdUU0hQSXk5MEszWkhpSkUwNE93VWhNMys5YzE0TjJJTHJYSXZpUDhTUlNGT0VlVGZ5VG9KVGZQTndSbTNoaEg1RDNLY1VzNUhMZzRudjdmNkhyV0JkdVR3TmlRdDFTQ056Q1I4V1Z5RThVZHdQQW5JOWh2eDJSOW9QeHVCY0FQaGN4RXZ6TGlDbmk5U0FCNEdTUzVWTWo3UWRuSS90Smh0TUFrQUlBQ3o3aXNmOHVKcDNYN2JYOVBWQVlpUlNFajBqV3pJbTBaVnlOR0J6ZTBJTzhXL2hvSUI1dUd3TlVyTGV6NlVTUjYrR1pDS0RGVDN6TGgvSlhrNklsSkVQL2NzYjN0WVEwanduMjBDcUwrTnNuWDN0aXNHejlJL2RMQzcyblgvbjJxTk81VVZlRzVRQmlzd1hJbC90YWt2ZVZPOTNiOGhtRFNjcXluaWZOdGpKSTdKbnhyWGFGZDIyZFlDaCtUMGpLbi9WMTdFeWFLTUNOOUQ4RUtZOGM3RGp4eHZqbDloVHJYaWJ4aWpmRU9xOTNIbXhvcndnSjYwU2FUVnN2VUIxbUluQmU0NmxyQlJQUFc0YXhrQUZlN2U1bzhsMXYrOFdySHM3UU00ejFnWkRvc21tYVpXTnFBNDZPdGgvYTk4MHJFSmxZSTFOM2gwYXR4K0tMQUtXZWJaT0ErT2NWNFNGMjd1ekIrSDBYcjYyYm9SQm5na0xHcFRwMmNNK2pTZVR1dFh5Q2JlcHFRSndKVXZoOVdjY1NJbVNWVW1zQ3BPMHVXLy9JSnlsRXgvdTZHbit6ZU5YREdXaUFZNFMwRjlMczhuTktxbDlFamZyQ0tRQ2hRaENoNTRMRTdZYXV6Zk5kT1B2aitQMld1dXR1WjV6OVFUQ29Iam15eDB3YS9aaVh0OG1XcGR2K0NFYUhuK3JkKzgxK0FBQjdtdVlrZ0V5aDZQQ2hsc1pEeFJ2cVpqQ3BWbzBHakY5RmpTYUxLL01XTUZSelFlRlZwcXp1bnE1NHNzUmtCc2tTQ2VKMDM5NnZuODd6YkxKbHFRbHJHSW9VQ2Z6MXZwRHhodE81VVNlMG5CYVhMMTN2L1JzUG01YnlCYVh3S2dBQmNEaDBvUFdhVjBHWmUzc0JTakM2TzNic0JxamxrN1BTUEFERWlkRTdvNmYwQks4R1o5V1dMR0NzUWtqd01wMFcwemsrNXNsUlByakVaUUc5Mjd2NzBiZUszQStsU2M3WHdDamJOejV5RUFCZ1ltN1pKd1l2K09lSUtDRndnODlvRVdOTkJmRUdpMG04d1U5ZmNqQUVBeEU1UVBnTTN3eGRBNHdVQnhZK1pDbEh6eDdjOXc4SnBoOFFxYklDOEVlWXBLOTdYMHFNNlN1cnJsdHVXZmcyNmpUQ2xWcmk3ZHpWTnRiTFZOMVFyQmhPb2VEQVN4cExlOERiM3ZSL0lwdGg2a3gxQnpJMjZRcjJmeGZnaVpnQmpIUE45bWxLZzVWRU5NQVZISXhubUF0Y1g1M0ttSnBDNTg3dUJkOTNCRUF0TC9jczNuaFZHM25xZU1jM3I0UmQ2YTFxcVZpcUNyS24rc2JGamx4RExRZk9WeE9JOTIyb3JleHVhL3pIMlBVbUs2K1Jud1BMZWxFeitEd2ljY2pYc1d2czVsVyszcHdxbFpwN2VmU2RGeWJxTXp3STZ0Vmtab2hsVlEybHlPaUxJLzNhMWlPdmZQdXkwL1UzdVF6MTFkMXRqZDhIQU1neHRoVXpwYjNYMXg3YjQxV3lybjRoTVRCNjJuallYTkJsYXVVcDFsZXVYT2JmT2ZsYTR3RFUxbkl4cUgxU2tUclcyNkVuVk04S1hHYTZsaUwvblVuNnE5NzJjSVJlT045ZTVmcmJ6ZDFsbm9aU1VqVFEyOWs4ZGpNcUtEQU5wdVM5aXVON1BlMDdydU5RYnJLUVVPVWEwcEZ1Z0g2bllkc1FHaEl2SFBKOXg4cnpiTExwWlB0VWQxdlQ5OEtrQjVLdnJYbGZkTHV5YXV0dWlmcUp2dGFkcC9NOG0yd2E0Ukp2VzFnR0YwWGg2aTlONE55VzUyM1pFUk1SVk9ZT0ZZRENkRy9IenRqMkJaZXBvUkwzSWFnTzd6aGpuUHpLYlJNMURuK2dKSC9LMzJXK1h1QXkwMU81dWpkc0htT3lzcHJKZjNyMXhKWHZKeU53SUZMQjBHM3dCUVRjNSs5cVNocmY2S3plN2xEQWh6alMybjdzZjJ4OGoyQkJnV21rcFloL0pNQW4rbG9iRTc1Ynl5dTM1U2lOUDN5MmYvQ3JzYVNMeVp3MTZwTVNyZmNZNXhOOExjMzdaaTFlUEIzSUxpT1pwaVM0dUVVSTNNTEhoYjhBZ09weDB2eDQyQ0wzNWRIclREVDFTQ1RnSHljaEJPWkhmdi92eUtUOWc5QWY4VGVJeDZPUkZvZHZBTUMzUG1EN1RBQ28rQzNQRVkvb3RlU0x2NE9oWXRKQjlPK0pxT0xnOEc5UlFrQ0V3TEZGV2dZbUFZQXpjdTVYUm43dUFZRDdJMjBVdC9BL0NJeklpcFJ3REFDVGFZWW9rUlNLVWJlVnU3NDZGUWlxa1BOLzhDWXgwaXV2YVNnbmhheW5ZOGVSc3BxNlB3U2wvRkhmcGxERzlBVTJ0Qndoa0MvMnRjY2I2SVd4dE5xY3lMbklHenFsZGFUTUVDNmcwSnRIMmgrTitVN29RditzNHVUdnU0NVJuYVA2a2I5QUpNdmJ0ck16ZG5sOURRZGMwTjJSM0JRWkFHQzVwMzR0a0J6V0RYMkIwTm0rS3dQOGNvN0JhNjZ3L2wrbFU5bzBEU2pOMjlHWXRNVVJBTURsTXJVaG0rVytPTXFlUGdXR2NOcmtweStQc3FkUDdmM21tTUpDMDJ4ZkpNWGIrdlkyeDF5ekNtcE5ndzFhdGNUb25MK2w4YmxrKytjNlc4VkEyY2dLdnR5OTV4dEp2VHljNi9NTG1LUjVTdEY1WDhldUJEbC91YWUrWWFSLzhCK01yUFRGUVBCV09CNjZsbWRsMm5ZZWFHM2M1SERYYjNqdm92YjlNNzVyUlRJN2hDcFl3UEoxNy8zRzFiTDFkUzRhWWZzaFRwbmc5TlF2UUdJYnBNYTJIR3h0dks0S0tUc3Y2NEdMbyt4NzBYTlNWbFB2SW9BRlNzaURoN3FhRHpudk5sT1pKZS9zYnRzUll3Q3RhM3dkTXVydmJtMUtxdFFxclphRkNKVFMweHB1WVprZ001MEthUnBJK0kyL00xdzB3cHBIL2xCWWx1OVFSM0xmaVBFb2N6ZjhMd2sweUFDQ1JPcVFyKzBhK1pUbjJXUWpNUEl1amtJYkFJQ3pabEVGb3NvbUJlZDhMWTNKNGx1UmNiMGNDUTR5eHY2a3U0V1pVWktyWkYzOVFnVFFldHNhdThGbGFnYXFCNzJ0aVczQkRuZmQzUUNpVUZnRGh3RmdNUUFBLzIwdjRyOFpSQ2h2NUVDRW01SVFFRWlHRVZFSUlBQUJzaHVlRVNER0dFSTRkaEFCZzhtaWlvclgxczNRRkQ2Z0FQN1psOFFsZExtN2ZwNEVsV1l6MUtBUTJqSnZ4K3V0VVRLZ3NITHJmSTQwNDJ6L1VOZVV6TXkxSTBIMi9mQld0ZHpoV1h3SEVhMndRdXA3Si9mRVRzanlWbXpLeEhTMmlpU01vSVp2ZDdkY2s3SkRWSzFBekNsR0J2YjErcjVqaGZ2TmNwYUhRbkwzOGRadlhuUldiY2tpcG00SDRFSXAwZDI3ZDJjQ0dUQ3pZbk5LYmtiR2FzWFpPU1JyeHNCQU1FYnU1blJ1MVBra1dTYUEremxZZ0lDYXIwMGZ1N2t0cmQ0OFVVcFJZZ2x4ZkZMS2pIV1d3TU85N2MwSi9hMU9ULzBDcGRRZFN1QTNqcnhpWG5aVWI4MVR3SXQ5RVRLZ1pKMVpBaGpLN1c2UHZVQVZ1UithaktEeVNNaVhBWnJVZE9mRzFDazJjZHVvaENkUHZtWU9GTGtmU3RNSGJldUJRRUZRZnlIZUNLOXc5ZFlKaGszOEw2bXd3UnQ1MzV6VjI2ZUJGSXVrTlhTZzFMT3RnQVJOOGwyKzhQeTE1elFuYTJDdFE0Vm5HTW5rRXZyYVd1NFlWRldnNk9KdzZNcVZVdnZFOWN6UytnN3RhN29DQUpBaHNsZGFHdC90ck40K1RRazFWL0JnK01ic2NtbkZOc3RCcUYzcWFUV1BPcXUzVDJPSzFRUXBFQ01KSzYvY09sOXlYdTV0MlJHejNGSDE4QktGdk1EZm5pZ2hLN05idFlyWVZXOTcwNWpEYnZIYXVobWFoZzlZaWw3cUQ4SlJjSm1hM1NaV0M1TFBBcGlzM0EwckxRbDdya2NHUkhzb1NhbUQzZTFOU1pNaVN0YzlQQjFRVzRCRSttWEwrajl2ZFYzYjE5SnFjNklkclkyQStKL2Vsc1lFSm5wbXhlWVVxYlBQb01EdnhwQUJMbE1yMDRNckFKQnJ4SE84clUyL0JnQmdqQkdPZlQrUnVOUnZEZlp2NGVQRzNPdEkxWDhFQUorTm1BSW1xSkFBNENzQThPMGt5eUVpeFY4VTJjZXlqM2hjMGRTUFdiL2xjUU1Ba0pTNCt4QTQ4bnRzKy9zaVBaTFVBQjlTSGZCdTNQL1BSendhdmdFQWZ4TWhEQjRHZ0ozL0JjZDZDLzl0cU9XMlRGbHFEWVhubUl2V25wMkdQRGNVZUR0MTdEdTd3bU5tQ2hKL3dwUnE3VzVyVElqT2RicTM1VXZBaWY2TzE3c2M3Z1luaGVReDM1N21ZeENSK0J0Y3JsZUt2ZElYNUVuYlJ2TXJ0K1drb0ZneEJFRnYybXkyUmlJTitGc2Z2YWJxY1ptYTB5WS9EUURDMTlLVVlNSUhMbE56Mk5YZFNDUzliWTNmdWJiQ1pNN3Fqbi85YUFBQUlBQkpSRUZVMEIwTVlHbjNkUktTQUdwNVdWVitrWVZjYUpKUU1mRmV6M3NYTHpnblRyNFRPQnlhS0xPbUt3Wkx5S1lsOVltS1lpZ2x1RUlDdkg1cXJ4bHdWRGVzc1pCOFVXZjg4UG1URHlvRkozM3Raa0k4WXNwVnNaNEFoRCtnL1RCKzNlSlZEMmRrcE52WEFxcUFBUGFiM3V1UUFTWHI2aGNxQWVXQTZvd3ZaTVM0NXp1ZFppckxGYmNGSWZROTI4UzBLU2dWOTdZMjl6aXJ0bVFoMTF3SHpwLzdhNmQ3MndwSjZ2UVpuemtTM1laeWdtc1IyUWt0S0s0dXI2bjdCSUE2Y2lER2p3bGdoY2VjS1pUWUFDQi81bnRteDNYSmdISjMzVzBod2xlajU2U2twcUVjQVFxRWxNZXVpRE85QUFBc0pHNExFdXdmdDgwc3hmaGFwZVE3UXVySkp0dFJINllaM2UwN240Tm91eS9ueFFyb3FLOTk1d3ZnTWpXSFRWWklLVThrTThDTWhjbkszZFpLaWNSQnFxdEFjT1VxSHh3amRKMHVNNWVVWERzc2dydFA3ZDBWY0xxMzVRT3haUkxFd1o3MjVINVlaZTd0U3lWQ0ppTndYZ3krc3hQZyt3b2lQaGVjc1VXaEFOdGZVR0FhZHB0WVM2RGlXZzFNVnJaT1ZnQ0hCYVA5Ri8rUmxLaS9rU2Zac1VpSUhieWhjRk9tRERBQWd5Q2lFS0FiUzNKeFhSQXh1UFpKQ01WWGYwcGNacmFtc1U5S0ZIdDYyaHNUcEZFbExqT2JPRnV1RUppeWxNM2ZvWTFsc09aWGJzdlJOVzBSWFRqZk9TMHo3UTRMMWNtb2U2clRuVitHQkZWTXFSOGMzTk9jSUtlYU1DSDdIaVdKa3c3SGZDMk5oOGF2VzFhNWZRb0FPSUtvdmR5NzkvRitBQUE1TVhjcEV5eDRjTGZ0Wko1bms0Mlk3bVJNcGhQUTZWN0xTR0NvWFM1VG01YWR2cHlEOVM0b2xRVkt2bjVzLzlkajNXMG5aT2RKVUR3UWdMZEkxNWYzWDducWowNjZDMXhtZWlxbXIwZHBIVFUwTmdjbEh1NGRKN21QWXBIcmIzSkJ3WDNBNE5YZXpxYVR5eXEzVDBHbHpjOEs2citDYUN3TUQwM3hCV052Q29XcnQwN1FXSXA3Vk5LQmFKYnZ0RW5USEl6azZjTWR6YWZ6UEp0c0hPMFZ5UGhTeGNTdmVwT29INHdNOWdDaE9oeDkzNHJjNW1SRXpSVmd3MTVtcytlaTRyTXZXZHFMVVFhNWNQWFdDUVlvSnpJMlM1TDI4dlZjZWNzSGxxNURSbWNDcC9taFZQdkUyeVZxL3U3ZDVsc1Fyanc4Z014NkQrUlFDQUdyUWxyUUgvVkRLTGF0V2N3Wk1GL2IvN2N2TEcxanBWWlErOFY0dndSbjFaYlp5dER5OE5LRm40Ky9vVHVydHN3R1RadnRiMy9qNmZqamNYZ2UrWXdpdFB1RGZPd0M3WFNadWJvQnR5UENSUzZzL2FmMm1vRnl1M3hBRUJ6cmFkMTF3ZUd4bGt0bHFkN3NZOWQxNGk2emk4K0RCTGdZMUpQRzNSU3UzanFCYzhNRElFRlk2b1czeHBreFFtMHRUMEZSaTRCOTNja0dSUUF3SlN2OVMwRDB0bGZ3bU05M3FWMldBK2Y1S09sOWIxdVlEQWdqOWRxbGtRQXNjVXNoY0FzZk8rNk95TTdqZjJaSDFxKzl6dnI0ZnZieE9CMVJJUHcraUxZSGZaRC93TTJNejBZU0ZJWUJJR0dpOFNGQkVSVkZ0RUtXMUsva0ZtNXVCQWJlR2lPdGJKUmFERko3SnlyWEJwZXBTUkovaGdBSHV6dU9KMHpLbGxadm5naW9MOEFMN0tVaTkrTFp4RERibDNQaUlFUW1xUVpqSzBEaHNVRHdVczkxMnR1eTBqWG1vc0RvQVYzYWMxU1Fodnl0elRFa21zTVFOWXFCSFM2ZSsyNnk0eTh5UXZrY1ZlNVYxaDlqbWxsY0djeERaSXN1QkxVa1pzeGhsSzVmTkZOcU9CRXRLNGVBQnZ4dEo0NlVUNTc2b09UYWNiQXNTekVvSEJ3TXZlUjd4a3hva1lpaXJQcVJlMUZwL1QydHUxNHZjeit5amlNRSt0cTBFeENSeVFzVjJvQWsrMGZmNVQrTDM5WlJzNzBhR1N2UnBIbzYvdnpNZFpuMmpEVDdTa3VwVVFRMjNCL2doNUtSRWlYcjZoY3loTVhJUU1tZ3NUOStQMndxbEJDcHMxeUFRc0htZzY3N0FRQWs0OHREUWQyM2ZNcjBZa0l3UXU4WlJ5R3E2TXdWdHlsR2g3MXQyb2xnUmxxbFJPdzcwQkk3b1M1ZVd6ZkRVdGFuRU9FM0krL3FTVDJoSUtKbUpjNVF1M2p1T0FCQVNjM1d1YWlna0VpZGt4aDY5ZFRlN3dmS2F1cGRRbEYvWDRmMk5rUUtJNHB3Q1lLeUE4clhveTBNNCtIMDFDL1FFQ2I1SW1UQThzcHRpNERZS2lYaDFJWCtvUU1BQUVYMmtRWEFsTlhUbWRqNm1uQ2NIbGtzR1Z2R2dGMUc0Qm9wZVNDcXpuUldiY2tpUTZ3VXhQZStzWHZYSlVmMTFqeGcvQk1LNFNDN2NDbnB2c3RxNmhjcjVBV01tQXlCOXVLcHZkZjhPRkp0dVpXSTZtVHZYck0vZFpaMU40QTQ2V3ZmR1VPMkZicURpNERUY2lCcXZmSjJiNnlKSmQzQXMrMXdpOEFOM1Y1MlV5b0VFTUVBSkFhQVFFQVV4TkFOVHdvd1FrNklTRVJFcEdJdVRFN25ScDFTckMrRG9sZDYyeDVOTkhaeGJ0U1pUZFJLQy9hQkJ0Tzk0MXhzbmM2Tk9qUDQvVmRBZXpKNzh0UXFnZkpDWDB1WWhTNnAyVHFYQWR4bkJjUy8rUFkrR2xmcHFPVmxOWXUvR0JMcUNOZEIrSjlyaWtrY0tISS9sS1lCTHJjb3VPZEl4ODVoQ0dmUTVqSGsrUWZDTHFDWURRMWxDaUVYQUs1Nld4c1RuSFVCQUlaU1pDRktaU2tPVTRCb3hOLythRXpmYXA1blV5WWoyeHB2eGh2ZkxhZkYyOSsvT3Z6WTZkZWVHQVVBS0Npb05leDI0YjRRMEg2V2JUY0tVYXBCWDJlaWNxTEVaV1pyZHZFd0l2bTZXNXRmTFNnd0RVT1hua3NCL2xQZlhsT1V1NzQ2VlNHYjZrcy8xZ1Z0MTV5QkN3cHFEVnU2WHQyUC9VK2QzUDFFY0N6WlFTcnlkb2JiRlRKVjluTEcwQlVjdVBETlEvditLVlpXVlZ2TFMvc1gvUlVKT3UvdjNOa2VmVDJjeEVwdlc5TlBTdGM5UEoyaHNkRGJNZDVSdjViYjByVUtCRm5rYlR2K2piaUVnekdVVnpjc3RZUzgxTnZlZUtoMGZWMlpKSFdxcjdYcE5JREpIRFhpdmxHbFhtQm54V1Z0aHUwK2IydnoyTUMyb05ZMCtMQmM2aC9SZnc0QW1FSWhKMGw1dUhkdjB4aVI0WFJ1MUpGcnBmMmdQWDl5bk16TjVUSzFJVTBzQTJIdGp6OHVoN3QrTFlLYTdHdHZlaUptUHphMUNnaG1lZHVidmc1Z3N0TDFqM3p5d3NqQUwwL3RmYnkvdExxaEdJU2E1dTlxdm00N1JKbGIzRThFQzMwZGpRbEpHaEM1Q1J1cDRnRWdkZ2FZNmoyNHArbTltTzJ2aWs4QVI0dk9uMHZTQTFuTEhUV0x2aUFCTHZkR2JvNFJvTE42ZXlrcXVRUzRkcWE3TXpiaU1UVXpmMDVnOEZncWtBQUFJRXpqTi9SRi9CWnVTangrbmNwYWF1UjNReklWV1VTKy9rSDRmVCtyMGNIdFIxVVkzT2lJVHQ1L0hGRTVmRlJJQUhnaDRxTXdDd0RTUHFBTjVCWnVPandsQ1pZRm8wTmtuZkVTWDRmWkVsMWJiaGYzU0lJUmYzdFRTN0t0N1poeHQwS3JwY2UzYTJTNXAvNlBEclR1YUlhb3VSK25NcWtRZWpwMkpJM0VCZWRHSFd5MjFSUU1kcWtVdytDUzV2a29Ob2JQV2JWbE5uSW9Ec25SeDN1U09lb1gxQm9Hc3E5ZUdEMzlaNmYyZmo5R21hZnIvT0hna1BqcXFYMU4xelhFNUpKdkVDU09NMm4xZWZkODQ4MnltdnA3QmtQV3o0VmhzOUtScmVZWHpyY2VTK3JrSHptK21yclZrdWhVVDN2amtYQzdwQkRldHAxalk5c0o4ek9kaWlDWExsMzRwNk5INDZUMjdtMHJHUEI3aGdPampVZjNmaVBCSURHYnkwSkNhZWpJNW5hM0pVdVlpbFN0TlpYUFNTNUZTLzdmQTNzYll3bzV6dXJ0RGhVUzZlOWZObnBuVE9FTjNTMDd0Z0VBbE5VMGJBd3A2bFFwd3paUzltWCs5bDNmajI1alRBc1VTOUt2OUxZL2VxcTh1bUdwSkh6ZjE5b1k0OWxRNERMVGRVTnNRR1M4dTNYSHIrRTZLTHI5b1huTWdCVUhXaHJIVkVxYTB0Y2lBOVhkMXZ3MGhBdEx5eERWbEo3T0hXUGVUcHdiWlVRNG1aQzYvRzJQSnZoRjVIazIyWUNZSXdTQkZnZ2JRK2NLSzNRYkFxYjFSSktkNXJwTXV3SEtNZkkyU3lqNnhNTlJiZVlSeWhWSWFwUVlUdmUxWGh2L0FRQWlzeTBIaFgxOVhlYjVSUzR6bDZGNEFLVjgzdGVaWEJtd3ROcWNxRkNWY2FZTUVPcVZ2bzRkWTRURzhwcHRGWUJxOEVCcjA3SGxOWS9VZ2xKZWI4ZWpNZVA5c0hxRC9aVVU5TjJlenVaajA2YzdVMjhXWTNrSVorTGRhaG40dU1GUTE1R0FSYmlnbStMRFFJd1lFaUlCS2dRMmRnRXNYTDExQXFWcGY0U0tIZlMxNzBod1A0MFlnVlFoeU11azR5eC82ODZPNkxxSXRLbEtpTkJ6MmFobWs4TEJucTR3NCtlbzNwb0h4RGNvd0k3ZVNXL0d0Z0U0TitvNGVjcHlVT29zMTJDU3Y3VTV4bVN3b0tEVzBKaXhXb0U4MU5jV3JpbzdQZlVMVUVLSnQ3M3hwK0UyaEVYbEFEU05FYnZTei9wZlRQYWF5OXpibHlsSk00RFJPMXppRkc5SFk4ekVxOGh0VHJhVDhrZ1JmSEw1MWNWM0RDbnJCK01sM2JhWmkxYWl3Qk1UTmFzRUVGUDluYzBKY3ZJOHo2Wk1UY2tIQU9ETjd0Ym1KOHZYbTFPbGxMZXJ3T0F2VCsxOVBMQjQxY01aWUROS1lGVHpRbXZzSkRkMVRuNDVTZEY3c3VPSklFQXRML1BrRjBsQ3V6ZVN3TEM4c3FGQ0laVXBhZjNpMEw1L2lybWh6S3pZbkRMdGF1bzloTWk5SGMzUjNpN01WRm0zb2VTOWkxYzluSUhNS0FvUjg0MDdWbHMyWlZVQ3dLd1FzV2V1UndZVXVldm5LVVV6aG95ckw1UlhOeXlWU3ViNDIyeCtBQURIWGJLVUJMNTV1S1BwM2ZMcStpcGxXUzlkMjg2Y2JBeFkxU0k0L0F6c2ZWdzRxcmV0VWNRdis3dDJqcVVoTEszZVBCRloybHBTYXYvSmNmRkdlWjVObVVOb3JVTUJCN3hkc2IyUXp1cnREZ1FzQzRUa09BZGRrL0VjVVUxY3piV1UvRThBazVYV3lCVk1pQ09uOWo3ZVg3cStibzZ1Y09xQnp1dVJBWUNPYXJtS0NPZjYycE9UQVFBbVM1MHRxa2pSZ0VKeHd0OGEyN09XcFZRVk1WZ1FHclMrY3loK2NGSmJ5NTBEUzJvUUNQeVJscEhvODVaNnRpMEJ5VllRc25mR1J3aEJoTFczNU9XQzBhdmlNaUxrSUtJK01kTzVoRldzdTVqTThQRVdidUVqWXNGdmFSbTQ4eU8wREh3Y2VCTUFMa1NNODZZQXdMbi93dWY2ZjQyVkFGQVMrZnZqU0g2Z2NiOURIOFArYnVFR2dsS2FpQXJGTGw4NkVXc1VqRFJQQmJTRXl2ek1pczBwazdOU2JpY0s3UStSWFpaWE4zejY2a0R3N3lGU1pHR1k0Z2FnVkhaSiswbjh0bEU0YzNOWGt4VHZrczRNcnRodG82aTlOTDY2WGU2dW02V1FmVUVwNjRkeEtVbmg3VDMxQzREd3o0bmsxdkhWMTlMMWRYTTB4ZjdjQXFzcDNweHRiRnZYMytTeUZIdWxKRGdKQ2k3NDlxVDl4cm0rWVFWYThwMkIva3VqTTNJbjN3N0lEblYvQUJsUVhOMndWQ3FsZWp2NG9lWHUrbmxTeVd4Zis0bXhNV0xwK3JveXBkamRTdkluNHNrTTU5cjZCY2pnTmdvRy8vN28zbThrdEdHVVZ6Y3NsUWlMRWRnQVhUai9uZmoxQUFBVkZadFRwRzZ0RVFDcGxzU25lMk05c2RCUnM3MFFDS1pwbXZiUzFFbXF1cnVGMTgxMW1mWUplbkFGQUwzQUtSUTBRQy91SGpkdWNMZ2JuQXd3Mjl1eG83TzhjdXQ4Q1RScjRLMnJDZVAxRkp1OGh4Q1l0M1hIZGFOZmk5d1BUYmJ4MUdVSFduYjhNMFJrOHFuMkNYY0RBb3lHWkN1TUVUNXFWbmZyamljaE1qN0xrbGxyZ1lnREtMK3ZOZEU4TXI5eVcwNDY4RHREYXVTRnZvN0hoZ3NLYWcwV1VuZEx4alJmYStPM0lPcWxwTXQxUTVib2VPUG9yZys4WmhWNUhwN0pTYTZXcEFZUmVDZ29aY3o0dTdTbVlTVVF1K3JyTXQ5eHVVeHR5SkQzSStMejNaMjdYa2k2dzlwYWJoKzBLaGt4dEFUczYrMXNIcHVYbE5TWWM1VlMyZDRRNjNSNDZsWktpOTd3ZGNVVy93cGNYNTNLZE51WFNWZy82dW5jRmJrM3ZoK3hkb2xNQnZYVTFQbFZXN0xlNmtwdVhIMEQ0SVl1THQyVUxRTUlaQkJTMUQrQ01IZ1RwQXhFV2dZUWdRakQ3clY1SGpOVFQrVzFSSFRJMTc0anFXbktCTWhlQ2FSbUU5QnZmSzFOWTJUQVhOZURkdURjZ1FRSEdLR21PSnZzRS90ZmhhajBDUGtxaHV5c1JTTUg0S25ZaVNlYk5LV0VsSnhEREVmeHdvVm40MGdWVEoyVi93ZWFZc2Q3Mng0Tm0rTzV2cEtOa2kwNk96ajhIQUNBb3pyL05pNzBBQkttQjBkQzN2SG1ibEdFSmZwc2Nnam9JQkNiUG5MYWlMbElyUENZbVRvWEphTkRvVitqYnN3bmhvTkh1NzUyTFZIQTg0Z0hkVFlzTmJBRFo3cS90U25oNGdzQWtFMVp0UURxS3VuYUQwdGNaallKVldocFZtZnYzc2Y3OC9JMjJUSXliYlhBZzcyK3VCNnYwdlYxdDZOVTVPczRlUUlBb0dUZDR2a0lrTm5UeHA0SEFGaGUwMUJoYVpoSENFY0crUERoZU9KcGFsYmFuUXBaUmdnQ1krYUlaZTZHUHdFUUp5K0p0ODluWkJoL3hMbldPeWJwcXEzbEUxVFdHa1NZSXlYNURnWmZTdXFpWDE1cHp0ZUlTa1l0N2VWc21iTlFBYzRkd01HOUFLWnl1cmV0WUNHd3M0dm5qam85OWZjSndBdSt5RGxidk9yaERJT0pNZ3JxcmIxN0grOHZkOWZkeHBpbXhpY081SzNZbEdtRHRPV2sxUDd4YlFvekt6YW5aRlBXYWdxSjd1Nk81aGp5cU1pOWZSa2cvMEtJOFI4ZjNyMXpiSExnY0F1WFFpcVFTajNmMjJaL3A3UkdybUFLbEM5a08xbFFZQm9jb0V6cTdMck90V1UxOVlzWTBrbzFLaEppZXE0OWQ3QmNFY3hReUhyOWJUSHhuRGhCWks4RXBNVUs1TDhsRzl3VVhza3ZRSkR6QmdlRE1RTXZaOVgvejk2WHg4ZFIzTm0vcXU2NWRQdStEM3dqMjdLazBjajRBQWJMbXBGc2pwRGdYSnRzeUVXeXliSUpHekMyRHFkalNUYlhCamJzanlSc05wdXdJUmRKZ0FEV2pDd2JBZWF3UmpPeTVCc00yT0FEbjdMdW1lNnUrdjcrbUJsNVppU1JaRGViMkZtOXowY2ZTVDNkMVRWWGQ5V3I5MzN2M21rcWxISlNjRGoxTytmeVZpOFVGbVNkT3ZyU0N3QkZ2ek1NSlBXZXN5Tmt3QWorelBoaXpQd3Y5V2RlN1BHUEQvUDR5cjlBMytLZUp1Ni93TG4ra29pYkNRWUFER25pOWllQXgzd2VFRk5WRER0QkdzR1ZDUzR2S1RuN09vLzBJemJ1VWhoOXpvelFid2FYRDJwOFlrWkdJUm4wL3BtdXlBa3Jrd1djSzY5RnpZL1hLVGJ1V01jWXBwS3BiQThHaDViYU83MFZhNG1VTGhudWUwOFZmSlhnOHJYOS9rdnU5QXRLTm80aHJ0eEZnbjZacXJaRTNQMmU4RkVEOUtQRWUveWlrb29KWExEYlRHYitWM3hjbDRwY3Q1WWg3YllsWUN3Tk1FL3R5WGxyYjBGWlpLbUlHTEpEN1Q0NGFleUVUNE5vZitvWUlSRkZOMVROVnpsTlVjNWI5aXowSWtjeUtsUjVkekMrK0ZIb3FYWnl5VDhGRXo5djNhNmRURDcvMXpKZ3dXMEM3STJXRng4WVZOZnU4bFl2RktCcElPaGhRKzRlS3RZYVdLZVlXWm1ma1FvVFROTEJQZHRyazE2ai9ESnRoa0o4Zk5DLzVRVkRtc3RKRnlGQWsyT3NZZ200ZXJIRlYzdVlLNVlWL2RJNlVBWlM2S2wyU2s2WkxRMEhkeTR0WHo4Vml1THE3ZEZmVGZWRWNwVlZmNFl4bWhEUlUydmVrMkdCZmJuczczMGRzY1U1ZTlwb055TzJSRUdrSVQ3R1lvcXRvRi95M1lqRlAyY2ljd1ZuQ0RNRlovdmZIMXlhTzZmOHpxd01LeXZXaGZweWU4TkRad0RBUG0zQlI0akpIS1BiL0UzOC9SV3E1UnBkOXU4OE5FUTBaZEo3a2J2T2FpT2JPMnJaQmowYWxXMFpVR2ZtZXlxWGMyTDJGbitVdE81eGlIOEcyTHZ5ek9saEk2VUx1NjllVGNSeUNCUklMUHRkdHV3dWh3b3pOMkxSM3loSU0vSWhoSkZwS2ttS1phZnpqclEwaC8yVHhQQktva0k2QmdJQUJxWmFyUk5uWjF1NDljT2UyMThUYkdqVjMyV0RLMUloSUFBckI0dVNHZXp5em5XTWd6T3VnSWdoV3V0Z0FFQ09OTDVLQ3RzVHFxOGRjb1Y5aWJkNm9TU1VFWmUvU0prUVliUTZKWjhCdllIamI1NHVtam4vRzhGdHRROGlOdEVXMG5BUzQ5TmFmRFcxcVcwV2xHek1KYUNBaUo4TUgxT2JVdVZhUldWVk54bTYzSkhvTjZEYTBtOFNmWWJ2K09zUDl6dTlGWk1reUVhS21YdTBXLy81dVNHYy9wM2Vpa25FK2VTZW8rck9qT25HcC9Sd3o3TUhEanlTeEVicTBpeFdHSTRaTnNadG9Oa0JYKzFBSFptcnJOcEZKblZaVk9XMEFYMWh5Ry9kUG1UOFlsbjFQekdJTGdrMEJwL1Qrb3E4bTBvSlp2UGVGNklUeEt5NW8yN3I3Z28vZGZqVkI1UDZXRmhXa1FjVDJZR0d1b0VJUmE2d0d3TDF5bzhBVGVhWFZzMlZ4TWFyVEV3SkpNanhCMTdETlpWRklCVDBoOFAvY2FBcHl0QVhsVlhkYk9qUzM3Ynp2aFBGWlpXZmEvYlYvakNwcngwTGNpV251WkQ4VU92MnpVUFdWdVc3dFJ4U1pVSElYL2ZiUlNVVkV5VDR6SkMvOW5rQWNLNnBYc3dGWmdRYWFuNWRXSzZ0WWtLY2FtMjQ1RFdSbG00cElJYkR3U2J0WEg1cDFWeVRTMGRyZlUxU1ptdFdkbllSNDNncldKL3NXVEFoTzgycE1IRjBkK1A5N3lWdUwxaFRPVU1sNVRNUndiK1RXS3RXVUw0eGw0TnltV1Noa0srdVBjOVRzWWhCblJoc2lDWWxwSytwMmloMTg3RmdZOTJRZzU2QzhvM2pBRlpIUGQxM3RyN3l5S0FrRFVRL3g3bTZhYXpneEhhM2JFLzIxRml5cW5LeTVGUU8wM2lzdGZIK1FjZlBkTjl1dDF2WS9ZSDZ1aldKMjNQZFdnWlQ1VDhLRXErSGZNbHFrM3kzbGtNd0ZtVDNXNTQ5eWZub0FibTJsUHJGcnIzRERvQkdNSUwvSnFxSDJSNHZDZmpIRDBrWitOL0FkQUF1QUw4RnNEMFdZZmd4QUw5SzJlLytXRnJBODFlWXMvN29HTWtDQU4vL0kvYi9oMWlrNE5CR3FNRG1CSitGWVVuTkVWeTVVQlFhK0h4Ykxib0tBR050MHg0MEl2b1AybDY4LzFqcS9nV2xtTWdaaldyWnNmVzFvdEtOeTZXa2k3c2J0T01BNENxNzJrMGtKb3VJK1BtZXB2dmVTejBXQUlyS3F3c29FajRWMnZsV1c3Rm5mcm11cS80VTBvR2xXOVF2RzdyNGw2SDhvQURBeG8ydkNvRmQ3UTExU1FzT2RxdnlPWklpMEZxLzljQnd6emZkSVp3Z1pTRUVkb1Q4Vy9ZN3ZSV0ZVR0VQK3JhK1dMUm0weTM5WGQyLzIvLzZ3OE9tZmppOUZaTkE3UHBnZmMzamNHdXFpNG5xZ0s5dVk5TGpqRHlNNkZjdGpYVjdVNDkzT01ZK1FFU3Z0Zm9HcHhZNDNkOGFTNHhtY01KVk9vODh1Mi9IQTBNcWwxemxWOTlHWWZreWJLd2dPRVJ5ZzByaXVsTmR2VSs1dk5VZmx3b09odnkxeDRxOTFVc0lOQ3Jvci9VVmxWZFhVSC9mNC91YjZpNGd0cmltRUkwSytXb2I1NjlZbnltRTlacVdodHJVYXlLS3ZKVzNFR2dTZ044bkxwd00ycStzNml1NlJFTThscHVOSFZjQXlaZHowM3g0ZCt3NUZhK3AvcElSRnR2Mzc5eDhBUUJrT09KU0dETkpZZk5idGcwa2h5VkE0OWxTT2lYMHQrTGp0S0t5cWpXTXFOZ0lxN1Y3ZDlWZUJNQnNWcU1RWkhrN1RoaDhHTkttei8rNkFCMEQ0d2FaakFXMzF3eVVleFI3cXE0aWhyU0FmM05qN0Z6M0NKTHZ0emJVRFJ0ZG1WOWFrYzhNTVY5WXhPc2gzMzFKbjgxSVpub0pUTHh0Z1gwYXBKd1VTaGlYeHlISGpyMU5BYnBhdG0wZTlod0V4b1hvT3RkYVB6aWQ3WElCTVdaZXhoVURWeVlod0FTc1RDRUZqQUZFVjBiS0FER0ZNV0lnSW5DN3JhaXMrZzVpOUdiaXFuOGluR3VxRnpPU040SFlUNEsrTFVsZm9PS3k2bVdDaEowcDFvT3U2UXMrSHRoMjZMdUlyUklMYWR3Z0djL3M2bEMrbDlwbWZtblZYSlZqcVNSeHdvUWVPSERnb2FSSmVsUUtoL2ZiZHFxbjR1MmxaOW5kVE5kZmJYM2x2ck41bnFxckdGZWRYT3I5RVVOdUg0b01XRlJTTVVGeTVIUGQyTytZZ1RYQ01GK01HeEpHb2ZGQ2orbm1vQzRpNmtwWDFWdGI2bXQrbk5oSFUwb0hLZUk5Q0xiWW9saGZUWFgxbituVzdHT3Q4bHBweXY0d3B6ZXNVdlk1dlJWckpmVDlJZjk5cHhDZnRFdHpiNnFCNGZ6UzlaTUo2cmpXN0lQYkVETnBVVlhMRGFjdTl2d1g4TEIwcnI1M3V1U1VCNGkwamlOZEtkTGNkWXJUczZDSVNTcVhaUDRzTG1rcjlGUTdpY1R4dHAxYlRoU1ZWNjhnbVN6MWRhNnBYZ3lpbFpEeVVOQS90TkloTjFlemNwdDVqVTdxSzNtZXU5TnRqQmN3VTd5T1dBa0JtVFF1MEZEN2E2ZG40d0l1akhDZ29XNkF3WGFWYnJ4ZU1DbUQ5VnZmWHVqVlJuT216MkttU0RRZ1lpNXZWWW1FdkpBcU5Tc3MwL0lZVEhWM3lrREI1YW1jQnNuWFFvcmZKOVo1NVpXdm44cWtzb0xBMzIzeGIyNTBycXFhelJrbUJueWJuODUxZnkzRFljdTVYZ3I1aytBd2txMGxxeXFuY0lrdkNrTitxL1dWUjRZMFUxeGNzbUdXU2VZdGlzTDJ0L2lTdlNrS1NqYm1NaXY3TktUOGRUQ0Z3RUJjYXFmYXZ0QnhvZU9UU2EvdkdtMWltalMvUWhLdmhScVNTMlNjcTc4OW5WU3ppTTVhNnB1Q21qbDM4ZG9NUTN4Z2o0c0UxTER0c21aMVIzQkY0UlVBUFFBK0QyRFE5Zk9QU0JsWUd6dDIwSVRrdndrcmdIK09FUlN2eFFpQlg4WWlCMjhhb216Zzh6RlgvWEhEbER4Y3JyZzlGaDE0TWZiOC9oQytCV0FUZ1A4RTBBVGdSQ3pWYW1Fc05uRlZiTC9RLzNJSnh3aitTakNGTkMxS1ZJaHE1ZVBUaTd6clBndWlsOXBldkg5UVpHYnVtbnNtcXRLOHBpZXNOaFNVVlY5RHhLd2gvK1pYRVYvWUFjMDNZVDdiMW5UL2tLdnorYVZWYzRXUW1ka3kvVFduWjBHUmxNYUpSTjhmUkNlZE41c2tEN2J0ZkhPUWxEN1BjM2U2UmJWL2labDRzNlhoMGdMVFpLZVdObm1zK0FJSmVqUFlzR1hJc1FjQTVpcXR2azVLeWdma0swRy85V0IrYWRWY3JsQ0cvT0RzTGxkWnRVdVkrdkg5cno4OGJEUmRRZm5HY1V3Z3YwVlhmcHpudVR2ZHdxUzdxenN5a0x5UjU3bDdQS0NzWmFDMkZ2K2J3Y1JqcHk2N3l6RXhPK096SkVWN3lGLzNzOVMyYzkxZnkyQjJ4M0pKekE2VmRyYS84TUNRa2FvRnBaVkZwakM3WUZXV3R2cHFua2p0bndxK3FsOFgvdkhwYVVzSThtaHdtMlYvWVZsRm5tUnM4Z2NYZTVvS3lpcEtSRVErMlJxYnJDOVpWVGxGWVd3ZVorb2JBSkNlcVM0M1lRNjZKanU5RllXTStCUkIyQmxxcUJsUytabWJxMWtkMCtRSzR2UmF1eThhaTF6c3FicEtNTFlTWlA1bTk0NHRwNTNPT3l4ODlJVGxRb2hRNjg0dFVSTkJUK1YxZ0J3bndjT2grcG9oeUFEQTZaWFhNNGplWUZReHdweWU2bUl3T2EvZm9BZjN4UWlsWW05MW5rbWtCaHUwSWZzMzBOWk5XaG9aK3JVZ2VnZU1Sbkh3MHkzYmErc1RIaDhyVEhOdVQ1ZitldFNIYk43SEpiRmpyZjdhUVlsVWNlU1hWczFWT0x6Z3ZIbVByeTdKSTgxWlZybFNTdXBTVkNZbHc5aFF3K1lrTW1DbVc3T1B0b21iR1lTMTc1anlSR3JibzJmZU9LbXZzMzBzeVRBQU1rVC9oY3U3eEkxSTRqSTJFYmd5U3dZVXNoR0xwZ3d3UUxJcmdoQWdUZ0FEWTJSMWpKa3RnTDNCK3Rwbmh0bzN6Nk9OSjRFU3BsdCsyZUtyVGZvQ096M2FBcE5NRlVLRUlNejhydTdJczhCVFlxWmJzMmRtMnRhQ0lZMXhCSS9zMXBJR213dTkybWdPdVpRWWhTV241bFNXMExtbWVpbG5NcFBPbk40SGFOTHB2TU9Tbm01MVFlb0hBenZ1ZXlmUFUzV1ZsZU5xa0htT2NYbHk3dzc3b0J1YjA2Mk50U3JjRmVrM1dvbGI1Z2dUKzFNbmJVNlBjRWxRbUlSNW1KaWExOG1WWDhkWHdncEsxMDlXRlZ4dEVmSUREcVdBWk9TMTNRbDE3bkdNdGdrWGNab0xZRmRIZC9pWVZDd3VhYkI5Y1FtZDA2c1ZjcUZrc3JQbkRpWXJDelNleml3MzlIV0htL0hVVXlMZnJlVncxYnJJNk85OTRmanJEL2ZuZWFxdUltN0pZd3lTRFAyMVZFbFlRZm1jK1V5aDFaeUxuOGZQNVZwVGtROW1wblcrM2IzZjZkMTBBd21ZZ1lneThKNDVWMWN2bHFaWXlBbW5EZElIUmV2RWtUYk4vRElUeG9IMmhxWUxWdFYrdTRSc2E5Nng5ZnppbFJ0R1dUa1dNNXY2UnE3N25va0VaYzZwN3I2QmFMM0M4c3Byb0RBMTVOKzZLODl6ZDdxRGlkdFlPQkpNbkpBWGVUYXRscEFYVWhuem92THFBc1l3c2VYc21lUkpkNmsybVJpN0dZeTkzNkYwRGR5OEYzcnZHbTBWdGpVS1k0WkJmVTNPMWZkbU13dGZGS0h3NjRER0hmWlIrUVRyNGVGU0UzSnpOYXRpWlI4WGtuNGZ6MkpPaGRONWg4Vm1VVDlHa3ZZbE8vOER4V3MyenVNVzlhT1F6Qi8wYnhrVUx6aW4vRTRiVnl6cklNM2ZITm45Nk1EbkpzOXpkM3FhTkQ5MGN3a1pBQUFnQUVsRVFWUkx4RnVDRGNuZk9aZW5jaHFZV0dES3NEOFkxUHFjN20rTlRScy9xeFNnS0ZuR1FOMXE3eFdoUWhyQlpRdG5iUEo4RHNCZE1Tbit1d25iRW45dWl4M1RPTXpqUDQwZC8zVHMvK0VHK2NNaDhaNi9Ha0E3Z0sweDVVRmM3bmtld0xPeENYUmx3djQyQUdOamhNYWZTZ2I4dFVkQmQ4UitQd0hnanluL2tRQW1BdGdJd0E5Z0g0QzJtQmxobkF6d0FmQUNHTmFjYlFSWExsVExwYmhaUi9hMHhjUlpqbzV3ZmVwKytXNHRKNDFzSy91b3Q4bGhqVXdsS1RMaWZsQjU3dlZUcmFEVkpPbFFtLytkUTBPZHAyQk41UXltNE9xSWJnbDEyY1F5Y0dscE1lMUpLK2hGNVZXM0VkZ2NTWkhHd2Q1REdyY3l4OGRJNEhCTFErMXZFcmRQSG10OERJemVTYjN2SmJYdHJYUkpSVjdMT0hzNWVPN2MzaVdyakVtY1lYNXZueVVreGszSWwrQzI4SEg3a0U3K2NUQlN2VDJDbXRHa21SWm1MU2J3dzRkakMwYUwxMjRZWldYV01uQm02UXVyTDZmMmYwSlc1aW93bU9jamxwK2t0cHVicTFuVDdLTS9BU2tOQm5FazlFTHQwSzloYVdVUlV6QU5uRnNpa2ZOSmtuM242bnV6T1pTQ2ZwMmFGRml6R1pmVTRxOXJkcTR5cjJLa2ptbXAzMXcvTGlOdElRUE94c2NsTHJjMjBXS2xhMFcvMnJ5N1h1dHlsVlY5Rk1DcDFIS0xKV3MyenVOTXVVWXc3RTBzejB5RmZicStRQ3FpTzU3azVmSlVUaE1LUHM2SjJ1TWxBRFJ1N05WTWdSNGZweFY2cTY5VmlBdVZLMUxxUGJ1R2F0ZFpWcm1TazRpMCtPdWFBYUJnVmVWMEtQSmFhVEIvWEttd3hGdTlVSEl4T1h4YzNmWGhubXNhRnhFam40RmxFVEVHeWZxN3U4SUQ1ODN6M0ozT0RQTVdxR3JvOEtzUGREdkw1bjFVRXJPemM2ZWZINjVGcC9NT2k4clpyVVFJcEhxazVaZFd6UVd6cEttNi9xYVFjdGFaaTUwcHloQ05qN2JMNnhtUWRicXIvOG1CaEk4WVhPNTdKbHJTTWxZQTBkSWVkcWswKzdJRlkreXlWdFZka1FvQkFGWkdVWVVBZ2RHVjRDdklHVk1vK3BsbFJ2ajgzcUZrVVlqVjZ5dGNQR3BJMmhEYW9TV1phaFNVYnh3SEtXZUgzN2R0VDVzbVB0bHZDbi9zb3N2RzJHUUpCK3VRakhocWZDQUEyTG44TzhiVWN3cmpMN1NrVExLWGxtL01KZEM0WmwvZHdCZWJSbzJmUTV6MXQvcnVPekoveGZwTU83Q1FRWDFQUU9TMjFOL1hsTnErOHlZdERhYTVzdGVpNzdBWmJESW5FUWx0My9wVzhubTBxVVI2VG1iWXVxUGJ3VlpKVTc1elpQdm1Mc1RrM0tyRi9GeFhwLzV2ZHB0YzNlWjdmQy9RTldpVjJibTZjaVdCRmtqd3c2Mk5OUWRkSG0yNUpCd1A3dFNPSVdhb3cwbmtCbncxUDR1WlNBM1UzQmF1NnNxd2RCcmZQYno3MFc0QTRIYTVkTzlyUDhyU096LzRrcXJhMDk0Ti9uekczT0pQUDhraEl5MDdIMHd4YlZtbmNMSjhCaVNlYWZaSFkyWUt2ZG9jS1VSdXlGL3o4Mkp2OVJJb01yMTUyeVVGd0pKVmxWT1lJbWRaRkxXd2Vkdm05VU85M3dCUVdMYnBWbDN5cDlvYmE4OFVsbFhmcnB2OVAybHZlS2dYYnMxdWM1aGZhNm12L1hjQSs3TEh6VG5mZWZiSTErTUQydWdxUHNzSStPc2FBY0N1T2o2YjZGb0xBSzdTaW55aGlPNVFmVElaVUxDbWNvWVVOQ0hrMTVMY2k2TXhoY0xER0hNRTZpK3h0VTduSFJhdXBOOENZbFBQOXZNdFI1c2VDcnZLcXg4TTFHOWVENER5MTFUa0UxbXRJWjgycUs0eER2dFVmU01YdkRXMGZjdXdVVHdZTitFZlFEZ2RQcTRtUlJET0tiL1RKa245aUFSN3ZkVy9lVWh2Z2l5WnM1bHh4UitvMTVKcTdPeUsvWnRFN0ZpTGYzT1NJN1R6SmkxTlJNd2wwdWpaMWQ3MFNHOUIrY1p4Uk9yYXMrODg5MXNyZDN3NXp1U3EzZllSaGNEZkZoUUFvMkovWjhWK1cyS1RYYVJzdC82UjJ6T0gyQjZPVFo1UEFyanZqK3picHdBVUF2aEpMRWJ3RCtFUHlqOVRNQ2YyZTNTc05BQXhVdUgrMkxZNHFtTmxBMStQVFloZmlCa05NZ0NEWWwvL0NDUytWbi9wNzFNSmdQbXh2LzlZTThGU0FGK09IVHN2OXI1SFlpNVdiOFFpQzRkVTk0M2did09NUllqSUtobGpYSFhrM0tZSVZBUUhtZml0VTdqVlhFbFN2Z3BrZzJET1VjNnJPeEVmRXhuaU00empYR2hielNCRFpNUW15eHg4YmRCWDg1alRzM0VCSTViUjR0K1NSRHJrbDJ4d0ViR2xRWC9OUFVPMWtWOXF6Z1pKTmRSZ1Rmbzg1cFgxelJYU1ptbjFLMFBHOFNJMkpqTkplRWlpUHRoUTA3cDQ3WVpScW1RZkRkYlhQbHBVVmpVZndLUVczM2VHZGNzSGdDSnZkVVZmK1B6M0RqVTkxdVAwYmxyTEdaMEp4TVlCdWVzMHE2VmJ1cG1DS1I5MGREK1M2c1ZUNktsMmdrUkJWNy9sQjBlYnRFSEVtbjJHWEtlVHZzdXFXQmNINjJ1SDlQMG9LcXVhTHlYTmhtUzkwcVRXQTAyUEphbENGWXZEcVp2bXUvdDJ2SFhPNVoxL2M4Qy85ZDhCZ0N4OFZjaC84TWVGWG0wT2g1elM0b3VtUHVTNnRReHltQ3RiNnJmOEVnQ0tTcXRYTU9CVVF0bHVXZlQ2elBoZS8wTjIxWkoyUWc5M1hqM2M2ek9uL0U0YkorNXEyVmI3SDRoTnJDWFlSeGpoWXNCZjJ6aXdvMlNMbTgrZi9qVmlmZ21TY1dLS3ZDR3NtUDl2YjVMS05ncW5aK01DWmpJMTBGamJoTmhxT3JlWmRjVFp3NkhHbW9PSUdmRlp3T2EwMUc4Wk90RWlBVXU4NG1vVnltd0oyYXN5TnRHUTZ1OFB2MW8zc0xCb1Z4MWZhZDRXTlNjczhtNjZCWXhXQjMwMVgvbXdObW5jK0M4QTdIVEluL3o1ZHpydnNIREdGOGorN3RmSm52NzFWdC9tNzZRZW0rY3haekRHbG91dzhuRHE1MmIraXZXWjVMQ3Q2VHQvOUVWdXpieGJoR09XQ0tUOHRZbm5Ed1VSQ1hZWkt3U3VVRUtBMlJCVENJQ1JaUHdLTUJVRWNSQmp4R0NTMFQrb0RzdnQxdFFlbTFFb0dTdFhKRzBJTmlRN2JDNHFxWmlnRUY4cUZOR1dOa1d1WmtRdnhobkF3dkxLcFNSRWpnQmREUHFTNHRVR2tnZ2d4VVVwMko2V3hzMUpaTUNTVlpWVERNRW1kaW1kQTdVNVM3elZDOEZvZnF1djVuZTViaTBqeldKZUt6bDZKT1RzVURSeU1BWHJGRExrdFlwaHRtZkFPcDViYUo0OGZ6YnBKbFJRdm5HY0ljMUZScS9jYmFRWnkxWGlIY0h0Tlc4aEpnbHoyUFRydXpyTmYrditZUGZuMzN6bmxhOEJVbzBOakx2aTV5andMbGpFUVhNRjRWUmZUN2paNmEyNGdiaTRHS3l2T1JRL0J3T2ZGd2p6ZUI5WEE2aUo5K0gwOGYzNUo5NzBkK1Y1N2s2M2N2djEwcFR2NnAwZmZCM0ExMDB6ak83ejcwaVYrSytiZmJYSmJxcXJLbWNvVnVYekVuZ3BHSk83dVR5VjA2UTBad1VOOWRmNVpSdG1TdENvbG0yMXp5YytYeWI1Q2pDVzJieU5EK09pSDJPMnlUelczckRsVEpHM3N0Z2dCTm9iSHVxTnJyNmJwUzMxNmxhdVdqVnA2bGQxbmoxeUZZRGRBRzVmdkhMRDd3bktJaEtSMTJLZmdXdE1uWktNR3d1OUcrWklxS082MEpGazlKTHYvbVlPSnpaZlJOU2tYT05jdDViaFlMb0h4Tk1EdnRxSExqMmljUnBqbEpGQW11Z3pIczFSYlBZaTd5WnY1RVNmQm9CY3BWbytTWE55aTA4Yk1vSXB6M04zdXBYWmIyZkVEd1cyRHgzRk05Tjl1MzJjWS9vdFVraTYyTm41ekpFRGp3Nnd3UzczUFJNbGJMZUM2QkEvcXd3aTB1YXZXSitabVdINUhEZ0ZtdXUxZ2ZmT3VmcmViQ2pXVDVHUVJ3SU42bE9KN1BoQzcxMmpLV0l1SjFKRGU1b2V1ZWhjZmU5MExwVjVScVQ3R1FBcUc2amZabVN4WEJ4UkNQeHQ0V29BcWFTcEorYXVuNHJ5WWJiZjlFZnMveVNBejhRbWtROE5zZTlReUk5ZDkzNDJUTW5BL3hUeG1sNFdXK1gvVm14eSt5S0E2Mk1UM3g4Q09Bemd3WmhDNERjeCtYeEc3TmhCa3VrRXFBRFdBZWlNWGJ2N1lwRjhYMHJZNTg5WmFsQWIrL2t3eEtNR1h3Snc4QS9zRzhjeEFGV3hueEg4SDBRNEROanRUQUxna1hEWHpyYW03dytLUEM3d0xsakVPVHI2K3EzZDlqVFRMY0xVMmhiVStuSnpOU3N6akZzSTBKdTMxZjFvcVBhZHpqdlNtTUd2MGRILzAwVWxGUk5BZlBvNTQzalNLbXJCcXNvWmlrVnhreGtaOGpOZTVORVdFY3hQUi9ya2c0bWxsZEdTVTN6UzFKVUhVMHN1NDFoUXNuR01TZUtqSVBacUtQdmdubG1yNzgyMlNPdEtRL1Q5dUtCVW13d3BwNS9UK2JDazEwejM3Zlp4dHBrclRZbWZIR2c2Mis5YVU1RVBpTzdBdGt1eWNNZkZzQnVxZGFvWkZqOVBuZFFWZUt1WEtBeTNoYlkvZUwwUStrb0FPMlBYb1NBQVdWUmVYVUJDOWxxNWRXVkxmZTJnUkFmRXhxOENtTStaMGtPTXY5KzJVMHVLSlM3d0dDc0ZFNzJtbEYzRjNnV2Y3M2xmK1dtZVJ4dHZZZUxtMDEzZFAzT1ZMSndobUZqWk1wQW9vSEdIVFhlWkpGc1FXMkFpeWF6TnZxVFZiWHUwbElvZ2hRRmRkQTVyS0xxb3BHS0NqU20zbnV0L2YwRDlvRkthaHlza0FyNmFIeUttTU9GMjhaRSt3M3dPd2NjTnA3ZGlraVNhSzVtUS9hYnh4QUhmL1lOS05aeHViU3dVYzNwM3IvNDY0Z3VKRHZNcklQcEI2SVhhSU9McUNxdSttQ2w4ZCtyeGc5cGJVNzJZaU9WQmlpNE9KVTJTdWF0MWUwM2M5SkVWbEZWZm94djBIQURtOGxSZUMwWlhkN3gxOForR2JkQ3RxVVUydVJaTWptMnA1MXVUSDF5bjBKanhYcE1iNXhTN3ZiUWx6T3NHOWFlOGFqWWs3alFFL1d0N2lubm5uUEk3YlpsQ1hVa00rOU16eHkvdk9ON2VETTRXUjFlSDZmS2RiUTlsS2lqcHNwcTdYcEdFQUFOc1JLVEVtQmE2SWtvR0pDa3NHcFFvSlJ0c3h0UmoxVXNCUG90Sjhhdm1ocTNKMlp2dWI0MWxLcnZHMEtuRlltVnpPY1BCNXBqVGEzRlo5VElwV0E2WTZMbkl1eHNUajV0VGZxZU5rYU9BcEhHVnlYaDlXNHcxakdOcHVaYWxDLzFhSnMzNmFQUWVzS1JrNHp4dTBpUjI4Y3h6TTJmZWJuZFl6ZFdrc3JlWnBHa1h3bnlRWEE0QW5ONEZud0NUdTAxU0JBaExjUDVzWTZJRGJMNzdtem1xNEt1azNyL0RsbTZmU3lRamdZUmFJcnQxdEx0ZkdPMW4zcWwvck9QVTNrL0ZWdkFRRzVoK0NnQUt2Yk92QXNsRnBMRHVyZ3VkTDJmbDVPUkR3Ym1XQkRXRVFtcEpQL0dHeElpZVJKeDQwMy9DNmJ6RHdtQmRMc2w4TTlSNDN4R0E4MFR2cnViTWcwbXZvZE5iTVlrcDdFWnB5cGJ3Y2ZWRjRDbVJtN3ZPS2ptdVVabnF6elhPMkJVNU9sOUhPRTZvbEhDTEkvZFkyL1A1a0VCdjUvRkRRTWNYaHVwUFJ0YlVhVWVDUDNkMFh6ajJ6b1NaUytlUndIRzE0M1JVQ3E4b3NWVUhqWkZVdjVwdzJBZloyU3QvYjh1d3JOTmwzelB0alE5MUZxL1Jpa3doTENGVEdWaTVLeTdaT0U4eVpRRlplT09SNXk2VlBqaWRXaHAzbU90TWlHY1NheFNqdmdYbU9tS0tNSFNaTEt2M21xc2srQlFwYUdlcll1c29zc29iU0xEVzl2YUhlcDNsVmJOSjZPTmFmRnVHSkFNQWphdmM4QUI0UCtBZk5wZVhqYkpPS1phTVJrRWFUeVRLL1F2S040NlRrcTFpQkVtbThWSXdXSnRpVktqeHpIU3hGb3plYTZtL1ZHS1FtNnRabVNKdkpvYnpnY2lyVHdOTmx3WkxxKy9OQnBSbEVTRUQrM1pvcDVlVWFQTVkxMmNiRWZYMVBVMlBYSnl5WU1FWVloQ3hPd3VkdEZwSENJRy9MWWpZaFBWL0c3MEE2Z0ZjK3ljY0V6Y1ZmUGxQakNqNlpNem83dzhoRkZ2aGVoN0FGeExJaTF0amlvSHZ4NVFOUDQyUkFMTmpiVCtRMEViak1HMGpaalQ0S0lBeHd6eCtLRll1OFpmQ3hKalNBWCttcU1FUi9COEJZNHppSkhKdng0RkJKV3FGcTZ1dVZrQ1RldnZWWFdsMmNhTVJwbGZpWm4rMjZmcTFSRXEyaUNnL0hxcHRBR0RqeDYvUisvVTN1bzZlRTJNWFRGblZUNzMreEpqQXBlVmFsb1Q4b2duamw2MURlUElVZXFxZGpJbTFPb1VmMmJ2cm9ZRkpZMzVadFF0Q2xnc3VIOW5UVkROb1pSa3hRdHpCbGE4eUlWK1I1OCsrRHY5VElzZGI3UTMzOTcrc1dnSEd4VW9TdXY5bzAvM0Rsc09NYzB4YktnenpSR3RqN2NuODBxcTVwaUd5VzdkYkI5Ujd6dktxanhDeEhETEY2NjA3NjVJTmkwdTF5UW96YnoxejlzQlRRdWozeE1aODNsaDg1OWlDMHNyNUFNMGtoU0tkNkJya0t4REZPa1d4S1NzNXBHQkVCd00rTFltb0xDdzMzZEtrQzVMTUUrbFdXd0V1blArMVkveVlMRWx5TVd6S3o4ZGxaSThTM0p3WDh0VU9tSUk2dmVJTEVXTCtmZjc3M3A5VGZtY1dFYzhMUi9pd1JuWXhESG1kWHVqVlJsdTRYdGpmcC93cy9yNFdsRlN0NXB5dUR2Y1kzMGRzRVVheDZTc2lCdW9QN2RoNjNybjYyOVBCYUNsZzlpbmdSdzRNNFpPVTU3bDdQT2ZDWS9Tcnp4OSt0YlliYmsxVjdlWW5wTUQrVUVQZGdNUS9iWnJ4Q1JMaXBaWnQyaURQaVVTNFNyUlpwcFRqVlJBVElCc1JIV2h0MkRLZ3NzejNWQzRqd05pei9mQTdoWjdxUXVMa1pGSSttVnBTbTRnQ1IyUUZDWjRUN0xmY24wcElGWG5tcmlKT0Y3bGtPVUtSamFuajlTVWxHK2NCN08ra0lSOXVINkswTklkeWJpV2lDMUt5akw3amIvdytGdEViaFhKNUV3SUVKaTduRGw2SmhBQ1R4T3ljeDRNbklhT0xFSmMzT0dmeDJoYml4Sk8rQUVWbFZWK1V4TG9aNDIxQmYzS04xSnp5TzIyUTZVc0ZOMTVqWEZsSUpqdmYzQmcxSlZsYXJ1VUtJVE1rcHpFS3R6UWUyWmI4QmMzUWMvSmdGY1dta00rMDdhaExqbkZadDA2UlBlS2JyUTFiTnNjM0xmVGVOWm9UbTkydGRPNDhFbnpjS0NxdnVxVmZxanR0VEt5UlRQaVBOdFVPdWprVWVUYVZSMHo5RFQxZG5zMGs2dzE5NFFzN0R3UWZ2L1NHdURWVnRja1NJOEw5bElGMHhhUlI3Tno1UzZ1NFpaV2ZFd0t2cFhIYi9KNitjLzhhcTZHTkV3S2ZCTkE0YytidFQzSnUrYWdrMWtablB0aVpQWDc4ZEU3Q0d0aTJaWUFNY0htcnZvR3c4cXY5VGRxd0xyZ0FnRkVURmtqZ1FzaS81UWdBcEdkUG5OZmJPWkIrUTZrUmpZd3JINU1DWjBLNjRzT0I2SVVyZmVhQzd3VDZsR28wYVdieG1rM2ZiZDYyK1o4VER2bWFOUG8vZXVIa29LcU5RZWpwdXFRSUR2ZWUrMTJ3c2U1amlOYjJmOEUwdzYvczJmN2dxZkhUaXI1NzV2MldjUW1IUFR4M21mdmpMYjZheHdIUW9sVlZzMG1LUlNIL3BjemNYTGMyVVNobWJ0QTN1RzZRalRNL0c2aFBUa0RJemRXc1ZrWC9CQkhPRWNPN2lRN0dybEl0WHpJamx5VDJoUnByRHpvOVZSOHhHSHVyclhIemUzUEs3N1FwUklWaDZNT1FBY0Rpa3ZCTURqV3Z4VmM3U0JJMnNNL2FEVGxjOHB1Z0tQY25teEd1VTZSUWxuS0ZUMnVwMzN6L1VNZm1YOWM3bTdoMWZOQm5TVExjY1V3MTF4Q2p6RTdXOVdzME5RMTgzNXpPT3l5a0t0Y0luZTNadDdQdWRLRjN3eHpPekFVdHZpM0paQVZCeHF1ZWM2ZDR4bWRQU2ovNytrajA0TjhLRGdMSStRdWQ2OU94bGVuL2JYeW9XVlFDcW1LVDhwK2wxSk4yeElpQ1hRQnVqTlhLRzdIK3Z3emduMkpKQk0vR2p2MHc3QjBpc2pBY00xVDh4cC80dlA2bitGS3NIT1FNZ0ErTkF4dkJDQktSbGpraFUwUTZLRnFjckNlTjQ2TW1lbFFjOE5mOXRMaHNrNWNNbzdsdDUzMG5FQ1BqaVhpNUZQeDdnNk1KbzNCNXE3NGNnVjdmM3ZUQThhS3lUZDl1OGIxY0J6UWxqQXMxTG1FK1prcmp3VmIvL1lPU0FhSXJ4UEtXUHNrZjJkL3cwTUNZcDZCODR6aVZjSE5ZRmQrTnB5MmxJamRYczlxNStRa1FYZzAwMUwyTTZPVDl6dTcrdmwrODJmUXY1d3E5bGQ4TStXc2UrYkRYcHRoVHRVcVExRU9OZFFjQnQ2cW92Q3hZWC92b1FQL0tLbGZDUkoraUlDT3d2VzZRMG9sejhSVUkxbkFzK0x2cENlTTlBSGl4MEt0TjRFek9CUkdwaG5qeHlJNmhKNTZ1OHZuZjFnMTZHamFXRWFxdlNYcU5uQjV0Z1JTR3VXZjdsalpYZWVXTnVvbGc2KzVIdTRxOG0yNkpSUHAzSDlqK1lKOXo3YWExWVZQZEViOE9GcFZWM1N5RXNtMWZiR1Y4RkJ0OVQ2RCtPNXRTNis0bnpWNjU1dFRiUTViMEo4SE96U0lENXQ0RFRWdDZvbjNhdUpRci9OTW1qSHZqVWNrMnExRklncit6YjBmdDZZVmViVFJVdVZRaDhTNkJwUVcyMVE2NnBrKys2WTQwcTBqekJyWnRIa2kvY2xyTkd3R2toUm91S1ZRTDExVGRhQnA0WTg4UWhFSWlvcVdZaGxNQlZ5TFNmTXZHMWJrQjM2VlVKK2ZxNnNYZ2JFclF0L21wUWsvVmpZeGhxcFRzNVZCRDdiREpTM21ldTlNNWxCS2hxOTlObmV3N1BSc1hDSzVLSW5NNm1leWx0b1l0U1NxN1hMZVdvVmpNVDBFb3YyamRXVE9JRENncXEveVVZcGh0cHFMTTR4YmUwTnQ3akN6cG95bHVVYVBRWDkycjVnK0F4Ri9mVG1kNFhJbUVBR2VNSFBFWGxZRVI1MWVBUWlDcWFHQWdrT1RST0pzODkvcXBGcHQ5aVlUc0lKTG5RdjZhUVZlWkxNcDBTeWxPZy9qVlRHRWRRWDkwUlR6UHZYNnFJY3haWElGZFphSzVlVnRORWd2b0xLdGN5UmlLVE1LTGJUdHNTWFhkTTkyYWZjeEY4N3F6UnZkQUVrRkIrY1p4WEZxS0ZXRzhjYVRoMFlqVFU3MFVKazQ1RkhPbE5NMDNXdjMzRFpMSEZuaXJsNWhNUDdkWHQ3OVhwSnNlWFdKdmF2MVdrVU1zbGFTOFpWVWlpcWtyQlJGbWVXMS84SEVqTjNlZDFUcDFYaEU0RHlrU282SFFPYVB6VkN1QURRQVNiMGJmVTdON3g1RVVleFZUdmlYSFRKN055SnpWKzU2MUViRUxXcmJNWEc3SXlMWTlUYlZKcjRITmtUTTIwbi9wZmp4ejhicUZVRVJHeUI4dHF5Z29xMTYyditsN1ErYXhMaWpaT0NiVGFpbVRqQzRRTjE5RVU0MDVmOFg2ek14TTY3VXNZajQwMzRnNHNqMVYxL2QzNlRXSngxbnNPUk9NOEpCamdBOUY1OW0zVytlVTMybkxvVEhMRENsMnF4YzZqeFo2cTYvZHMrUCswb1RkT3VZdi8xSUxTZlVrQUZwYVVqSEJWT1dDZ0c5TElobVE0WENZZVlvdUJ0WFpGNVZXcjRnWXhpQzIyejdWOUVEd0xoTjBibyt2OWhMSlVxTE5Jc1c4Z1NSN0szeGMzZVZjWGJrU1RIMnZ6YS90WCtqVlJqdGdyZ3JMOEV2dGcrb3FvOGd2cVhaWnJQU3h3Smt6dzBXc29kQ3J6ZUhDL0NmQnpCKzBQbGN6SUNXZTZiN2RQdG82ZFRYamJGWkVOd2VaRFNGYXRyRmNjdVZHV0hodG5JV2VNK2RPVzlhc0xBL25OTGszM1BIRWthYkhMZzBtbkhkWTJLanhLeVJUMzIvYnFaMVk0cTFlcUVoenJMeWdKcTE0Wm84cG1OaDM0VTA3SU1DWW1tNnpqNW55K282dEgzcGpIY0VJaHNIUC8wcm4zVGVNa1IvRlNnU0d3amtBaTJORVFPTCszLzhqby9yaXVDRTJ5T2V4UHJBUGllLzczOFlmVTFJd2doRU1nbVJDajMrRHVPUURZK1daYnMzT3BTeFdoUEc4MDdOeGdTRkZmNnV3djRmWXVFeGFsYitYSko4SU5kWU92bWU0TmJYWUxsd0dVMTQxajZsblhHV2JTblJkL0NpUkRKanAxdXlqN2VLVHBwQlB0amJjMzViYVJKN243blJ3NCs5SjhHZjNOMXhhQUlsRlRuOWVRanc5SEJrQUFQYnB4bG91Y0NHZ1czYmw1bXJXOUJsaW1aQkdmVjlFOWhhVlZhMEpHL0lYdzc4cTY1VENzcmtMVFFhRTZ1dDJPZDNhV0tTSmovUWY1UU9MRFBtbFZYTVo4UW1rMEpTQXJ5WXA3U3BhM21mN0hKRjhwMlg3bTIvRVZLQURVTlgwSFpER1lxak1NRTIwN2RteGRkRDRiTm15dXh4bVZ2cjFVcXJQcUlxY2JCaDlUWW1UZHFlM1loSWplWlhPTEx0ZDNpcXZDZkcyWUQyZFR1K210YWFVQjFRcmRSZDVxbTdURGRteXZ5RWE3WmRmV3BFUG9nOWF0MnNubHkyN3k2Rm5aYTRLZDBXK205aHVicTVtVFo5cVhQUGVrYVkvb054YXB4U3R1WG9WazlUUjdvc21JaXd1MlRDTE1mWDYvb2lzMjdjekdvdm5MSythVFNRZG9ZYTZRM0JycXBYMHBXVHlicE5oV3NoWDkvUlFMVThJajExbUtucHNiS2R4VjZtNFZqSVV0Snc5SGIvR3NTSlB4VUxUcEF0N3R0ZDlxTmRMdnZ1Yk9SYVo2UkZFNXhpVG82eGNXWFNxczJmZ2ZwVlh2bjRxQ1pvUjh0WDh4bFZXN1JKRTR3am0vbEREMW1ITkUxMmV5bWxDWlhjeGlSK21rbUdUblZvYVlDNVFtRlFaS1cyQm5UVkowWmw1bnJ2VExZcjVlUzZ4TzlDZ3BaaEhybE9jbmpsRkFzb1phY0Y4WW1KWDYzTzFmVk9uVG5Vayt1UmU3aVVEUkV4Y3hoWUNWMlRLQUFmZ3VQUXYwUlVnRUFBNDQyQ01BWXc0a2VuMGFvVld1elVQUUI4SExyVEdtTnBFRkpWVnJZSEpPaG1YRG9XejA2MytLSE9YNjlZeWJIYlZEUURTd1A3bWJWdVRWditYZUtzWEFyeFFndG92aHBXOXFaS2QwV2x3R3dxT0hXMTZwQk94eWE4aStYV1NHODNOTzdhZUwxeGJmUzFYWUFkamFhYkF3YmlqZmxMZnlxc0xHTkdZSHRiYlhtU1RhNlVoajdlbitCNjRQSlhMbVpBa3czaFBxS3FYRkxGN3Z6OTZBN05Qbjd1QVMwZ21hWXprSm8rbUd3QUF2aGVySllzajdkMkRMM3kxdTdmN09GbFVDOGljZmk2czdvdzdqbWJMeklWY1FjZWU3UThtOWRGNWt6Wld0V1dPU3R5bTJodzVRZjliUGtRWit0V0FDYWFxTnFUQXVmcmViTHRGV2Nva3BuSW9PMXZydHdvQW83TXlyRXVKNFhEempxM24wekx0eFVMQndUalRpeWdKczQ1eG5wZ1R2Z3RBWGVwUFJzNjAzM0hWOGk4QWt2cWNKWElXQ1JJZGJmNmEvUmcxWWNHN2JiL0xrNmErS1A2NFBYM01zMVpicGdnMi9PeGRBS29PODlvVFo5NXFqaEY3S2laNDBtMDgvSmt6SDV6YzE3eGphK2ZBZGtETnUyRjlTVis0eDlpNzQ3NGsxcldvck9xTFVBSGk5TUdlaHJvQnI0RTU1WGZheUNwdUE5RjdvWWJhRnh6VDlFVmNGWkdnWHd2Tlg3RSswMEZ5cVM3VWw0Zkx0QzN5VkN4U0ZIRk5iLytGV2lTVWp5UWkxMzNQUk03a1owaUt4NUx5a2QyYU9zWXh0WXd6eWpVTjB6ZFVybStCdDNxSkJKYUxjTmNEd2VlMCtCV0FaYy9OdnA1ek5qNGlJejlOSWFkWTRlaHhONXFxZWJTMVhqdFFVTFp4bWNya0tIbkJGZ2dHQjQ1SFh2bjZxVmJiV0JkQUVRQ1EwdXhwM2JIMUQ5YmdqV0FFZnlNWXRoNzJUNFNJdGFYL0ZjbUFFWXpndncxbUdCUlBtNUdjRFJBQ1kyeHlHU1B6bUNBbGg2RE00ZWZQdHFCSk0rZVVhMWtXaC9VVEV2UjhnZ0ZkRW9yVGpId0N6Tlo2SEhKTWt5c2kwanpkdHJQdVpPSStvNjNHeHdDWTJicDFLS2s2czNMN3R4bmpMeWE2MnM5MGEzWUJVVW1neHRRMG9VUVVlYXEvd0lsbnF0MTl2MGVUWnFaTkVTNWQ0bHpJYjM5blVsYjZDc01RUi9idDJES3NVV21oZC9aVkNsTkdoZXJWcHNVck40eUN3eXpzNll6OEtqNGVjNVZzbU1VWWN3TEM3QThubDB2TUtiL1RscDVsdVZtUzdPaFV1bjRKUEVVeE5WSWNOS3Znb3hLY1cweFNXL1pzcngxeVFtdm0ySXVKSVN5Wm1BY1IyWlc0SUpGZnRtRW1ZOXdWNmRQZmNKRHVaS1o0NSt6RjhMdFdXSmNiSkE5Y05OVDNMV1Jmb1N2cUcvSHhxcXRVeTdkWVdOWkYzdFVHQU9ITU5CZkllRHR4YkFjQTlxbmh4V0NzSU54ejdwM2hYaDhBY0piUEw2R3dlVDdncTRtVnhXcmNaclYraWlBYTkrMnNmUnN4STBTRmVGNFg2MjRDUUVVMitSVndWU2ZPK29jakE0ckxLbS9sakU3czhVWEhjUGtsWWFka2xIcytvbXlOajdIeXl0ZFBrWXhQdmFoYmh2ME1JRVllcWRhMFpVVGlBRGliRGlpNHlOU240ajRQdWJtYTFVYldZaFBoRjEzZXFoSlRZallSdlIzeWJ4M1MwQmt4UHdmSitKZE1pUittcHFNQndNVHg4dThZSTBWQUhBajRhNUxLTzJhNmI3ZGJGY2VYcGNUQmdML1duM3BzUWVtOEFqRExXSVZFUm9Rc0w3WFdiMDFZb0J3Z0FkamxiaXJJR0YzV0J0Vlhua0pnemh3T1lvNDRjMHVBak5WNlhkYUlwU0l3QU9RWU5XOEZ3WHdWRnJXWlJXUkJ5N2t6ZzF6N0N6M1ZUak1zVHFwMm5zTko3V2oyWGNvM3RkdU0yMDFoL1IyWVhOTGF1RG5KRjhEcDFzYUN6T3ZBNkZTb3ZtNlFzMjFSV2RYTkpQVGo3ZjR0aHpFZ0h6T3VVN2hsZTB1OTF1VXFyY2lIU1RZUk1ZOHl1ekp4ajI4d3k3alF1MkdPRkRRbDFGRDd2TXRUdVZ6QytDQzBZMnZTRGJCd2RkWFZBalFtMUZEM2ZGRnBWVGtKNDRWV2YxUU9udWZSeG5NdWwwZ3kyNGl4ck5iNnJZblBuMkpaMSswQXNnRkE2SDB6anJ6eCtPY0tWOS9UR0RSMk5jUWw0R2NUc2tBQUFDQUFTVVJCVkxtcnZ6Mzk2TjZudjNUK1pQdjRtSkhWcFVZaVJrbWs1MnlTUy9lUmxpZGVCeUFLeTdWclRHSG9ESFNXcEJqc044QXNTMVZ3MTdGVGZRK2RibitvRjhBRFlPd2YyMTk1N09lUnZndnJpendWcFF4ME1WQmZPNUJFVUZDMnFZVEkrQUJFaWVUTFM2bW1WSzd5cXVxK2k3MWYzdi82d3hmc0dXTnZEUGRFRjhVdHRzd2NoZE9NZ0svMmQzbWV1OU9KdzlueHdmNVBKaDRiN2oxLys5NFhINzQ5L24vcmpzU3lYZ0NuRzlCNnVnRkRyZWExdnppdzcyb0FPd0RBVmFaOXhnamp0OXhxckEyZVA1dDBFYzZoN0EyTXNTTWQzTEs5b0h6aldJWFk3R2JmZlU4QjRCa1phcEVwNVpIMjdadUhIRGdzVzNhWFErZnFwem5uM3p2UWtLd1lHWUJiVTlQdHhzY2xwOThHZlZ1VDJPQmloM21kSURaTE11bHIyNUZNZGlHV1c4d1pmVUxsbHNlQ0NlNjdTOTNycDBpSnBaeXIvNXFxV2lqMFZxOFV3SnR0dnJxamVUZFV6ZWVTeVdCRGN0TEg0clViUmxsSnVlSE1rZnBuZVJyLysyaktBTkdmV01zOWdoR01ZQVFqdU1JUmp2U0dyU3FYWUFCblVVSWd6MU94aURHZWFVYjZXcFcwekRXaGJUVURLNnBaUm1RMVY5WFRBVi90RzBPMXQyaDExZFdtaVltaGhwcm5YZVhWMThNMFpmdjJyVW1KT0lYZXFqS0ZzZUtBcjJiSTBoclhtdW83SXlaKzI5NVFrK1JwTU1ZdXZpWkpQQm55RDAxRUFFQmgyY2FQRXRHb29MLzJYd0RBVlZMdGdzTHNiYjdOKzUzbFZSNlNkSEdvKzIyczFDY1RBR3QvOFh0alRMM3ZIQUFjMkczUGtxYmVUeVJqSkNKVFdsOTVkSlFVWm9Ta2lCQ1ppVEZ4UnpKRTFuY1ZqakhwdXVXeFVOT2pKb0RsVVhPK0tLejI3R09PckdraHpuRXhWSzhOaXJWR05DS3hXQWlMb2pBeHRwdGZmUHBJNDZWeWdvWGV1MFlyVXMybjgyZGU0S01tTENLZ3EzbEh6WnN1VCtWeXdlbDB1Ni8yM1NKdlpURTRQOXRlcngwSGdEeFAxVldraU1LV2JYVS9SaXgrbTRqVVlIM3ltTVRwclpqRXdMeUM4RWJubWNOWlEzUU44ZllnV0dkdzV5VlN4bFV1LzQwWWRzU0ptbnkzbGlPbE1hK2xZZlBUQU9BcXEvNU1IL0ZmMkVtVTliOTM2RGREdFZ0WVhyVktNSFl5NktzYjZKZHFVZGNSeVlmajZReTU2elNydFVkK3RjVy8rUThZb1dxY1lCYVJ3dDlrakgrZEdkSkhYT3c5VXI5bHdMdkpNVVBlMlNmVi83UXpxNXR6T3E4UWpldDd6ekxrNXhxSWxpQ3JQZXlUREhpbXZYNHdHVkJjdHVsV2Fjb1R4SlgrMXZxNlFTVXdvKzNUeTZXUVIxb2JhZ2Y1MHpnOUd4ZVFvc3lYcHZtQllQcmUvUTExQTZvWUtXVVNBWERaeHc1aXNIL2M1WVFyamhDWUdnNXpaS1E3RXRTUVY0YXBJSEhPR0JnNHN4aVIzbmZUaEhFQUpsYjI2V3BqNmdwcW9YZkRISURHY1N2WEdWaDNjMXdaa0t0WjA2ZVoxMGxpQWFiSUZUakxreElGRm5xMTBRUjVFOERPWHdpcnp5WDNZSjNpS3AyNzJKQjBiay9Ed01XS09hYkpGWXl4QTd2cnRhNGxxeXFuQ01aR2M0YjN1ZDFTMU9JNzlGVHE4OGp6YU9NdDNKeDF2bDl0ekN2WHBwckNVQ1BIanlUVmlPVzY3NWtJbFUrL0VPYmJDejNWaFNiSDJUMisrN3NRWXhGVkxsY0xpQ2FtOE5uQmpNTTdVczh4ZjhYNmpqTkh0ajNSY1hyZm5mRnQwb3g4NDhCclA5bU9ydU1tQUl5YTdGejUxaXNQLzdzUjZWb1EyK1VyQUg3Z2RHcHBOTjRvRWJwc05jM3czSlNtWlo2bjZpb3loWTJUK1M0c2xrSzlyeXVwRk1KVlhuMjlsSmdsaUo2SmtnR1pZNENlcjRISUVlbTc4RVV3ZGx0UDEvblBIbnJqaHdPbWlFdTgxUXM1TUpwQkdhLzNkNXpBRUpqcDF1empiT1pLTTBKUFJITE0zb0t5VFNWN3RtODlHWS9Ec21lTW14bncxZDRkTjl0cGlSSkFLNGRxNjMrSUNBQTRQZFZMR2NUYmxqUzYxZWl6UEIzL0RFNWRkcGRqVW5aNk9Va2MxMDNSTk1ZV3pwS3dsamY3YXY4OWV0eEdGMEV4OThRU0lsTGg5RlpNTXBsNkp3YzlIUmpXekVialJYWmpIVWwyTXVoTGpzaGM0cTFlS0NWeUJjazM5alFNSHR3c0txbVlZTE1vMzJRa245N3Qwd1lJSCtmcTZzVkN4ZTFoUXp5d2IwZHlyT1lTYi9WQ2tpWnZNMnlIaXp3Vml3VEpDZWQxNjZ1SisrVGwzWjJ1bXVwU3dZVXZlNlp6YXUrRlErTkloTUhZWHp3aWJRUWpHTUVJUm5BWmdCaEpCZ2FTVEYyeXFuS0toZk5GRjluNXA3T3MyYVZRbEFFSC9xTHk2aFVBWGQyQmkwT21pVVRMNzR4NUxYN0xjNFdycTY2R2FTS3dmV3VDdDRqR25SN2hZb3l1a1dlVmpVTzFVZWlwV21VSzJXRWVmek9KREhDV1YzbWt3TWxXM1Rwb29qWFF2OUxxRmNSb2lpSERQd0EwWGxDT0JRUTV0cVgrWUlPcnRDSWZZSkdBdjdaNW1NTVh4eGRuVEwwUEFLWUFnREJTTGFVSXBqNWs5U0FZVjlJdGluS3psT2EvTmwycUsvOVU0ajcyakRIMUZwczZ1bVZiY2w1OXZJbkNzb3JGQUJ0TFpQUkl6b0pINmkrUkFURmZoQ0lEYW90bDFLUkpxbUpNRG1hOTVTc29yU3lTVExHRmZKdGZ5L05VWFVYZzQ0TDFtMThBZ053MTkweTBTbHpkVWwvelkwVExabk81cENrQlgyMlMxMGhlK2ZxcFhQTFBFME5RUm5wQ1EvaWpBQUNXbGxSTUVBcGZvSXUrbHhGVFJHUWgrKzhGVVhPb3Z1YTM4ZjI0WFM0bFlRUVJNNEEwSVU3Wm1ieEpoSHVmUFhEZ0tUMjFYYWRuNHdJcHlBdzExTzVHbkp6Z2ZLT1E3RDlhL1Z0T0lWYUtrZFpwZWovbzdoM2sySitLd2hLeFFpZElGVmhvbU9JVkJqcXpKOWJPVExkbUgyczNWMG1wUCtzUWxoa21lQzhnWnlFU2FUaHdvRzVRM3hBYk00N3ZjdHhFWU8vM3Y2OE1TcUFwTEt2SUl5Ykhjb1V1TnZzMkQvS2JjcFZYWDA5U1R0WVJIbFFhbWwrMllTYUl6U1lwVDBPbFUrMzF5WXJVekt1dXl6RzdUMXdsalZnNjRtVnVLaWdCbWNKWVhGWnoxeXVPRURDTTBWd2hPQzdWWVRBNTlDWG84Z0lCRmhCeGdDSUtJMTB5WmE0UTRlMEhtcEpYTWhlWGJKZ0ZwdWFCME1jZ1RnWVNWay90MDhSU3ljR0o1T1F1MXVVL0VueDBRT3FjNy81bWpncjlSakRPSTRxNS9haS9KdWxxdmFSa3pteW9sTDBuNDYwQm53S1hwL0xqUXNqMllHUHQ0ZUtTaldPRUJjdEI2dHRnY3RhNWZ2NE1rR3l3bCt2V01xemNLQ0hEM0pacG1nNFZ5b3JlWG1QYjRaU0xXSnJOV2hycDBaOGZrODV6T1ZjeTJKblRyd0VnNTAzYVdCblI4d1Q0UzZwQWZuZHZlQ2Nha3MvaGRONlJSdWxXMTdRbHR6N1ozZlR1ZGFiZXV5VDJFTy9yT3Y0d2dCZWRiaTNqMU1tWDh6dE9kczFMT1BSK3dPN0RlSE1lQXp2UXRtUHIyNnJWa1c3cWwzemdKc3k2YnBLcVlnYVg5QmFrcGJpN1MvY0RjblZDRzR3a1poQlg5bVQzUjZPMWJHbnE1a2dmcGNkM3NOcHptZzY5TVdtQWlIR3VxcG9OWUFtWTdHczVlK2J4Sk1mVEJJeXlpd0pwc3RPdE8ydVBPVDNWU3lXamN5U01nZmV2Ky93N2UvSTgybmpHOWNVdCs5NzZNWUJYaDJybno0Qnc0WnFxRzBtZzA1UXlwOCtRdnorVWtEWXdMalBOSmNHbVNsSitZMVVOeFRTdFYrUENtWjhnNXJsQVpLcERlVjBBUU1HMUc4ZHhLRjhHMFpPcGtyQkV1TXJOTDVyRXUxdXpEeVZKNDV5cktncUpJVmNRSGRLUFd3WVpFUzBxcVpoZ3Q2ai9JQ1g5SnRoUU55Q1hMQ3F2TGlCSkhsMnE5Ky9iVVpOMHczQjZLd29CbHQzNWJzOXJ6am44R2hEVCtmbXpMeDlOSWVHc2srMmZKSkxicEtua01FdldRaEtSYzRqcUEwWUlnUkdNWUFRaitEK0dXSnkxQkFERlpoOWxzVkZldjFRYXNtVDJDZzU1dE9VNTdUeGlhazRDcmVycDBoODU4dXBnQTd5Q2F6ZU9rNnE4R3VmT2Jzc3ZHejFkZ1hWeUlLd21HWTNtM1dET1pSekxkYWsrMXA1UXdoWkhVVm5WR21KWTNIV2g2L3RIRXNaYkJXc3FQd2F3R1JGZGVYeTRkQ1ducDNvcEdLNUhmLy9qN1UzLzBsdXdwbklHcERJcEk4eTM1NWZPbndXSTdFQy84bUhqamYveEpFdFJIYU9rd1I0TE5rWW5uckc1eHljUzkrbnZPWnZYc20yekxSYmRtbnk4eFo2Ky8rWHZaNEZ4VlppUlhqUFNrMlFlZmZUOUg4NFBIKzU0bnl1cVZWRXRhWkUrWTczTDg0Mmxrc0NEL3MwdkZwWlY1RUZpYk5CZk93L0FNZ0I0NzQxZjV2WmRQUDAyZ09XS0pTM3IwS3MvR2RQZmRlcmRXT3hydEpNV1Ivbzd1Mzh4ZzBHMTluYWR6SlptWkRtQWVTbmRtNmhhSEkvc0R6MDVvNi96MUJFcDlSVUFjT0xWMzh3NnJkalN1enVPN28zN21HU01tclp3YjlPL25qYkNuZGZhMDhkTlB2emF2enM0NDZ5LzkreHhhUnBIVXcxb25lNXZqV1ZjbVdYdjdIMFJzVEVRNCt6emhtUS9iSXVQc2RhdFU5SjdyQzVkSUpnYTdaaUthRlMzN0djQ1RISWFyWERsN1pDL1prLzBVWTJQc2tjS1NPSWRLT3AwTUpJY05BcmhTRU93NlYrR2pJcWQ2ZGJzb3gzeW80ckUyQWoxL2VqQWdZZVM1Z0xPMWZkbU0ySmxKUG5lUU1QbVFTbGxoV1didkdDeU1OSnIvbUR2cnVTNVVMNzdtemtXcUlYRXVNMGk1UnZOOVZzSHBkTmtwTS80KzY3ZU0yUGlFazY2ekUwRlJ4UUNmMmFJbkFobjNHR1AvODhZU1hiWm13cXVVeFQxV0pZVUVYREdMZHlTT1liYnJiOXJmVzVMMG9VLzZoQ3JYbWNJMld2bC9GUnp3eVV5b0doMWRZRmtjaXpBZWlOa2VlbUk3MUkwRzV4M1dGUmIrdlhnZkdGTGZjMjlxV2ZQZDM4elIxVzVKMUJmTitERVhsUlc1UlpoTXhocXV1L0luRGwzMnFTcWZyWS9yUHpJWVRHWG40dW9MOFpsU0plZzhYU2J1Q2ZncS9zMm9IR1hWM3c3VUYvejdkUnpGWlZ0dXNzTTgvOWthV3dVSXpZdlVGL3p5L2hqVE1oUzR0YlhMVXpjRnZEVkRNbWswOWd4VGk1RnhHWlJWcG13Zmdib0N3RVVyOHVmRDZDV3JFWmc5TFJybmpyNTVzNkZDUm5UV1lwS1AyV1M3bW54MTczdGRHcHBoOS85eWN5ZUM1ZVVaNk1uWDcyR25WWWZ4WGh6VFYrMit2dkREYldER0UvSnFDZFVyMFdsVWZhclp1ajl4eTVGQmpLdTYvMGQveEQzWkhCZVd6R0pXNW1YaUoybS9yNWR3OVhLTzlkVUwrYUNzZ09OdGE4WHI5SG1TV2xPYVBYVkRvcmdzOEJjanJCMUY0NC85U2tBQmZIdHFqWDlBVlB2L1MrTFkwemFsTG5YbGh4dGYyWkEvVEZ4M2cyRkNqZzc4ZWFPUVVZdjgxeWZxWHd6OERNL2dQK01iNXN5MTFQSWlRVUVZNk1Gc1gySEVreDdYQ1ViWmttRmwwaVl2NHFjVU02eDZWZ3J3K3FMZTRLUEcvbWxWWE9aSkVlb1lldWdNaFFnZWxQaVBaYmJCUEZuUWlueFA0bHdsVmRmVDBTODFYZnBjNEVCZ3gyYXdZaW1oUHkxZzEzTTNXN1ZabUdmRUZMc2JFMGdBNll1dTh0QnhOWVpYSG1zdlY1TElnTUt2UnZta01MSGg3WnQ5am05RllWa3dndzIxZzFhQlhHVmIvcHl4d1grcSt3Y1BWM2xQTy9jV3kvN1lLZlBSUzAvUmdpQkVZeGdCQ1A0dndoR1RJSUJWdHVZK1V3cXY3TkRuOGtVMkZycW83RnN4U1VieDBoT04rblFmM1Q0MVFlNmgyckRrcWwrOWdKMS9EOTAydmlvOGNwdGdmck5LV09mZFZhTGcvMFRKSDJ2dlVFYlZJWlhXS2JsQWViTndmcmF4UGhoT0ZkWHJvVGd5NFArbW04TjEvKzhHNnJtTTA3ZmFQSFZmanEralF2MmthQ2ZQd3FjVkp6bEU4c0NDZWtBUTBHeE9zNElJM3dHUklJeHhjb1lWNlEwK21QcEhiTXV2VmlzRDBRcDd2Tk1VUzFwbzRUUkh3ZzJmaWZSWkxFY1FHSjZFb3h3OXdvQUs0YnFnekRDUXlnU0xxR3ZPOG96U0FHWU9wQTFkczZUeE5tSllFUHRTd1dsMm1Sd2MzSW9yRFlDOHJHNEtyUG53dnNKN2ZlaDN4aHNSbVlhL1luN3JSM205Qk5Nby84YlBSM0pwdmo5WFhIdUF6ZkgvK2pwdUhUT2NPOGduKzZMU1lTQTh3NExkNlJYQmVvM2Z6Tyt5YW9vdDVEQWpyYUdTd3N1cnM1NUs0UkNmZTBOZFI4YTUxcmswUmFaVXVnd0RXR3hxdk5COUU3QVgzTXBKbktWZVJYSU1scmhacFlRN0NKWldKcGlpSmJBTUdSQU5DNWF2NEVSWHhqdzExWU11WVBGdWw1S3RIVXBIWVBMbDh1ckN6aWhwSGxiN2ZxaGpsWHNtZjhvaUZxa2xIdjNiSzhkOU55S3l6YXRFeUtjWmhyZFJ3QXNpWG9KWE40S2daSFl3VDh6aEdGd1pyV25JUzRSSUNZWjY3M01DWUduaEJUNWZWRXJBVEw3ZTArMUhYenVxYVNyei93VjZ6TVZvWll3TGpzdFZrdGI4d3ZhZ0hGSm9WZWJ3eFZ6aWlUV0NZT2QzZCtZSEszbkhEdHhKWmpNNys2S0RISlRqcVlIMkVwYi9OcS9KV3pMSlNJejFQVDJ1MUZuKzJ5dllvaGYyRzIwRXNJNGtCb3ZPS2Y4VGxzV00wdTdJK0o3dWJtYU5XMkdMRUYvT0tsT1BlNVdHeUc1VGRpNnVRM3A4eTFkUGM4Q2dOT3BwYkZ4cHB0MDJzZTV1YWhYVjRmSWc5WjRuaWZpVXFDa1N3YjdSZXI4YnRHcXJ5OXJlK2w3UHpENnUrS2xBK0hzc1hNemhMQzA3dHVoblFaUUFlQmo4UnVMTUNQWHRmanJyZ0xXQmVVNHVTeXk3M3lTZlAvZ3J2OTZvcWpzbjR1bE5QY2NlR293R1FBQW9jekQwVDU3S3lZZDN2M0VqM3ZDY29COEF1TVBnZVFweEpsYnUrb21hWnhod3RiYU1zeEYwK25adUlCTW1SdG9xUHRWb1hmREhBbTV0TVZYKzEvTzFmZG03MzMxQjVQMS9taktYbnJPOVBtTTQ2bVdLQkV6SVB0aWpCODE5ZDVLcDdkaUhGUFU2MXY2K0lQQU15WmlFMTVGV280RnR0Y2tzY3F4cElIVkhZYnhWUURGaVk4eHlIUENSQlpuMU5PYVlBTHBMSythRGNtL3pBUjJkSGYySE0rWnhzdkpOSU43bXVvdTVubTA4WXBpWGdYREdOcGN6KzFXaTdybTNRSkdIVUdmTm13TlkwRzVsa3RTTE8weHhYOGs5WGZOUFJOSk1DY1l5d242YXdiRkMwWVRCNmJjd3FDYzdkRGZHNWpRNTduWFQ3WFliVjhIbVUrMSs3WWsrVVhrdXUrWnFFQ2QyVUhxYXdYbEczT2xZQm4vbjczM2pvL3FPdlBHbitmY2U2ZW9TMGhVQWNLSVlnRVMwb3lFTVdETElHa2t1U1lPampkbDQzaDMyY1M3M2cySkd5cGtWZ1gzVkcrSzA1T052WTZUMkhGQmhXSUZiR1BRakJvZ3VrMHpJQ1JBZldidVBlYzh2ejgwTTB3anU1LzMzZjB0M2xmZnowZC96TDNuRnQyWmUrODV6L2tXMzdrSURWeXhVeTB3aTVWRWNwZFYweFZVMkZJZjZqdUgyREFsWTRLY3lEQ1o5QStZeENRbU1Zbi8xekFoUlNVQ0FKQWtKWEREQXlaMWdhc3BFT2ZyWkp6eHp3RENycDZtWjg1R2JtOHJlVHdaTmExVUh4LzVlVEpNU2NRRjRxNzJwc1BmRG0yVFcvYklWQk96UG81YytXMTdxek5LZTIxYlV6VURpSmVTTU1JbWV2SXJxK2N5WWpjeFVLNFo1MXU0N29rYnBJYTNlNlY4SFB6RkM5TFVDcC8wL0RTL1FwdWl5cWwzakoxaVA3N1c5clk3blhIb2s3ZHlrcFZkMnhxT0ZUaWV5QVpVbG5VMEgzMWpnajJhY0NQQWFGQ21nS0MwRVBCUEI3ZWY2UGQ5a1V2NVlWZnJsa2h0K0ZmZ3Z4R1doUFJadXZTK3ZtalZZd21vOFZ6T3ZSM1E5aHovcjJBNy9QK0JpVFFHUzVrNk9CS1VqeFJVYkw0VGlNYmR6ZldCZmhqbU94N1BsYUFvSFUxMTE5YjNUL3dXNXhEeG1RcmlFS2dzVHhBN0xiMXFjR0psZWJrekMxSGNpcHgzY0ZRVWhsSVJCZ2gzYStNMTR3WHRqdXBDUW1ZVG9Md1l1UzV6NVVicjFNUzRUNU9RSHh2all0dnhkOE9aTTB2WFZVMGpnSFdJN0h1UjI2Nm9jQ1pKNGlWY3lsMEFBRjNidEJNUlRURFhVWlV2U000MHhOanJKUFJNREZMRzJYWDkvU0tSZ09zNFp1QzZObUNJaFVRZXp5Z2taWUJBZmlKaUJ3RUEvYkdESEh5alVibDBpWW1tenhHVFpwRFkxUjVTRENoYXQybUtDbklSRUtnZ2NNaTlQVnh6YmF1b0tRTVFhM1FKdjQ2c1VOdEtIazlXUUxON2ZCQ2NqYlk1cWdwUUtOTXZlVFVYd0tzaUJWTFhTbEo3RFpWVmtrR0gzREZ5UzFONDhqckR4M3NQNzNqeXNtVzJXQ0hBT05YZTlteVk4N3Q1bHBFckJJejJOS3ZIekpCUWdqNlBhOCtlYjN1eUt4NDJRN3Bjb1VzNGhBcmVnQjdwN20xelJobk5GVGg4cTFTcERCTUNNd0M2a3pIbFhzbWh6L0FNUHdvQVJ3R2dhOWJpdFY5ZG1IZnZNOTA3bkFIam15dittTUpRUEpXM2J2YmZja1AveVBDTmhGM25oVGQ5OWhZRVB0YlI4bFR3QVdPeXBrd0xhVUx3NnFzaXQreVJxWDBuOTFhT0RwNjlKV1RkeHlCNWNLRE9MSEhsQUFKMFVOenRPNXd4WFdkVnpab0FpRE02V2h0ZnNUbXFaa2d5elhOdHJmdTNuR0puQXByTVJZWjNMRmhFTUR4WEx2aWRXZjhGQUtZSFQ0amsxNVk0bkVrZzJUTHFZNzhJMEFKemloK2RqbUJhZEg1ME5HckdPOTZpcnhDa2RuMjQvZWtoQURDRnJqTlpFOHdBQU83VzRFc0ZiQ1dQejBHQ3UwaktYVnhuN1NuSnFhdThuRDV3YjMvNjlCTEh4alJWTVVwMXh0dmRFL3VMQk5vc3QzeWVFSmpMcThRMHhBRy9qbDhGOFhlR0lYOGJ5a3JJTDMxc3BoVXNheFVFMDdqQi94QzVYVTZPMDVSdW5YMGZncEtteS9FM1RyYjkwanR4enQrY1k3S1kva1lpLzAya3E3S3QrQnZwRnJQbEZ1OFlkeWVTV0lMQWtueG50UThDVHNqQlkydGlGUUVNRCtMUWVVdUNkanVObXpvRGNVMUVLR0ZDNmpQSkVKakVKQ1l4aWYvbk1CNHdsUVZoREowVFpqVm5DTlRnVEdkaHVmZ2NJZkFPanhxVkVHVzcweGtIaXJsQWNQMTlhVklOcWVsNVpPaC9DSlZoTGxyMVdLSUp6ZmRKZ3RmYlc1M3ZSKzREQUFEajJRWU8yQno2N3MzSldXOVNTZmtiMEkwLzdtMEs5OHNKb0tpc1poNlpsTHRJR244KzBOcDRka1dGTTBrcVdvRlBLcTNqU29JQ2hMa2pYTHdSK1U0TUlMdmlZYlAwR1hZQzQ2TkFNWUNodXZDeTkrT213UDh3YzlGTllkVDVVQlBCNG1LbkN1bjhxNUx3eXFCdTJoMmhsYzRDZ1BLUXp4SUF4bUwvb1JjQXhnSFJHN0V1Y2pwZitwZU5BNkQzY245djkrVVJJWk9TTEhjSkwrMFBwQ0VoMHl6d0NVQjhrcW5ReC9YT1BYNEpnTjJ4K1c1R2tOM1IzL2RLb0UzaE91YzhoY3hUM1MweFBSZUNXRkhoekFTbUZVaUdmY1Q0TEdTSzd2VjZ1Z094Z1BtbHpwbXFsQXM0OENPZ0tCb3lhUVZTa2p0YnRaalNVUEI3VWdDd0lrSzV2U3Z4WUdUUkFLZW14SzlreUZJTjhQMCtNcTBoZThYRFNXWVRlMVFDMzdxM3lSbFdTTXV1ZU5qTXBiUVJBa09VMUhtcGYwOWtTbHBocFhPYXhwUzFRUGpCd09IWHJwby9JZ0JqMTdtcElPSjEzWi84NURFRWhNRVlXRUp1YXZ4RXpPQWhrdUl2VGhKWFJOaVB3bDVXOVNDU1RCQ1N2K25lOWt4WUJJM1UxSHRCd2tlQzhISm5TTXdNVE53WXk0bnptMG1xUCs4SnAyTk5RRkZ1RjV5MUJRYmdoYmM3YnhCQ3p1MW9tWEEzTFNqYmZDZEo5akdDWEFSQzJkR3hNM29mZGtmMXZSTGxzZjNibnZxd29LeldoaUNTT3ByQ28wZFdGRHN6aFNLeVhjMzEvMjR2ci9sN0dwTnZ1SGRQekpnbnl5bExFR0RNd21BdEltdlp1enVvSVF2Q1ZsRXpYeEl6S1V3dWthQWVOWUdlalQ3NVFmdU9wd0lEN2R2bjMvdzNsc1NrbWRiMjV2cXd3ZmVjMVY5OTdlTzl2NmdTaG5lK2YxSFd3ZDAvenVMNjJJZVIxV0RrUG05NzgxTkJNOERDc3VyWlBlLytLT29lVUtSNXpkbWpiUTlHM0IrUEJWNUNoWTZhYndoU0RqSUdmVDJ0OWRla2FWa1NNckpHUjdrTEpnYVl0NGh4dlJVQXlHSVcrWUw0eDZFdlVOMDNNZ1FBS3dEZ2F5RzcyQVlBZnpLUlhnRU11Z0x4ZUxsbGo4U2JWZXMvdFcrdGk2SnAyU3BxeXFSVUI3cGFnaTY5WWJHS3FGazluUkdNQWtTdFFoQS8zYm50cWEzNVpkVzNFR2dmSGRpeHBTODcrMkZ6SE1UZjNkN1U4QXU0QmdvZE5lc2tVTHk3dWZGWDEycXplTjJtS1NyRGYyNXZxdHNRdW56UnFzY1NtYUtWTWdEa3Vuem44TTdvek9HNE9ieUVpTkxkclkzZkN2NlB0ZzBhS3Z3TFNPejNuYzFQaGhrcDJlNTB4cEhPUDlYUlV2K1R3c3FxNVFaSzdIeTdjVS9rZm0xbHRTc1lrdGJlY3VTQXJYenhQNFRtSlNOamhGZWZLOWYxQTN3U2s1akVKQ2J4M3dTY0dNaXFwdFFsQlBUOTQvNEJlS0dqcGtRQ0xPcHNiYWlOdFJseHVRNkFIZXJjOXN3NXUyUHpGNzJDdHg3WUVWNVFUMHJVdmtqQUJqcWE2Mk5HdVJXVmIvNjFoL3VlM2IvOTZUQUpYdHpjeGI4ZE0zemY2TjBSUFhrRGZpTTJJdmdDQWU3dGFIM0tEUUJnQ0g2TFpQeEFUL05URisyT3pYY2pZY2ZoSFZ1aTNyY0JKT2p4dWFReGo3dTU4WEIreGFZTVJzcENsMWR0aGJaZmN2REhDZy8wSFpweHJlMUhMTWJuU2NKSVIydkQ3MktzM2hneEdmazkvN0l3NUR0cVNsVE9QMFROOUpWOXpZYzJoUlpUMG1ibDNYZjU0KzVYcnJabUx5MXhiUDVuQy9GYjROTEZ0OTN1RjQzcEtRbC9mWDV3SkJpbGwxOVpiZmNOWGY1Szczcy8zQTBBc1BpbUIreUFxQi9lODRzd1Z1UGl3aS9uYXBhRUFpRHEyLy91QzFHNmQzOVU0c3Nobi9mN0V4TmdXZkUvZjAzM0RyNXo1SU5mZFFkV0xsLzd5TGU2ZGo3M2RRQ0F2SFZmYi9TTURQOGVHY2tqSC95c08ySy9QcGo0M2gxQ3N2NzlPeG8raElrNDY5VUVZcjY3K1dvZkNBQkFtSVVkRmVXdEdPY1h4QktITTQyVHNkSnpWdnRUM0d4NUo2STZyNzJwL3ZsQWdjWm0yNkNoSmd0QkNEQkoxV3NvOGlKd21OdlpXaGNyOGhMQUw0RUZnZE9COGZHT3BpMVJ6QVNiN2ZFa0pDaEhSZmxXejlhSVdPcGlwNXBpRlUrTFViNjVjL2VUVVpxSkZFcGVKNEVTUU1yK2EwVWNrakNxQ1dGblIydmozcGt6WjhhRnJFS1NwUHlsNi9FL0RVa2sySFhNRVBqa0ZRU3NuR2xFUWNrQUlud0NQQVFBZ1pENTZ3SEV1QlFRdUJuVE15b0JNWG5JcS83cWFOdVc0SXl4N1U1bm5QVHB0MHFDUXdRQ3IzaTFNR2ZaaVllK1dNMUp2dDYxdlNIc3hiQnk1VWFybm1SZGk4amNuZHVjNThBL295eTVQbmVZald3RmNMSjhoMWlta0xna2lZMUxabHp1M0g0ODNCMS8vWG9sZjNCaHZnNzBVVS96bHA3YzIyb1dBZEFNZDh1V3NBZFEzdHJxV1dReTFsRi8vMHUyOHVyVnhQRjl0My9RbjEreEtRZUIzeUNsNkROSS9hQzcyUmxGcTF0ZTdzd2k0bm5JeFRsT2JGZ0ZYUXFtakhhMmJna090QXNjVDRDQzZzTDJadVgxMEcyekt4NDJKMUZxVWI4MWJiUEhPUGZid0hLdWp6ME1rUEtqdUNUTC9QSGhxMGIzUjF3dkJSOHdlV3VyWnhGQ2thS0dWNHp0NVRWMzllejZ3WElnY1hQSTRoMEE4RkpXc2RNeXhTeFhFa0V2b3E2NG1yYUVmU2VSOEk1ZU9xbG9jVlJVdm5tOW9Zc1A5ci83MUJWYitUZFhFMG5vYkhxeVYxSE44WUlIbVZRbUFQaDV5SXZTQjJENnA0THlKeHdNNllLcnFUN29KbXRpNXR1aml3SHJsWUt5eGN1bGtON09WbWR3eHR5YU5HTnVpSllOaGk1ZXBkemI3blRHb1NIdWtrUTY4eGwvdHBVNUZ5UG9abGVyOHpDQWt5VXQ0S3VrRDZKbVA0TGZTMW10RFZEYUpZWkxBTUpnMjZERktleGVKUGw4NVBLRUJQVVdCTkNscmgvbzNQbjBxYWhOSzJ1WGdhUkNRMnBCZVVwdTJTUHh5Q3ozUzVEdWp1Wkk0OEwxQ3ZyMFc1bHFldE5XdG1reGNFd2FWWVlqWlE1b0w2OVppSUFKc3Ivdno3YUtSZXRVVVA0SWtVQ1NBQWlBcWptM3ZHYlJzRmM5RmUyck1ZbEpUR0lTay9qZkNNWVlFYUJFQUJERzJJWE9yWTJud0MvVmt3QjVQa084RUxsTlZ2RURsblJMNWszSStabmhjZDVuYzJ5K1hSaGkxNEdkVy9xdXRuRmFNaXppTXdBQTFOOFh4WXJMS243QWttYVpmVCtSZkduLzlxZjNSMnozSUFkNG9UY0dreFA4VWtjQzVrQmtCOXhOZGEzWjJRK2JrMjVJWGtWQy9YQlVHVHB2TDl0Y0NzUk90TGZXWFpzS1hsR2JMd25UT3BycldpYWtyR2hIVmUzd3N4TnhlV2xOdG1Td1VQZU9SRTN1QUFEa2wxWGZBZ0JUOEZKL2xEZUJKVFZuam5mdzBBWS84U0tBOXJCR3hjV3EzYko2TlpFVVVtVTMrZ3orZkdneFlHbFo5ZXlQOTcrMlBHd2JCb2Nzak5zTmorN3FjYjlvRkZSVTN5Uko2ZklYQXpEUFVadWpTSnJaKzk0UDM0Q0pmdDRpeVNDaFkydERXSC9XVmxFekh3bVhBdENIcnVhR0tFZDhQeUw3QVRJNzlwUXU2Z0FBSUFCSlJFRlUrMkVqWlY3cUE4VG93LzF0MzMwUC9MVDU2VW1KWlI0WWVXTGx5bzJDcDhTVmtJVGZhbWx4NmVPbjFlMEFFTUhPV0sva1Z5NjBDME9TZTF0ZEJ3QkEvdHJxdVVod3M1QmEwRmZKVnZKNE1xcm1TZ1QyVHZ1YjBRYVVBV1FWT3kxbTFBc1JXSTlsdHJpSEVBbUVhQTRXQSs1MHhvR1BsNEdVa29qMWphRnl6Q3hGNGRnWWo4bFdBYjhNQmJqTUVjaW9vMm5MenlQWDJ4eFZNd0NWZnlJUy8rNktTcGxhcjlndC9FdEMwTXVSeFFDYmJZUEdwbVFVQ3NJRVFuR0pTejJLK1dxek9lTndxcmlmZ0hvN0xsNThDd0RBU0VsaFp0TGlBbDU5Uk93Nlp3aVF1SjVWSzUrNGdvQVVGZ2JxVmNrQUVFb2NWYTc3Z2dBUktYNlRNbElVUlFBQVVFYkdIVUJzbXZBcXZ6anFwKytBLythUVBzUE9VUFVpUU5ySW1MSHo1SHVOd1lmUXdtSm51a3JHZlpKZ1Q5YzJVMWgxMDJiYm9QbVNFdXdBeGhGMzg1Ymo0UGNSUUZKdUZsNTE1L0cyNy9zS0hFOWtJNWpTQ0tnZkZYM2VGWS81bmNoRWdjTGh4WXNsZ3RMWmNyaHppY09acHBCK2cvZXNxVFcwemFKVmp5VnFxcEl6Nm1WL3NLU2szMGdDdkozYkQvZUNQMnBFa1d5cUlmRThNblcwdTBVNUZIbFJscGZXTEdDZzMwQ2tuRkFaSlRNRlJraXFHVmU4YkUvZ29XVXZyMWtrQ2VhTm5WYmZpcUFPWVFvbFA0QlNiUFVNbnp2RFZQT2prdnNDTDRsWHNnc3Jzazd0YjQ1MFhPVndWUysvR0ZCNkRPOW9hSlVjUjhhOSsvWHh5NkY2UFM4QVBBUUFrSzRKRzVLY3loRXZkU1lkdXdaTkM1VUFPNDRiWTE4NHZHdkxweVZ4SFVoeVpKcWxvM1VMa2pROHlCU3o0UHIwa0EyL0NnRHBJWjkvUDJkeGNlbXBuamZPWERyWFJRQ3dIQUJnN0ZMMzZyTUhqaDBLZkE1Z3lzeGpjMGN2b25HMDYzZkJsNWl0NUp0empuZTlORDMwSWd5Y2VhOGYvTVVVMUdVcElpemg1UDIrYW9xYmk4U251QXpUem9ucnpzc2x5YlB1bmFhWURJajg4azByRmFSN0FmWG5PcmMrRzFYcERaN0QxR21icEtUM1hjMXFXRXhoUWZyVUIwaUlTNUpNM1owN29uTnBDeHkxYTBCU0JlbndzNTZkRTBaTHRqdWRjV0NJdnljU25SMHRXNkt1djcxODRYMU00Z2VDKytZS1lNcVFNcnczTkpvSUpsNVkweVhCdk1zKzFwYVdrWEdINUhEQXZjMFpWZ3hqaWtKQUlQM1BiVlFKcDhhYmgvcGpkQVFtTVlsSlRHSVMvMXRCUUlBQTNEYzQ0UjEwcHpNZERIRVhJWFVlMkhFczNEZW8yS2xPdGZqeURjSXJWd3pUa2RSNExBSW1EM2Z1YkR3VjJtYUtXVjlIRWt3WFJqeS9PQnZEaUhpS0tiTWNDWVVjNkF1TFpFNHppN3VJWkYreVY0dVpDSkJUL09oMFFDd0RaSU9qcDlqYkFFNldNay9Za2NUbGR0RjIxRWFyYmhKSUZ6dGJuQWV1OWU4V2xGZmxnaERwSGExYlduTExIb2szZ2NtaEsrb0hQZjdCWGY2YVRla0FjZzR4UEswcTVzV1IyOXZMcXBZU1k2VlMrSDdZR2ZHL1pWYzhiUDc0dmQ4OUNVU1J0UDFsb1I5c3BwVTJLWEdFbUdLU0JCZERrNE15VjI2MG1oVzBEZlYvR05ibm56cTNhSW9nZnJTbjdabXpoZVcxaGNTNVFwZlBIWUtKZnRCc2tHS1dhOXVSdDhIZnB3UVFpN3duemMyaCt5aGM1N3hCRU05REJLK1A4U2hXWVFCYWZFcVNNUmF1K2syWm4zb2ZnQmgzdHh3TnNoYlNFK1B5cGZBZVBiajkyNWR0NWRXclFaSkV3Qm02OUc2UGRPTUhBTENWWlM5QWlRbXViUTJ0NEpkeU1oVWZCWU4vcTNOSDR6bTR5b0JjQ1J6ZmMyMi9WcXp6Qk5JczRuN2diSzlVV1JhU29RT3lnZkd6cHFQZ2wyS1NvYTlocUNvb3hVVVBxc2VzSUc5SFptdzc4dDZ6TWMweDdlVTFpd2hnRVNBSVhSZFJzL2RMSE00MFJMNUJjdm1uanUzaE1rNEFnSUx5Qlg4RkVvWkdQb3llcElIMDlHVUNZUm9qNmZPTnlvN0l4QUVvZHFwazVyY2dJSGc4bDM4VE1QRE9TRjAxMXpkeWVKWTBSb0FteUozWGVVRmdVakx3WHdxclJUQUFKVWdUSWFCUGhJY0FJZ2FwTEFZWHd1YW91bzJoc3FxOXVlNlJ5TFo4MnBSNUpvbnBCSkRoYXE0TE0zM0pYTG5SbW1RV0d3RnhieXlxR2NXblpLTUN1bnZyVThjaFlGWUk2dWRkemZYZkFRQ1lPWE5ESENwYWljL0hYN01veXUyQkROWlE1SzJ0bmtWTXJIRDdLNEFXV1B4cGtPTFZTTDFaWXBMSllmakVudmc0bGtBQzgxd3RqYitCQ1NuRGRCQXdrOEM0ckdtUTFyNjFJZW9GTm1GMktCZGU4cDdia1dHWnZjRkE3UTBGeGMzdWxycVhBbTFzeGM1MElqMjd3MmRxZ2Q3d1NCMTdlVTJGRVBxYm5kdWVPVmRRWHBWNzd0anVseStjMkowSUFCdHNsYlg5UkpobGVGKytFbkZZdnV6MkoxSVZBMjdrYUF5aFJJdWhoL2s1MEpGZHozMjBaUFhERDUzb2ZHV2pkK3ppRndDZ0ZnQ08yaXRxODZXa2hZREt1YzdFUSsvQXE2L0d2TEZWYzN3Szl3VXRFcVpJcVU4SjdseGVmVCtTak5vOFBlTHo1MDhmYnYxOFpLT3poMXRpSFJZdW5ldUNTK2U2SGdXQXJSRG9IS2p5TTBPWFQ0YXlNZ1FBR0FBQWlaUlNBQXpXeVl0OTMyQVphYk1BTU4zZFhOOENFMGFJSzBqaXBZN1dMVEVOQWdzY3ptd0Y1T2ZibStyK01lYkorR0YzMUZhUmhPT2RMUTFoaGtMMnN0b0hkWUllazZhbHVacWNVY1dBZkVkdEhqSW9FZHozaTY2ZHp3YjhIaEFNWXoyQmNqQjJNYUQyZnFITDk4bUNTU0JOV2xmenY4VFF2NjFYRkZUL2ZsOXpuYk9vZlBPbk9Hbjd1N1k1ajhjNmQvUlhkUlNtSUpNZ0QyNzc5dVZZN1NZeGlVbE1ZaEwvYTBFQUFFVEVzb29mc0RET3Z5UVpVc2ZXaGlqWDlLWHErQUtTR25hMjFuY1hsTldzRmNqNk9wdnF3d3pSbHFtZUd4RzFoWU5zNkFkbjkwUkhGQlpXYkxvVkpON2EzbElYUnFHM082cnZCc0JjVjB0alRheVR6Sy9ZbEtHUWVoY2dtT0RpaFZkN2UxL1VsNVpWenlaVVRLNldMZThWM0Y1ekk1T291SnZySTJucVY0OWRWajFiSWs1MzZlcE9XTDllTVEyYnkzMWpmTWYrZHh1Qy9TZ2xYdjJVNUxRYmlBcE85NzRkUmhkSHhXUUZ4QnA5MVBqcS9uZWZpZXg3QVQ5OXV0Z3owditaR0ljT1RtNFVsZFhNRTB6UmlLUVhwWkxjM2VvTUc1alBTRW1zYjIrcWUwUTFKL3lURE9rUkRsNDgrNnVMSHoxMTBsNVd0WlJJem5SdGUvSlB3WE5XNmJaelEyTy9BM2hWRkJZL09sMlN6SGEzUEJtVzhtUXJkcWFUeHBjcVRNa2ZWajNQSEhramRtSkVWdFlERm00Kzg2bXpSNjdXYXBocWlwTWtyQjJ0alVGenZZSnlaNjVDUEtsOSt6UHYyOHRyaWlXd1ZJVUJiMitxKzFPcy9RSUFnS29XdVByNlhnVi92eDFWOHlQdHplRjlMT2t6N0F5MGsrN3R6cGdNa1FEc2p1cTdQVU9qYjFpUzQzSVFtQ0pWTmFWamEzMlFZV3VlSTJ5TWNLb2tlYVdqdGZGOWUzbk5SbGR6dzdldnRiKzh0ZFd6SkxLRklBUUJvNk1IZG16cEMyL2haQllROTRIQTdSM2JHNkprQklYbHRROFF3VXhYYS8yV3lIWDVhemFsSStJaUpGQURZNGhJRkZqMEhDUldLSUQvcUxmdEI2TVFaRGg0N2grL05ISWNFVmI3ZTIzWGRVR0FDUGgxckJqNDVCVUVoREF4bFVGOENPdmlrK0FoZ0FERUpxZ2lDRWtaU3hjQUtLbnRUZEhGZ0x5MTFiTlVRYmNJNEdkUlVGZzAyd1JsWFh4ZWd1anVhTjRTRlZ1WFg3RXBoMGwybzJ0ci9SL0E3ellmWitGcmRPSDVDZmdyZUZZbTd2RU5HNitZNDAwMzZ6VCtTdVErbHBjL2thVUNySFExYmZsNVRyRXp3V0l4U29YWDJON1ZkbFgvNXFmcUZ6Tkp4NWlpRWdDdmNMVTAvZ0w4RVllQ0c0VUVNTVJReVhCdHJYczc4aGkya3NlVFNTbzJKUFhVRlBQc0x3eGVHbmpMWW1GNVhidGZlaHNBRWdBQUVxYmx4dW1pNytZcnB5OGVoRU4vc1BqMVZVYmcvK1RFKzd1MlBYTStiMjMxTENSbHlvV0M2Yy9EQ2ZoT1FVbk5mSks0Mkh1YXZXMU5tUHFBWi9TcWhDbjFodldhMldCMnJxampLRm1TcTdYdWJRQzRPL1RjY2l1Y21TYmlzNllYUHZTVmsyM083d0pBZDU2amRnbElYS29BblpkZTVvYm0yTVVBZTBsdGZ2ZTczLzIvMVRCSlZFeXZrZER2L1QvZGdjMVJOWU14MWQ3ZVZQZXRoTlM1UHdpSncvRkFnQllIdEpZTStNbW9KY1VTRDZaRlBtTHRBQUJGbGM2RlJNTFMzaFR1TXhCQTN0cnFXUWo4ZHNtTmE3b1RBemlaemFGWEVNQkZkMHY5U3lFcjBGWldXMFJNamxnQTV1eHJhbncxNnR4THZqa0hRYXptSEZ1N3RqMGJaQlhZU210S3BaVEtpSEtsTFdJVHRKWFZGZ21DUTh5TUtqTjRXcjl4UGlvTllYbXhNMFcxaVBKVDU4YWZ6YStzdGd2QlQzVzBiSWxaREppU1hKUnVqQitiUnNJTFV2SXgxN2I2djVUUlBJbEpUR0lTay9oZkNRSUFCTVkwYTVwbFRvVWtZWXg0MUpjaVc5bEthcGVoU3ZPdTRGQ0xyYng2TlFNY2laUzA1VHRxOHhqU1o0VlFYemkrTGJvWVlDdXBYUWFBRmUwdGRWOFAyNjYwMmk2QkxlbG9xWXRaREZqaWNLYWh3ZGVBQmw2UzRrMjMrOFh4L01ycXVTallDdmZBaGRlV2x6dXpRQmlMMjV1UFJQVVpBOGd0ZTJTcVJDVVhETis3ME5iQUM4dHJDdzJwbk5qL2J1TVY4TDgvbWNtNDNUQjRtOHFVTExkSGU4VnZEaGlFSlQ1bHRnUnhYNlNKSFBpWkE3MGYvSEl6a0RSRnJwdUlqSnZvZTBrcGMwbjZ6aUpUNTNlME9JTlN2cXhpcHlYREtrdkg1Y2lXNWFVMUM3cDNQSG5WMEJCeFVCODcyNU5iL0ZpbWdXcEdkOUtodHdBQWxxMStJdFVVcjFVSTc5amJaL2Q4MjVPNWNxTlZtTTNMRVdUWTdIVk9qdE9FWnJsS0VxU2g3djNKa2EyeGl3RzVaWS9FcTh4YzF0SDhtMzhEZ0hzQ3k1bGlTaUJGdmhiNGJDdHpMaWFVeTlxYjFaZHpIVlVGRWlnVmtZMXg4TVdVbUJhdDJ6U0ZhK3FkWWx4NVBURHpuWlJzK293VS9KZGgxN0M4WmhGSTVwZDBYaE5vSzZzdGtpZytTa2l4VERlSVpRSHBWenEyYmdudXkxYm1YQXpJbHdQSFF4M2IxVjMyaXRwVm5OTTF2UWlXT0p4cERQaU5JS1VCQ3VvZFRZMVJFMFcyVWw1Q0tMMmVqNCsxUjZ6Qy9QTE5heVhKWkhkTFExUXhZS0lJeFc0WFVweGl1aTl5MjRsOXI2Mlpqd0IvUzZUK29MT3BJY0J3VFVKRFZGNGFPdlFDTXZVRklBNEJKdlpmdURiLzgvREhtRjZ2dUs2cktiRWd1YUVFQm8wQUV4ZVlzVStBWkNEQUVFQm1aa3BjMGhBYmpOS081Vlk4bHFtWk1BOUIwVkZRYjZTcmU3cEYzTU1ZNGNWaHo1dVIyK2F0MjdRUUNXZTdXbzRHcTRCeEZubW5FR3BYVCt0elk3bGxqOFJiSkxlVFovd05jN3h5QytQc1VFOXJPQzNIVnZKNHNncHF6b0JYZTgxbTI2REZXYmhkTmVUQnJyYW5UbDV0NVdUSmxGWklSQmVHUm4wZktxck1HeDdTZnc4QWtMM0NtYVNhazlZaHNJc3FhaVlZdUJBbU1RQUF5SzV3SnBHcXJrVVNKd1hKYVQ0dTNoejRlUGMzOXUvKzE5Y0JyZ3dDd0FnQWpJejI5ZlR0My8zRDE4NGUrc05SLzdKL0FQOURrWEVsVSttM0hGemkySmhxTWtQQjZLalhCYSsrS2dxTEgwMUREV1ozTkI5Nnc1SXBsaG1HSi9SM3dXOVllR01aZ1RMTVVDcnVsa1BOQUFDYUpTa3Q5UHcwNFBhUkVYMjNYeS9lbVY5WlBWdEJ1UkFBUUlMc2RyYzVZOFlMRnBSWDVRSVQwdzN2Y0tpSnlyY3k1aGN2V0h6elY3N01WRXQ5OE1lQXlqNEFTQTM4WlJmODFWM0l0QThCQUJUTitxUGs5SG1oenNFRWdKNkp2NWhPdk9FRk1kc0dEWkVWU3NPM3kxWlJVeVo4NDZITWl2R2xGVFh6UWNJOVVoZTdoclRCVTBrSnBzOGc4WjZETGM3TFN4d2IweVRKK1dPZVMySG1sUUVVRmp1bnF5YjRJZ0RyY1hOcmxBUWtnTnd5WHlFaXkxR1pFbVlvWkt1c0xVSW1iMERBc1gzTjBjV0FvckthZWFoU0JTQjhOS29PdW9MWHRyVDZVNkJpcms4My9TNVNBbUF2cTFyQ1VaS0tZSkpjWnNuTDV2WkFFa0VBV2NVUFdGU1RMRFIwdVh2MlZPdENKRkE5WjB3eGFaTzI0bStreHlWUFdRMlNEd01BRUltb1JJeEpUR0lTazVqRS8zNEVtR0phWE5vQ1FKbE9RRzFISS9vQWhZN2FKVXloYWRSL3NTa0pwdVFUMEhCN2MzM1k0S2FndkNwWEFWcHZvUHFEZ0s5VEtKYXVxNXJHTkNyemlmRnZoVHJ5RjFZK09sMUJYTVBKODkxWTU1ZGI5a2k4bVl3S1VGRGxwT3h5dDJ3NVgxUldNNDhKWlNtYWxMZHNVNmZPVVVoZmNuRm92RGxTRmhwNmJCWE1LN3pBOXJpM1B6MVVXRmw5aTVBZ3U3WWQzQThBa0ZQOFVBSmFkSnRYMVhhb0ppWEhVUFhlUU5wUktManVHd3BOY0FyQVZ1WmNmUDdrM2p2SGg4K3R2TVpsbmpFamUyMkJTUm8yTG1XdmdtcEdJUDQ1Z0NsbWZhWEI1V0dUMUN5ZTRZL3pTSXBad1pWRWUyMjJEWnJKcksyUVkzb1h2UHFxV0xUcXNVUnpITE56US83WjNmYjhBTUI2WlZweTRuMmswQ0YzUzdpeHRUVkwvTFVnc2pLQlhiRlN0Z0pRbU9rbUlMRWZJTndVWE9qZXdjNm1DVTM4MG5WVjA1RHhHenFhNmw0cUt1TnpWWVFNaGJGa01EeUhBMjNDcmszSjQ4bGNWUXE1VkxZR1hQOXRGVFZmbFFSWDNMNnJjbUI3V2RWU1JMYVFMbDJJbkJBSmc5MVJYVWlLUklVQkU1SXRZQ1E5QnBtQ3YwVjdlYzBpVVBodFJPeERzcXI3N0E3RExnaGtsNkhHbElZdUwzYW14QUdVS0F3OVFLQjNORVV6WXdvZE5lV2dVTkhZQ1A5RGIrK3JZU3ppd25WUHpGT1FsZ21mR21VNnZhTENtY21CbGhJam9RSWVjTWVJN3M1Yld6MExUUGkzeFBBbmJuOGh4R2Jib0tWUWNnRWh0U2ZFejF2RW1Pa3FDNWZoZFQybUphU28rK1o2d2llT0ljQ0F6QUNnQlQ0VGtoeG1JOWQ3UVFDUVNBRkVJQ25IaHdhNmRwOTVyek5zWUpOYjlraThKaTE1d0dBNTk3Si83V3A3T2t5a2xMK3VwZ1FSN2UxTjlWR3NncUoxbTZhQW9pd2NQWDJrTmZEUUwzVFUxTGFmWmsrRG4rYXZndVUyQVhCRXRjWlZrby9lYysyTWpzcEQxZlRad1N2S3Y1L2M2L1FtbFZVdDFTUjY5dTE0OG1ob203dzdqQmtrME5UWjNOQnRMNnU5Znh3OWJVZmVlM2JFWnR1Z1VUb3Y0V1BxRHNVc1B0UGU0dnhaUk5RTTVPUTRUUmJpSmNqNURsUzFWWnFVaDVpbWZQbkt1UU91eUhPSmhRbTZGOTdtM2xiL284eVZHNjB6V01JL3RqZlYxd1hXazhWeTF4QU0vc3BXc1NoTElieUIrMGFDQTBORXBsL3lubjR6MVR4cnZlK2s5Z3JBcTZLdzBqbTlaOWNMOGFHWHdOMzByKzhBWEFsV2lCVUpONE1rNjRET1hqclp0aVdtaHR4VzhzMDVJTVIwMTdhR0puTmMraHpWWlBLT0RaNDdycGpqOXMxYnNDcC9YM1BqTHdGWXNPcFBKRHdBTUFqK1FvN0pwQTZUTk80RmdKZVhyUHJLdnA2MmJ5Y0N3SmY5cDNUS1ZsNzdtTHU1TG1vQWJTK3ZxWFMxTkg0TGlCWUZsMDJkOWoxWFUvMVhDMHMzM1NxSnhqM2ovU0ZGSmRRdEVzb0I2Wng3eDVPN2l5cHJ2N0t2cGY1SDRJOHlpbU1KdGUxTmRWRnV2K0IvTVlCVmZBRUplMXgvSWVabVJZVXpSNERjZUU1bEQ1NExNYnl4bDlUbVN5Nm5JbU0wZmxxSnpDU2VtS0VBZVJzQnhydER6SHdLSFRVbEJMakExVlQvVE14amtWeW1TdFlwaFNlOWMvdlRPeUxiQUFDa1dXWlZTSysrMzJUV1VnVFN2STZteG1nVHdRQk56MnErYS9CeTk5dUtsbGdqOUN0QTlJbGdJRTFpRXBPWXhDVCt1MEJLQWtwMmJvZ05IUWxkdkhSZDFUUUptT1gyS1MxNTZSa0ZxaERranBEYUZSWS9PaDJBM2U5VitiUDczMjZJbWowSEFMQnFXQ2NSWHdqRTR3VVBTK1l0T2tCOTVPUU4rSm1hWnJMOGs0OWtDd0w0dXB1ZEoxZFVPSk80bERsOXd5TTdwOFdiVEtocWl3WjhwaDFuOThUdXUrUVVPeE1zcXJ4cDNNZDI5TFk1UisyTzZpSXBRWGFFSkZyRm05TnVJb0F6Y1ZMY0pSaTE5R3g5SnNvY0dnREE4QTcxUmZiNWNzdWNVMzNHNlB5THA5czNScVErblFhQU9ZRVB3amR5RHczMDE3T01hWjhmSHZIOUFWcXVGaTlzanFyYkdTb1hkWk14WU9ibXZ6dXk5eGRoM3dFQTdHRVowelpmd2NHR1FONTlnbFhMUTAwNzBkMDY0UTlrSzEvNGFaOHgxSHhneDNmRHFPNTJSL1hkeUdVdm9wTGgybDUzVFpOb2UrWG11MG53TSs2V3A0NER3TkxRZGFGcFVTYU5yZkxRV0JzQWtGVHdOaVlVYUcrT2x1VUdJQld0VUJBYzZXbWQ4RWtxZE5UOEhRSlQ5elhWQlNmMjh0Wld6MExFNmUxTmRWRVRnYUVvS0svS2xhaE0wNEIxY2lIem1BSnAzQ3QyQmp5WThrc2ZteWtKYmtHZzhZN211cGFDa3BvYlFWWG1kc2JvVzRKZm5zek1mUDNZR2ZWWGNabDBGNXJWS0pQRjVlVzFoVVMwMnQwY0xXWEpLWFlta0NaKzZrbzRYQXBONGNVb20yMkRaZ2dqWDBIbHhwRmgzdzhqSTlNaFlDSm80cDhUd04vbzNQcGswRnlUVDUyMmxLR1VqTE4waGJGVWJveWRaUXdCQ0pCZDV3d0JKQktBWWZUMjYycnMrb2tyQ0tDbUpDTmV2YUlJK0FsSUdiQWhvQWhVcnNpbkc1R1ZXalNCNlJZZ21zVTl4bSs3MnA0S0tRYXNWMnpsQzFjaVVWRy81M1RVVGJmRTRVd2pNbTcyZ2JxM3QvZFZQYnZpWVhNS3B0N2k0K00vaHQ3bmRKdHRnMFpUcHE0aGhwZE1Ra25tUWh6czJOa1FWc1cxbFR5ZVRDWnREWTJJTjQvdnJSOWVYdTdNVWtFc2RUWFhoMGtXOHRaV3oxSzVjck0rcW0rM2w5ZFVDdVE5dlZ1Zm5UQTJtVEtsUU5IeEVyT0t1d1k4eXI5RnZoaGdJa0x1WmdueU9Dam1BcFJpRUppeVVLTHhNd0M0L1QrNmdrdzFXY0JxTFlTTEYzNldXL1pJdkFualNzWk9zYWNtcnNIR3REaElLQmt4K0IvU2xPU1pndEhxZmMxMVp3RmdWY2d1UnRPc3MrNUZqN2VwdDdkUlg3YjZpVlNTdk1Ed0RJVytnQm5BbGVNQThKMlVyT0xmTGxpOFpyVWtjUVVCOWwvTFlkNVc4bmd5VTBRT2N0R2VYZkZ3VWpKUC9raXE0bytkVFUvMjU5LzZ0VkpTTkRjQVFIektqRGxqZytGQkRybGx6cWthNDluRHc3N2RBREN5eVA3WFR5Z3NyZ3NBN2d5ZWtHS0tqeXdHWkZjOGJFNFJxV3VKMFJtZ3F4WEhwSXo1eThaUEhmNDdXOW1teGFDbzRHNnFmemVVMnFhb1pvYUlRKzNORFMvYksycFhHVDYrQy95c2pUamdaVmRnOElsWS8yUG15bzFXWmhGM1NJUno3cVpyT3U5QzRib25idUFrUGcwa05wNTdjMHV3R0dDcnFKa1BoSXNaTVBLUTBocnBSWkZkNFV4U1FkNkdBR1pYVTEwd1dzZGVWclVVR0M0WHdLTmlEM1BMYXVZSjRsa282VjFDeURhTjZWRzZ0WndjcHlrKzA3Z0pCWndSVnBXRXBOa2R6UTB4aXdHWkt6ZGFreEpNcTZSVXVsSVRGOTUxZVhoN0Z3SXNCUHhreEpwT1loS1RtTVFrL210Qk1ORjlSOURIcFNFT0hOOTVsYUdXWCtxY3FTaXczRU5EZTVZcjVud1YxVGhYUzMzWURHNXUyU05USlRQOUxRTjhiZi9iMFZUNjVjWE9GTTBxdjA0SXYzZHZyUXNPZW9yV2Jab2lUZXJYSmNnWGUxb2JvMlp2WjlvMnhLVlFjb2trK1lHSnFkTmNUWFZOdGp1ZGNjS25yMUlWM3AyV3FEQ1M1cHVZbDNWY014Mm4yS25HbWZTVnhOaUIzcmE2MFluM05NUjVUcXZ2QjliYkxNWk5SRFFzRVZJVkx2ZDFObThKU1FNeXFWRkcrV0gvMjlkU1ZOVlljNmo5ZDE4eXZNTVpJYXM4L3VpK2pzQVk1RXJmb2V6WlN5cnVVYVRZRVJ3Y3JsK3Y1STh0eVpmY0dCa2Q5UjJPVDdTVWpKOWgzMUcwdUI4TDQ2cTUvdlI1cTBlNVVGNE95REJzSmRXclVXUFUvdmJFcEplOW9qYWZrM0h5d0k3dmhoVmIvQU5vQ3lONW82dTU3aHBKU1JQcFRTRGxrTHNsMmlndmdNeVZHNjFURStMS0djQkJpNCt4d3ZMYUIwamdlU205SjYrMVRXRkY3YTFTd0VpblA3cTZvS3htTFFHWTJwdnFndWtNdGp1ZGNZb2hsd3J2V0V6V1pnQkZaVFh6cEdUVFJzYThiWW1KcHRzUW1HWVl2TE5yNThUM2xWUHNURUNVdHlrTWh0dWI2bDVaVWZGWUpwZnlCbmR6UTh4aUFNQjZaVnBLL0JvQTJCazNsOTlGaHJMUEhaRm9rRit4S1VNRnVOV0grbzhpdDdZNXFtWWc4SC93amZKN0l5VzJPY1hPQkRUTGRRd3BrWUQrRktzWWtGWHN0SUJGcmdjSkg0MThPQnE4N3JhS212bEVzSVIwMmNGTUxPTnM5NDd0bGhRTStsTFFkVzRxU0lqaU9sWU1mUElLQWlBZ0xVem9nQ1NaY3IxTEJqeElwRTJrREFDQnF1bGhONGk5cktvRUdGdE1ramQxdFZuQ0tFdTJrc1U1U0xCOGJGejg0dVR1Y0NxMHJlVHhaRUplTElIMjlMUk1WQUdUS0xVWVNKN3NhWDJ1SHdCUXBrL0xVUmhjNFp4R1NSVXpPenhLbUI0NnE5aHBJY1p0NUtYOUhidTNuQzlhdDJtaGxITHUrTm53S0xhOE82cG5hWVppSHpXTW5kWTRaWmxCZUtyYm53RmY0S2hkZzBpSkpKRThrcjBWNndWa3I5aGNJUVZkWktRa0VtTkRpQlJQUkdjN201OGNBSUIzQWVETGNTbHo1aWlhYWgzcFAzVWNRREFBQ0pxMEpLYk1uczk5NHVWTzk0dEdVV1dOd3dEUjFkdGJwK2NVUDVSZ3BVU2JSTDViVWMxMDVzUTc5NXcvL3VjN0FHQnQ2UEdScWVQRWpYYzYycDRmV0Y3OHRSVE5wSlJKa3J1a01Db2pUalVkQUJvR1QrMTY0dERRaWJkbUxDcjkyVEhMbkppYXJaeGlad0txc25MTTYzbG5jR1RJTXlOaitucVB3VnA2dHpYMEY1UnYvaFFYL0tPdXQ1MGYyaXMzbHg3Yy9aT3c3M3p4dWsxVFZNVW9KWSszNWNoN3o0OHNMNnNxWmFDYzdXaXREL3YrcGZBTmh4OTF2WkxNazI5RlJxZGRXOE0xaXVORGZhZXdJRE1CbVRiUEo4WURjWUZCZVExVEZDNjUvcWJkVVYwa0RTblk0S1ZqQUFDcGtoZHhnOXBET3p1aHg1dWFtUEJGQm9TRE5QUnk5UG9KckZ5NTBXcG82cjJTNE0zT0VFcGUvcHBOR1l4d0pUSGhvWEh2bncrMlBSOW16amZUNW94TEp1TlRCQXlsVndtK25QSWRqK2NCc3M5TFEzK2hjL3ZUWVZTN3JHS254YXpJcFNqcHRFQ1pPOFN1N0Q2KzUvc1JpUkpPWnNrVXk0QXhqNEg4bEFLYTNhRHhhMFlvVGsrT3UwZVFPQXZJTW9ZdW52Z1RBZDJDZ0o4OFRkVWtKakdKU1V6aS94cFNXbEJod0FBSUROL291ZEMwQUZ2SjQzTklrVGQ2YU9RREs4UmxDNU1jZFRVMWhNa0ViTVhPZEdUOHExTGlXKzBoTSs0QlpCVTdMWXBaZkVaeWV0ZTlyU0dZKzI2ek9lT2tKdTRWUXJaMHRqWkdGYm9CQUdhbFQ3dERJZzBxb0pyMk5kVTEyV3diTk9KeUhkTk1CeS9Ka2Y1VVRMa2JtV3pmMTFaM1RTZDZ1MFY4aGd2bTdtcHFPSEdqbzJvR1NMWjRrTEhkeHljSzlyamNaQlFwVFBQcUJoOENvb3lPaUVTcldZdldMZjM0U0ZQTWZlY1VQNVNnV2hMTERVTlh4d2JQMmlOV1B3a0Erd0hBQlFBM0FRQnc3bG5IREwybWZjZFR3VGpFcFpjV1phbXFZV3B2MWQ2MWwrTWRRbmozS21rc25pUXZ1Ym9ySEUrYWxiKzljNXR6SXVxNnN0ck9CRnJhbStxM0F3RE1tTGR1emNGM1g5emdHZWsvRytvWHBaZ1RVbzd1L2JkTUlNbEhCODhlQVlDR1dQK0habTVKUGJSblY1Sm5wTzhVQUpRQUFGZ1RNaW85bzJGZGt1bVhEdjc3ei9yMDhTRkQ5NnkwSmt6SlZKaWljY00zNmgzclB4ZHJjc3dTbnpIcndIcy8xVHpENTA4Q3dKMktscEI4b3VPVkcwY0dUM2Y3eitVQTJEYjhBWFR4T1o4aG03cGowT2tEV0hiN0U2bUNzeHpoRzM0dk1UNXhQUkgyZ1VKOVhTMWJ1dnhObU5Va0hnUVZCb2FIZkZ0dHRnMmFsS2FsK2wrSUY3UTViaXpua2s1cVNFc0lvZE85L1Y4aXBCVHJGVVdxVlVMUWl6M2J3eGtqT1RsT0V6THhXU0hoMVVnL2ljeVZHNjF4RnJnRkJTV1NDZ2Rkbm5lakpDYXdmcjJTTmlydlJTTHp5SmoreCtQSC9ZVWVSOVVNd1dFUnFyeEQwWlNwNXdkSDl3SUFZempCUEVFZ3hPczlkakNDSVhDOTRSTlhFRUJGU1FsYlFDRHhlaThJNUFDZ1FBVndRcE9tZXMzQndXRmhlVzBoRURrTXIvcENWMXREV0RYUlZ2eU5kTkRnSVlIeXFVTzd3M1ZQWU51Z2thS3QxRkRkdnJmWk9Rd1RsZEMvSnA5OHorVm5BT1NYUGphVEFXWU9uQjkrYjhyVXBMdmJtK3FpZER5cFZ0OEswdUZDNTg0blR5MHZkcVpJaldjUGVFL3ZQTm43eTJEcGR5S3ZudHZHZlFNN1RKZ3dTekdCNkd4cVBBaitMSHJoZGVZZUFBQWdBRWxFUVZTSnBBQmhnbGYxN09yZCtteVVHM3VobzZaRUdQSWtLS29oZ1NjclpDaUNnWFEzTndZR3RNZHp5MnNVVmRCUXg3YkdnRG1MSmJRZzRCbS9jcjV6WitPcHd2TGFoNUI4YjNRMlRUeUVMTmFwUmNqZ2hPdnRMYk0wYS9LUERjOVFRYXl2Z0lBdWRtNTc1cHpOdGtGRFMySjV2L2ZNNnlmYmZ1bTFKRTZiNXgzcGk3R0JUQmk5Y3ViK1l4LzgzQUVBendQQWQveWFmVC9XSy9FV2NVKy9WL245eWJabmZYWkg5UmRjelhYTkFEQnYycnliMTU4N3V2M0RDeCsrMzdXOHJQcG1SRGJtR1RrZm12dUxDWnBhNm1xcS95MEFnTDEwMHlyR2xORjl6ZEdkaGtqa094WXZsUUI5N3Bid1lnQUFBTmZIUjYwcy9xdXVwcnJHa01WQlNZVGhHejlsbUsyenpTU3lPbHJxZndjQVVGUysrVk0rb3FQZE94dE9SZTRQQUtEUXNlaEJRSnJTM24veE9ZZ1JrUlE4ZG5MYzkwREtQM2EyYmdtNkdHY1ZQMkJSTGVyWHVSUzdoTlRkUFpFdnRmWHJsWm1qNGtGRVpZeDd4YzZPdHZvQjhNLytJOEZYWFMwTlg0bDFyQXlyckJKUy83Vks2bEozNjViWFk3WEpLUjZiQ3N3MHA3MzU2QnRGNVRmVzdtdXVjMTdyM0lzcWEvL1dNSHhiUVRIWlRjamFSdnRPQ0VzS0VqQUFWTFJrZStYbXUxMWIvNEk3OERXUVBHZE9hb29sK2ZQRXdBZUNUcDQrZG1EYmYyS3pTVXhpRXBPWXhQOHdGSjlQb2xYakFBZ2t2TUYzLy9KaVp3b3hudXYxRHJSWnpTa0xnVEd0c3lrOE9qZXIrQUVMbVkwSGhjQ1h1cmJWSDR1MS96UVRMMEZrNU5vV0xxSERkS01VQ0R5ZHJZMHhDOWoyaXRvcWo1Qy9NVWxjSWdZdTdBQUF3R25UN3hvWlozOCsydVljc0pWdlhqOE9iUHZCVnVjMWszRnNqczIzQzEzczZkclplR3A1OGRkU05HRDN0YmZVQlgwS0Noek8rVURjY3JidlhOZU1xVk8vNUc1cS9HSG85b3ZYYlpwQ1krZnZpYm56NG1JMXpwenFBQ1k5Wm1BWGdlVFhBQ0JnWUgwSUFKNEJBRWhJeWJ3d09qZ3hsaVFwcHJidmVDbzRlWkdadWQ1cU5hR2p2Ym5oQjNaSHpUOFlPcjF1WElnYk1PS09mVmNLUFRQUVRqWEZkeDE5OS92ZEFBQ0Z0enR2RUFZa3RiZkNUdkI3Y2cxK2RLRFNNOUwzaGNoVEZMNVJHUFg5eC9aQWhtOFlqSWc1bVloaUFBREFOTS93K2I4S3JoOCtIN2srQ3Q2eDhIMElZeFNHQm80QkFLenpML3BENGJUcFZ0bDM0YVZ1OTR2anNmWXhBU2V6Q3JscFgwdmRZM2JINWk4T0Q0KzBKQ1hGclhWdGJReWFlUmM0YXY2R0FTVzNiMjM0SGdDQXJiejI2MFBlOFY4ZmZmZjVtUEtWd3ZMYUI2Nk1HVytueHF0WjRETk91TjU1T21yUVhsaXgrRG1Qei92Q2dhc3BVRUZZWjRzblNlSmJuUzExa1lrV21KRVV2d3FZTVFVSXo3dWFHbUpLTkFxR0Y1VXlKck5jelEzQmZteFdzZE1DSUFzVW90Tkl5a3BYYzhQUEFBQXlNbklTQ0V5QklUWVNFc3U5dldwcHo5dGJyaG10K1Q4S3BNbll3ZjlLTUNsVGdGMlZpUkNnWkpmVTY3c2dvT3RJbWpaUnlFS2dFWFZNZ24vZ1F5aFhFZWZmNjJwckNLdkE1YTJ0bm9VYWUwZ1g0bDk3V3JkRURkYnlwMlNzVktTOHNMZkZPV3l6YmRCa3hqUzdBTzdxM1Bua0NRaFFkaGk3V2FCb3o1aVJzTDY5cWU2bllUdFl2MTZ4RHk2K1NRaEpuVHNhZTNPS25RbUtXYTRpa2gzaHBteE9oajY1aWhRNGFMV21UVU9CK2E2bUNTbEIzdHJxV1l6UkxBQlFrWkU3S0I4SWdiMnNhaWxISEJPTXZCcm9PVUxJaTZTcXlaM05WNlBvYkk2cUdRUXlxOE13WFZNanBZOFBEaFU0YXRjUStIYnNiWHJtTEt4ZnI5aEhGcTA1MmJ2MWhvRlQ3WThCZ01Qd0RGMXJjeUJoVEZ6ZmpJd1ZBTlI1c3UyWDNrSkg3Wkx1WGQ4TDFlWVJVMDNISk5jWGhpeEw5VmRzL3hFQTZnRGdKd0RBQzhzV3JwQWN1aysyT2IzNTViVXJKWWh1QUZnUEFOL3YrK2g5QUlDVzVhVTFSelVGdGZhM25YOEdnS0xBRGxYTm1pU1E5d0FBRkRpZXlBWlV0SDNORTFSRFc4bmp5Y2U3WDg4ZjZvK1V5UVhhaXVrZHpjZTJnLzhoZVhyM2xnUXBKbW8zU2VuemxvNmZPdkszb2R1bzVvUTVnUmhFVkZSZE1mVFo3YTFiZmxkYzdGU0hyWVlkSkExMHh5Z3VBRGhab1lPWEVjUDRVWjIvZUsxaVFFN3hRd2x4NXRRSEpNQzc3dFl0d2VtQ0ZSWE9KQ241dlFLd1RRSDR1RE5DR3duZ1pJWEQvRFlKY0prRTdRL012dmhuVmU3aEFwNlBQRmIyaW9lVGtsS1QxdWxvL0pzSjFDd2hqWmhlQnJuRmoyV2F6T2ExdWxTYTdlVUw3OXZuWlRHci8xRHNWQXZNWXFYZ2ZMK3FXbXk2VDdqMzduUU9MMXY5NEEzancwY3lwVEVHRXNENHp4Y0RiRnBtcGpjUlRHd1cwNkFTa1ZVaFFCSkRCRkxvbytuWjJTc3VIRGNOQWZSZW0yYzVpVWxNWWhLVHVDNnh4TEV4VFVWK0UzR2p4MnBPV1FpZ0pydWFJangxMXE5WDBvWm0zU3NSRDNSdGE0aVJaT05raFE2K0ZoQ1dTZTc3QWNEVFFWbGFybVBUR21Cc2lhc3BPcDR0dStKaGN6SWszK3J6OEQ5YUxFbytlVDN2dTkwdkdnWGxWYmtneEptamJleHlZV25WY2k3RVJ3ZTMxY1VjN0FFQUZEbHE4d1RSUU9kTzdjeWlWWThscWhiVExXTmVOVWlabjBqNmtVc01UcTZaVTZmZFAzNUtDYVBURjVaVnp5YUcxU2RPdC84UUFLS2lrZk10YXdwSnlnVGllTWJWK3VRZUFOZ0RBUDhNQVBrQWNCOEErSW9jdFhuSHVuKy9MVlRTNkpkSzloUldPcWVURkhkOTNLLzgwdWJZZkJ1ZzNCN25HYi9zbXhOL3grSFdWOEw2RVZ3Zi9Ra0VKQlk2WHl5TjBmY0J2aU50eGQ5SVJ6SVZuRDdjK2hZQXhKUkNYczlRdGZnMElibTc0eThVQTFaVU9KTUU4TEp6ZzJQZnREdXFpeVRDeGFURUJNZUY0ZEVBa3hOdEZUV2xRSmpZM2x4Zm4xWHN0S1RIeVRYbzAxOC9HcHR4d0FvcXFvc0VvNzNKWm1rVmdHbmVQbXZFb043SkNoM2lNNXpvbmNoaVFHN1pJL0VhbWIrSUNPMnU1bWlmcVlMeXFtVU1ZRDVJUE5MZTBoRFRITkZXV2JzTUNYSzl1Z2dacjZ4WFVrMzZiWVRBa2JINWdXSkFDQ2JxQVlpb1dhYmxLNUt1MjRrWEloVFhNVUhnazhlSWxTeWNJWUJJUWxFR3J1dUNRQmJuQ0lUQktvWnFzWWljWW1lQ2ljRmZBN0EvdTdkYnd5ZzN5MVkva2FxWmxQdUk0STJlMXVoS2w4MVJkWnRKZ3Q2K2JZSVNKTk15OGxRaFBKMU41c1BnMS9ZQXNSVmtHUHRRS291OWpQOCtncmFFK1lNTDgxRUJ2Yk8xY1ZkV3NkTVNIeWNxQmVvSEl4MVk3ZVg4RGxCb0FBbFVGSEpoUUVwZ0szazhXZFhZclNTQlNRSDczVTBOVVpYQy9JcE5PUkxZVkNiNUZSVmdpVUZ3Q2pWVEVodTRHSXkwczlrMmFJRHFhdlQ2M0xHY2F3T0lUNW8yaXpFWWRUVS9jeFFBWU1wN1J4L3EzUDdjMHdPbjl2MEVnQndSellWbVNZbzByanRyTDZzcUJja01WM1BEMGVXbE5Rc0VZcWJ1R2JrVTBrYm1yUDdhNTlObUxQbU8zL1FtRk5NQjRBY0FzRDlsMnBLTkFBQnVyaHl5TzZxTEZBU0cvUU9IVEphVTFPQUZSdFdrS3JCZ2VOZ1hwVHVUSUttejZmaVI1ZmM0VXhpcU9ZT29kb0NmS2tpcWNwTm5wQzlLZDVaZnNTa0hTRjE4Y2NpeksyQWNPY1ZpMkVuSzRPRFNPOXAvT3RUbHRhQ2s1a2JHdEdtQnp5WlRnb1ZKOFQ0QXdLZ0pGaXNDMkw2Vyt0MnhybmVCZzVkSndDeHBVTXZoSFU5ZWl0VUdZTDFpdGFSWElPQ1l1N254MThIRnhVNlZTMzJOSkpMQTVXbFhyTjl3R2I4TEVLY2pnMFB1N2ZYN3dhODVaRmJ4RUVsOHYydWJlaUx5V01rcGlUWVNjRVlqSlpjejBSMlp3Z0grSXBYSnBDN3p3T2hiS3ZDbFhvTjJYdXQzbFc4eWJtYUNGQUkyVmZlSmp1NmRqUi9uVjJ6SzBLeHBOMHZ1dXdRQVFFSy9ac2NxZ0RrTGx0MHdaMUhlRitZdTVzK3JDZXJicWxuNVFHSEtVd3d4S1dCM2dvaXpMVnA4Njl3YnRmL1FMMk1TazVqRUpDWnhmV0dKdzVsbWtmRjJsTFNmbUNrRG1VTHVHQWE3OXJGRlh3SEVTMTNOUjFwaTBjVUxLb3dpQ2JDU28vaHA2RHZNVmxhN1FtTkswWURuekxjaXQ0R0FIRlNxQXlZTFd5YUU2bkszUFQ5Z3E2eGR4cVE2YlpBTmQ5c2NzRnlvcGpUZngxcFByT09DZjhBbGtWSXY2VW8zZ0ZNbUpwcHVJMjUwOWJZNVJ3RUFja29lbjBNcTNVakE5NmxtWENLQXZ4bnErWk5mc1NsREFud1dBTDU5NWR6QktHcGxma1h0clVnd0d4UTgzOUdxaGc3NjZnSGdZUUE0VUxDdUtsZUFTSnUrWU8wSGdDeDBtdjcrNWNYT0ZDRmwzc2lJNytWcGFVYU9rUHlLcTduaHFKRm9YVDAyN3UyVWtuOHVwTDBCQUs4dlcvMUVxdFRVVWgyOXJxNjI3d3dDQUtEWnNvcEl0Z1B3NjNwRzlwcGdpTjdUcHI4VUx3aUNlQUVLMmpzOTBUcGZJc3hDS2ExY0gvbmoyVDNmOXNCRVhLVU5DZklVZy84S0FEREZJcFp4Zy9lMzczZ3F5bEFjSnBpcUs1a0VxVWwxQkpucFp1a2QzaHZwOTJRdjVlV1NhQXJUMUlqK3RaTnB6RnhKQ3ZSRmVvK0JYOG9CRXBkSmtDY3ZESTFGeFVJREFDd3ZyVmtBRXU3VHZmU25BenUyQkg5YkJSVkxiZ1ZraG9LcXlhTkhIaGNBZ0FJRUFTYjQrQ1YyOFZKTVJzNS9oTXpNVEd0bTlySmIvMCsyL2M4Q2tWM1h2OGRQSGtNQUtDM01ySlJJc3V2ZVZCQUFrWlNKODBiU0JxMHlmbzc0MXpHdmIxTnZXL1NzdWlsUjNVZ1M5cnBiNjZOdUhGdGw3UW91NUpoN2UrTSs4TlB4SlpLM3ZYbkx1K0NmTlViQlY0eU82VHZpRTdVU3hkQzdPNXJEZFR4NWE2dG5vb2JUMjdmV3Z3VUFNTVVpN3h3WHl2YURMZlZoRkRON3ViT1l1UGhJTnh0bnpRYTdhVkFaMlhtODkvczZGRHRWcGhuL0xBVzBLSWhlZDJzMEpXN0NvSWFXNk9OOHV4YW5yRWF6dXNQRXhRWlhVOTEzUTE5V0xHUHF2NHlkWnM3ZTN1ZkRIandKMDI1T0d1MjdLbkZDeld4eE5kVjNBa0FTTW5YM3BYUGR1Ykd1czZKYTNwdTFjTzF2Qmk5L2RNYTRNQnpVbWlXa1pxb0VOT3h1cmQrYlgrcWNxVEd4Ymw5ejNZOUNEZndBQUt3VzA2ZW5wK1k4ZnZuOHdTZjhySUJxUDBzZ2dNVkQvVWVxMmxzYk0yMGxqOS9JUVozUjFWVC9weVdPalduSjZWbEYvV2NuWkZ2bStOUTVydWJZQm56U3owRXorVVQ5dnVhR2g0TXJNb3dDSUhsQzl3NHVDR25PcG1mZnRtUjQ0T09sSjlwL3ZjTXZBWWhmVVBUbDBwRytFeGVKcnI3d2RPOXcwSXpTVnZMNEhFV0ZMM05qUERqNzRQTU5INXZvZ0RnWm9KSGYzdEw0bTFqblYrRFl0QWFrbkM0UWU3cTJOMTR6WHREbVdGQ09JRE9sTUg0ZStwM2FMZnhMRXRWUnllWDdYZHNib240YmhXWFZud1dnTXdJWWRqUk5PUHRtRlRzdHFsVnM0aWhmN1d4dGpFcWRzSmN0V0N1QnZBb3F1YTZtMks2OXhjVk9kVWpWYzMzajhvTzQrUGg3ZEQ3V2VtRG50MlBvUVFBS3k2cHZOZ0E0Wnl3ZWlibTdkenJQNVJRN0V6UXA3cjQ4Y1B4UHFpbjVHOXgzQ1JEd21nL3dyS3psV1dDV1h3UEc3a0NDREFKS1FJeU92U0VpSFJFUUFaZVRoTGhyN1c4U2s1akVKQ1p4blNBT0FDUWdJQUFwcG5nVDZTdWtTaTVKYWpaeVNhN1d4aGo5TStmbnVPUWZkYlUweEN3RzJCeFZNNENVdXd3YS8wNVAwM05CM25oK3FYTW1RMTdtSGVFdm5IejNsMUVlVElXTzJ2dDhrdmVhVkhXK0lObld1YzNabjF0V013ODVMWEsxSG40dHJ6SjdQcEV4cTZOSmV4dkFHZE1JMTFaUk01K2t6SFkzSDMwRDRGVlJVRjc3QlYzU2V6MytxTDBsRG1lYWxja2w0NTZCM1hGeDZTc05ZQ2U3dHphRWNkc1pzUzhpS04ydTVyb2pBSkFkdWs0MXhTVWprSUtNVFhOZjdIc040TVhRODJpR0NTbENOb0JZN1BGNWQxbmpVcGNEd2F0WEU1Vmc2YmxUTFEvUFhuamJUODN4Nmx3RW5ON1oycmpWN3FpK0N5V2RPckxydVJzaWp0bVNrN04rM0pTZzNEMklnMXVQdDM0L0lKMTlVUGpranM2ZFc4NERRQjhBSkFJQTVLejZTaVZUbEFUaXZwTUgzLy9wdm10OTdVdFcvLzF0M3VIeGowNzAvR1ppWWlaeHNUbS82TTZYajNUdi9OTDRnSHZFYjRnWTlGTkNWSS9jdU9MTEc5VzR4TEtlblQvL0Y0REJXQk1RYk5tdC8zRC8vczQvL1I2R3orb0FBSG0zYnZ5NklZMFBlM2UvRUpROVp1ZjkxZHo0cEl3MTNidS85K3ZJd1hnb0NzcXFQd3NBWFRvSGFWSXhEeVNlQjJrY0R4UkU4aXVyNXlxa1BLRU5qbnh4ejU1dmU1YVhQNUZsa2pSdDM3WXRiOGZhbjMxdGRaRkVORjhZVUR0blp2Qy9va3NYZjkwVndRcGRYcnBwRldqd2FlaTcrRlYzeERyYldqNFBBVFBkeldwVVBLYTl2R2FSem1tR3FyRFVEby95Q3V6WkVuVjliR3VxWmpBRkgvVG8zcDhlZU9jcTg2RFFVYnVFbzhFVnhsYjNlOWkzb3Z6Sk1nQkFnTjlGUUVwcGpQUzc5MTliMm5vdFRKdVdHNjhtd0tORUVKZVJrZVB1NysvOWI0bWJsa1JjdVk0cEFwKzRnZ0FBSklkK1FFQ3Bxdi9Wa2dHYk5uUG1lVTFQVEZTRVliQjQzYXJJT0lNSllXRWtKUUlBTU1VclZhOVptRXdlTVRKaUVmMFpvRU52YkNvdzV4eFZRalpoVjZ1WXB5NHRlVWh3K2VQSVlzQ2lWWThsSmlhYVBnY0VwMXd0ZFZFM3JtMXR6WHlVWkIxanczdWcyS25hcldLWlJEN2kzdnBrOE1XVVpoYUZRSGcrTWRseUUraDBzbjFIWTFnMU1MK3llaTRUeXRLaG8xZTJnWi9TTDJKUXpJckthdVp4RWdMNStIbXphbDJwZytvNjN2UjlYMDZPMHhSbjRlWENvTDJrVUtLN3BTSDZwZWlvbWdFQTg0VlgyNllsS0N1UTJNZW95M3QxOHZ3azhKTE1LbjdBTWtYTHZBVzg2dmNpSDN5NVpZOU1SVTZmN1E0cENJeGVPbmtVSmdaeXlWMXQzd0ZEajNxbUhJeFB5bnhxMFUwUG5OTVU5ZWpvbFZOaDhYa1dhOXBwZCt0eGw2M2s4V1Jrc2xBTTlNVnlsVVV1OUJkQ1p0bWZCNEQvajczM0RvL2p1czdHMzNQdnpPd3VLZ3RBVXV5U0lCYXdBVmlBRWtWUmdsa0FnckpsMlE3ajJJbFRuSVNKODR2eWZmd3NTMkp6MWlSVUxaZllzWnpJamtzaVYxbTJMRnNFQ0JaUkVtbEpSQ1VwTnBFcUZKdllpVUpnZDJidU9kOGZzd3ZzTGtBNThmTWxsbjRQei9NQXV6dHo3NTNabWRtWmM5L3pudmY4QjRBdkF2alRWQ05oK2V6TW1qV2pvT21hamo3cjJhbno3OG1Qd0Y1dzluakhwdVREQXZHZXN4bFVRU2RjTU15TjkrZWkzUVk4NmU1cWdBRDRUR3Job1YwL3F1KzU4RVoycnZ1MTd4eDVibENFL2ZDdVFjTDcvVlpldDZwWXdmcERFWG1aL1VTL2tBN1lYQWpvZVB6aFM5VDF2U0g3MXQ0N0IyUmRyeXc2M2Rhd2ZtalJtZXBxcTlLZWR5TkVsWW54L2lNVjVaaGNIUXNYT2J3QXhKM0NmR2x3bEI5VXZteE5WQXppclBTTXRvYjEzd0lDaW1WUmwvbERpRHpmM3BBRkJsVEhyQXJMcXdTMEJVS09LNzIvSG1xWEpsZkh3dDBoWGtTRVkwNitWV1hZZW5IM3RxK2NHTnd5cHViVW11a01DbG5Fd2xDbjJ4cGpKMHRMWTA3SWNSY1lvQzJ2K05wbG5jZmVmQlZBR1lqNzd5M2p4ODhZd1k3aytVclpPWmIxbHlENVc0SUt3Q0lDQ0FTUklXNUZnamdBQllJdHlqK1RaR2JKbGFJNFYrMnFYYldyZHRWK3Z5WWkvYTY3WlJkTTFIQTIrY3E3Z1l3dmJWc2VIQ1QyVjFHN2RpbUpzWHFvYyt0UTkvYlM2cytOSVZFclNNeXYwOHNMemx5MGVyVFcvbC83UWs5bmk3QkZveXRzR1ZVY1RSaXozMkZ0KzU1L3RHUHpnMmRuMUs0Y29SVlBlK2RTMzdQbGRTVWpsS2Nubi9lc3pWY0VBNUkrMllXNDNWQmFPa1BuanA5eW8wOSsyNTZtQjk5RVVpQTVSRndsSHUwTE9jTXIySmNMdTV0aS9TV25TMHRqVG1pQzkybUllcWVsYWYyUWxHeGxoUXNzcHV2aTB2dWRvVklNWnk1YVBScndTeEt3dHVUWW9adU1NczBBSjlJQUFady8xcjV3M0hYVlQxbGFUMjV6cmNhS3V0aGNJZk5PeTZZTkhTRDlMREpUc0I4UGpaOXlFM3U4NzhqV3IzZVZsc2FjM0VsbVhzTG9YWHUyYlVpbDJUS1dMKytyNnA1V0lVSWhnWCs2TmVHOEFHRHdwRFM2d3JaR2pQcUFzZWo0dmgwYlhrVlNMMEpIK0s5NmUvdy82ejNYbW1MUFpreEtsV1dGSXNOR2plcWtydnVBUzBNSU13Y0JpSVNpNTlGMS9FSnBhY3pKbWVoOURFTG5kMitxZnlMOUhCR3A2MXNhNndlcDlxZXNwTzZ1VUFFUG0wc3doeWx1ZCtxd053L1E3NUQ0bDFxVHdFNzVzaldUbE5BZlhUcDg4WStQSFBsNm9uemhta2thdEdoWDB5Q3FQUUJRNWRLMVV3eEx1TDNKMmw1Vlp4YjRDZG5TbmozaHIxazFqWlM5cEdYaityL092cmJMbHF3dVU1citncytldmpzTEJNTHNtdGdvd0t1d3RNNXJhMWovejBOOXAramlld3RoMFVjWS9HeDZHc0xNUmF0SEc4VXp0YWpjazJkT2YvVms2K09EZ0xMOGVFUWpyQXBFUEFRRlFmaS9OTnNlVVZKU2tLOGl0eER3aHdCOWdoUjZjMGJhMTAwY09ldkJ0dy91YmZ0LzdhTVJNUVB2M2NxSTd6OUFnR1JZT2tOQVFPYXQveG9nb01kTm16Wk14Q215all5QXduRFNWTUFpK1FRcUpLZzh3QzhRS1M0SUVjSVNDdHV3NFVEWkRwVFlnTGFEWVhKZDVGR2N4WXJuanBTK1hLWk9USnR6SHNUZGJOUTVRRTc2a0JPbTg4d3haaFpBVkRCbGdJTHYvYWFOSXhrVG41SzZ1MElGNGl4aG9lN1djNmNIbFFJcFh4SWJLOHEvd1NMck4wY2F2cDZJMXE2dUFKUFZXbkNrZjV5cXBaOWZsR0N2eHdZc0FwMXQzdEt2TWdxa2NzUFl6SENsZC91Ukk4RVloaVUvY2VMd1Mra1hmdW15MkJqaiszTjhwVnVzY080Q052Rlg5bXl1UHdNQWtRbnVmQUpHV0E2OXVtdGovYUJJYmpTNklrZEl6Zk5OZklmbGhCYXdrV09rclpHRzFhYjBXcnBGOW9Tb0NFNDFiNDlsUkhETHFtUERsT0x5d3dkZitCR0FyNld2bTEwWEd5L3NWU2c3ZERmY3kwM0p4V2NCZkg1eTFaOC9YVncwcmtvRUp3eDdOMTQ2ODFwNlZCOWRYWjIvQnA0MHBOZFVDL3hkS1lSVDJ6bjVhU1ZzcEgzekk5bUtNR2NBL0JtQTd5c3I5SDMyM1hQQWdoK0dDUjlPZFB2YnNLUGVMMXk2K3VhRTI5c0NZTUlRMXh1QTVUcWMzekVwRFJEQVVPazZQUmZldUdLSm12K0tLZGgvd0dLT3RqYmUvM01pOVcyUjRCNXRPUkVmeGkvcjduRi9lR1RuNElvQ2N4ZXRtc0trSzlrM3gxdTJQTERwU3VPWGgyNmNRVnJmNnJIL2c0Nm1oNU9wRlRGVkZQSm1RNmxyWU5TcHhISDFRclp6VXI1a1RWUUxUUWJCalI5Vi9RS1hGVjFUUDIzRW1Jc0paMXYydHNwc2R5WUpXU0FwMXN6UHRRM1NJZ2dBaWhHT3Y1aVZlVVA3MW5BV09kYTJKVFpFN2laUXRqUStrY1M2aHNDRkpPcGcyNmJZUGdESW1lRFZHVUtQQm9vdmRaOXFFUEZ1SmlLSUREQUVWSzc2cGtYcUl3NUlFVUZuM0llR0FnS0NWQUVJcEFBVWdBVks5RjlPbWpwN0NSUWxTTWdIU3dJYUNRRzVNSnhRR3E2QUVtS01DN0ZjZ1VrSVVVSUxYRUFsV0R4WFFBa2pjSDJHbXlOV3duWFB1Q2RQbmt3QWVFL1QwYTdhVmJ0cVYrMzNhZVBIajQrZ3NEQkN2aDlXQ0lWRVV3Nll3eEFkQnBzSXRBcERKRXpBaGM1NDkrdkRRdzRRYUJCZGhKaEN5NVBPbHFZSEJ3SDBGVXZYZkFRc3hkMWQ3bytHZXJhVzE2MHFWa2I5Q1N0K3VhM3hjSDhRSmJyNDNrSmxXeXVaL1orMmIzb2dXNFFOcW5oMG1USHdRdUFSdmdXdm8vSHdMZ0FJcVp3NkFUY1ZkQjQzS3I5a3ZtYno0bHZiNjRjc0x6aCszc29JYWJxNUoyRzJ2N1c5UGw1UmMxL1VGKzIyTnh3NWhLVFBSaEYvS1JsNUJRb1RBSlZvemFpS0VGUGhpZjRIQ1RqZjJyamhDbVhxQWpPSjNxZjNiUC9TNVVFcnFxc3RKNlJ2ODNzVHZ3azVVa2VFRjlvYkhqd0w0SGtBeHdHTUJ3RGp4Mis3OU03ZXlqZjNSWDR3ZStuVUVrRFF1dEZ1dHUyUlZaNTN2aTV0eEdNemIvMkg4NXJndDJ3TnZrZnVaSlI2ak40OVRiRU1UYVN5UzFPdkV3dXpHT1lpblQzM0hGb2ZIeXFDVDFROGFyNEhmcWV0NFlIK2FnbzY0bjlDTVZyVFJiMkxKMVJVblQyV21RbktMcllQWGFVcFNBVmh4V3BQUEFpUU9PTzlTbUtvNXFiNmI2UzNFMUhSeTc3Wk9kUVlLU3N3dzJZU21jdXRteDVvcTZ4ZDgyRkF3NGYwdGlkTElwYlUzUlZTaHY3QU1INSs1TWpYRStWTDdobXJMVjBxWjk3NTk2SEdpeTcreHdra1pzTFo3dDZkbGJVNWxURHcya2UrbHBIQ1BIWCtQZmxFMWgwKzFQZXlKOGpsdGV2bUtNV0xMMEt2TzVJRklzeGR0R3FrS0ZNam9sU3Y1dzFaN2hrQVlGbC9ScUMzZXQrMitsa2JrNnRqNFlqbDMyR01kRjBtMDNEeUNsb0tlZGZPbjlkenBuVUVmQzk1RE9tM3pyYUxwazdOejJYN1ZxVjFuUUMzRUdpY1FFWW15OWs3QU80a1VDdUEzeXJ5L1Y4MUpjckhlNWNnOEQ0RUJFRERNei9LdEVsVzd0L0x0RG11WW5PR29VK3c3NTYybUxyRnNzYUtwaEtsY0syd2xCRFJkVVNZSUlJY1VyQkVrVTFDbGdDV2htZ0JXU2xIdjErMkVtbFR0NkdvSHNrcXRRZ21CVUxRUmlsNFJKVFFJaTVHWEJNM0xBY2d1RTVJQURHOUhkdSsvRXEyODE1Z0NtcFlZelJzL2Yxc2RIWHVvbFVqV2Z0MUtUR055dG8xY3cyb29IM1RnREJmMWJKWW1YaUpPQ3h6QWh5ZTA3d3hrMkVRWFh4dkliVE1PaGUzdHI2MS9kRjRSZTE5SlFZMG9XUHpBeG1DYWFYVnNieGNNWC9TN0ZwZnJRajdkNUR2YlczYjhrZ25BRlF0V1hXYmdFWVlvcmZiaGdBRGdKaENzZmQvMmhycjY2TjFhKy9zNjdOZXpySDlDaUUrMU42MHZuOGlWN0Y0elUxTUVtcmJYTDgzZXdUdCtOV0twYlg3NUw0c0ZOWUpXNGJMNWZ6WmpXVzMva09rN2JrdjcvTGlYUzhBMkJCZGZDL0JzajZUTUltdkszS3FPelp0ZWdidzBrWHB6cmc5UncrVTE2NzVsRmJlYzY4MEJKUCs2T0o3QzE5OStkK0dwZGUwdlJJaVdMbDA3WUxYWDJtWWVmRmlhMkZWM1MyZlA5dG5QZkRXanZ2ajBXV3hUN3FlMzd4NzIxZE9ETCttOUthTHAvWVA3bHM3NWJOdG0zOXhSZXI5LzB1cldyYjJmeG1XOHhmaTlxOW1MRmhWdXUvRkIvTlQ2eUo1WTRZaGtlZzR0UE9MZytxK3pxNVpleTByZkFDZ3ppNjdlMGpCRjZUS0MxTG9yMzN4SHV0b2ZLZ2Z3Q2l0TmRPaDFFeGw1SzFkVFJzR1RleXJscTZySXRCNFk5aTN0TFU5eFFxSjFxejlqQkR5MmpjOThNWHNQdVBucll4WWxpb0JhSHhMdzRhdkFSZ3krbEZsTDVodldGNVhRQUZiYk5vYWhrNXptRkViRzJHUnVST1FqZ1R6dnIxTjl4OEVnTXJhejMvWUZmOTFNaGgzd1haZU1pZGZkQkVwVEcyci8zb2dVQlVSMmVsanZoc1FNUFFLZkZ5bHNnb0lFRVdHSUFZaURLMFlJZ1lnSnEwTkNSaWtqSUFZSWt3RW84UmlFQmtMWUVmRWdNQ2hjREZQTGhobENQQUU2QVc0VjBDWEllaEZkcUZvRW9iQVM3WjFsWUlyQWcrQUs0QW5vSVFTZUVSc1dKUWhFc05NckVSOFZtUUFZUkkyVE1vb1ptTlU4RXBLR1RMYXNHSkR5ckJoOWpWYnZ0SHNzNUJyRXlXTWtPdVpIczhWU1Z4OHczV0I0MzFESDZTcmR0V3UybFVEZ0ZKbi9IaktrN0RPZ2VYbXdLZ2NTK3VJTU9WQUlVZVljalJ4am9qT0FTRkhoSE1VVVVRRU9kRElKU0FmZ253UWhnRVVKaEV0VEJhUnBVR2toR0VSS1MyQUprdHBDR2xSMEFEY2ZDZnZHMEtrQ1lCbFJZcUU5UG5XcGcyRDFINnJhdGN1RldCeWkydDlIVHZ2SHpUWm5Gd2RDMnMyZGF6a2piYkcrNXNHbmluTE5iVHpDWmZsUDNadmVtQ1FzRzlsYld5dUwzNEJFNTNTb09IdGpYb0g4Q1JYMWEzOURQZncwMjB2UG5pMmN1bmF6L1hHclcrbU5BQ0dzbXVHNWQ1OStTM3I0WVA3WSs3Y1JhdW1zTUs0bGtiNzE4Q1REQ3pYVkZTOEpPN3lpeUd5UXlDVDF6cnM0TmIwL3RGbFpnWUU0MXI3N0c5ZWFSc0FZTnpMRjF1dlVCNnZNbkxMdlg2di9vWVREaTMxNDkzUHRpV3A3UUE0bERQOEY0bmVpNm5VU1hwejM4WUZKWFdmZnpwRWZIUHpSdlY5SU1hQzNDOGlEWUVQNVJiLzNNbkp5MjlKSHMrWmkxYVBGdkZMT2hxdG4yZjdjSmJHblN4ODVFTGNibmdyaURLcnJJQ01LYTliTlYxRS9QRWRvbGtBQUNBQVNVUkJWTGJHQVRDZ3NuYmQzeXRHZk5jbTNlL1BWQzVaTi8vdzdoOW5zRGpZR0RlOUpHVzZWU3krWjdyU05MbTV3WDR5Q0pDc3NDMmxQdGE4cDJOZCt2eXJZdkdhdnhWeGYzNXc2eU5YMEdzSzlCMlVrdEV0alE4MFZ0YXUrOThDczF1TXgrMmJIM3dwMVdhWURQdWFaN3gvMmIzbG9jUFI2QXBieUtsd2pkcTFad2pHeHJSRnEwYkM0anViNDlaalpYbTUxNHFta3BhTitzZkJkVEZnQmZuTzEzMzQvOXJSdUNFallEViszc3FJSnJsVFBQKzdSN2JjbnhIdG1qZHZaY1FQMlhlUWNCNEwvK3hLT2xTVmRlditYaUJlUzhPaFoxUGFXQUF3TXNmOGlXRWlNdDVMQjdZOFBHVFpoamwxOTVXVG14aXRvUE9USFNsSXpVN3UzL2p4RWNzcUN2bTVub0pQNHpYcEpTRFVrZUFtc2lpb3ZpV0FKQytYbEM5SFJDS00veGJmaEVtTWVnOGpBdTlEUUFBT0lEMENiQkhCTVFBZlVVU1BBZ0MwQlExQTZ4Q0FES1VCa0JyNGxESFpwOVFyRFRwTklzSUVkQXVoRDRLK3dOa082RUlVNUhJWEFNZ25vdnhnQ0NJQUZoRXNBSkhVaHJTaWlha3htVVhTSnphbHBjdWR5SVFiNWhQUk5DOGhQOXpkRU11WW5aWlcvMTJlc2VnbUU3ZWVBcGJyNk9KcHBVWTQzTjQwQUFhVUw3bG5yUGhjekVyZURFdDQzZ1YxOFpuME1XNnNpeFVZd3plN1NnV3ErSFdyaWduNnVrdDlWa1lVdUxRMDVvVEMvc0tMRnpvZmorWVgzS1JFSFdvTzZPQlVzWFQxTElFcUFhRXpmdlRRanV5VEVvMnV5SkdSL3NKNForOWpsWFhyeXVIN1owTzJtbUVnWjlvYjdrL1JnS2k4YnRWMEJUMjhwV0Y5UmdIYmtwSzdRc051eUYvSXdtLzBlWERMRjMvcVUrMWJCclIxY3ZMSFRoVEwvS2d0ZjZ4RWdadW1WZjdkSi9idWVPaU5xZlB2eVlkdEwreEU1MWVHWWZpdFBybjdnTlo1QUNhbERmOWMxYkkxdDRwdnQ3L1NjUDl4SkIvU292MTV3QlZtZEVsTEtiT0ttL2p1eGM3ZGY1TmJNRzc2MjN0ZitQTDQwZFBNOEtYcjVwSEJFZmVFZFRTNmRNMHQrM2QrSjcyMElFcnE3Z29ONThJRnZpYy9ZZlkva3JacUo0QVBGbDlmV3pTeWFOeWMwOGQyTjE4ODJkcUY0UHJLdGpjQlZGdzdaL21VY0Y3eHJBTTdIM3RxVEVuZDJKSGpydjNndnVjZmUzeWcyUmg3emdmK2FJRXdyaWRiTnhiQW45UjMvdGlTOU44NG04VGg1aUUwSytZc1hETk9hN2tackh0N2ZHL3prYTFESTkxVnkySmpYUGIvZ2RoL3RyM3B3ZFNrbTJiWHJKNWhnMjhCNmRkN1hEMG9ONitpTmxaaW1NY0F4dmRCcjdZMnhMb0FVR1hONnNXa0piZTU0ZjVCWUVENWt0aFlyZjA2WVg2SFBmckZsY0NBYU4zYTY4RmlRMG1oc0I3VzFsRGZPRlM3MlRXeFVRNlpoU3htbXpBTjI5c1VlZzFZcnN1WFRDa1hvTXVDbXF5VjdON2RFT3VhUEhseW1KZ1lDaUJLMjY3Q0RoRXVJS0tRQ0hJcHNDRkJBUkVaQ2hSZ0VMb0V3djIzSHlLQ0VBWDFSNFNTR2FzV1FKWlFVRm9Yd1QrQ1NQSVdneVFLR1ZBWUpNQWYrbGNFMlFsWk44QitvLzdscWRXVTlUbDRvNkdTZzJpZGZPMWZxUUp2U2cyOEJwc1ZhQkFBS3lnRW8vdGJKdmNLc0hVK2NnQU1tdzRBUmFsakZRY29BWWdyZ2dSQlhDZ2tBRW9FNlJiRUVEWWc4Z1ZpU01nSGhFSEtCOFNBeUlld0VTS2ZSRXhTeWRlSFNMQU04Q0Z3UVp3UVVEQXVJeUhnNEQxUlhBbTdBaVJnS09IQkpMUkZTV1lHOVNpbEdRRGk4VGlJU0VDQlpnMmxYaFVsUDhjbE9Ceko1WDBrcVRhWEFaQlNRcVNUYlM0bit5YmI5dWlNdmtwcFVhcExMcWExVWNueXVuUkJpMUlCS3k0bHFKdnFsMHFmeTJETk9jN0ErLzJSdEl1MU5mM0N6YjZJcjdUdWFwckxmNy9SRlY2emxrVUI5QkZLZzBwR1NDWlkrNzVQdnU4VE01TXhSY1RzazR3d3hNYVFNTk53REFleklXWkRuTThreWVYTXVTUVN2TThSSm9rSU1UT0poRWs0RU80U1lRbzVSZ0ZoTUJzbGhuSThTRWdCamcwSkdVdENCRGdFRllLb3NJakpVVVE1RU9RSVVRNEl1UVRraUVnT0VlV0NKQUpCRGdHNUlzZ0ZVU1Nwa3hPc3o3RHd3Tk5NcDcvcXRBT2tCaDJ3ektOSC9mN2V3QXYxdjZaU3Z3QkFXM2xSa2tRWXd2RDhucE90VGJGQkltL2xOV3R1RmVENjdtNzMyOWhaUDBUa09hWkdoUDFsb2lqblFxLzEwL1RmVDBYdDFDV2lxSHQzdzRHRDJYM0s2eExUaERrWGJPMTNsRjk2VVhXK2lPcVJLaHBlYzNNdis1dkR2UmZPVmRaOGZvbjRpWi9zMzE0L0pCZ1FVTlA5eFgwdVA3NS9mOHdyVzdMMkJtT2h0TFdodmo5bnZiSjJTdFQ0ZkJnZ2tHWEt1cnZkNTdCNVlHSVdyVmsxalVUdWlMdjg3V3h4WHNjWkVYTGRBZGtwNHcrdTQxZFNkMWRvbUJsK3EvVDQzM0h5dlJLZlpYL0hBQmlBaXNWcnA4ZjdUcit5ZitlMy9penBUd1BnVDdzbjJzNDI3M2xtRFFBWk9YYk8zNTgvdVR0TjdJMHVsWlRkdWEwdC9wdXRBR1JtelpvSmpxYWxMUTMxMzByZjlvemEySWdRL0krQjhhYnhzU3N0LzN3amdINGg2cHpDY1gralJSL3Z6VThLMWxYSHJBckhxd09KdmF1eHZwL21QbWZacWluR1o5MTU1bkFHKzFEWUczTHltRXdCdUxhNVlmMVBrUFJWQ0xUNk1wdTFPUG1yeDVMTVV3REEvcGUvRll2M25EazUxRGlwODZDVVZYbXFzK2VwaXFXcmw3RFBMOE5DWWNJTDdVUXl1RVdXL1drVy80bmRXeDVxbjF3ZEM0dmpMMmJCb1QyYlk0TllsVUZhcVo3ZjJyRGhhMEVxaDdxaGRlT0dINmEzbVRyL252eThBdWZ2bVBuSjlrMERvQU1BbEM3NzNKZ2NDZDhGRHo5THBTb01XRXdsQ3YwNkdJYjIvV2RidHo0MDFJU2VLbXZYM0FHQjI5cFluK2JITHRmbE5WUG1FNHNXc2JZT0hqdXdxa1gzWFFjNHBSNjVqdTlmZm91QVVoR1FDT25Ka3llSDJTbXNKSVUvQWpERE5uYXVFR1lTSVJKcytjcUJuTUNFUlRCKzRnMnpGbXV0RkROcmlDalJTaWtSSmFJVWxDZ1JVYXIvdlFvK0I5R2VLODc0QlJMTlBBcjBubnFldnU4QUFTUHlWUTAxQXBCUFVwQ3ZYZnpmdGEya1FGZ2hBWVZwZnZRVkxXQUlvQWVFU3lMb0FxZ0xRQUtBRXVKWnhHcDQ4bUxwUjRpZGNTVlZvbkF6SitTSjNkdnVINVR6bkJzZVVlUEJiK3ZZSHJzVVhieHVGbHQrWHVMdFVILysydmg1S3lOYTI3Y1prZjJXY3FaM2RzVWIweWxyczJ2dXptWHhGd3Q3TFh1YUhqNWVVbmRYU0l1MXlPVytiVzl0ZnpRakNoK2VoRnZBL3Y3OGdyeHlFUy9Sdk9tUi9RaFlBNk1KNWhabWVmdE05K1d0eDlPVTdQdS9lM0hSQW9oL01DZXZjQ0t6TzB4SUV5elQyYjV4SUNkODVxTFZveFJibzN1UEhkaWEyVHVtQ2t1OEt2SFU4WVRXSjBJMlZ4MTU5YVdmSkZYOUFRQnVvdXQ4KzhiN2oxWXVYZmRIQm5yUDNoMkJVbXB1dnIxWTlWa3ZEUThYM3U2VHZKNk1XbjgxNHhnV1RtZ0JxNzZXRkpWcytYSmQxTVhMV2NsaEpZTkY0Tkp0cEpPWTQvcDBhcytXaDQrRmNvYk52ZHgxNG1PWHUwNzh5WVZ6dTc5WGR1dmZmN2U1U2JkVUxYRm5pNURiMTMwcTQvd1ZtR0V6RGJ5TDdkc2VPdXJrREJ2aDl2WS9CLzN5QmF0c25XdFZTcngzeThXVHJSbW9lc0hJNjZaM25lK1hmdUR5aFdzS0tVUjViUTMxLzFaZXQ2cVlXRS9zVXAzL2xMeTJBQUFWaS8veUptV3JzY0xtQ2YreUYzSWN1bjVQOHhNWjZSaVhPMDhPMGdRb0xZMDUydktxU2VBSy9CMVhRbkpuMThSR2diMlBnbWxYNzNHblAwZXlvdmErNjVYb21jeDhHZ25WbmgycG1Eci9uckZLOFEwd0hESSttdmRzcXorS2dERlF5ZUJaMG1jUDBqSW9YM0xQV012Mlp3dExyeGoxUnZ1MitpRWZDaFcxOTVVUXF4a3MzanZhS04zY05EUVlFSTNHY2tCY3hUQVhOZW5oZlA3MGI0REhlVTd0dWhtYVpaUUlPeHJTMnR4MGZ6K2d3eVNzUUFBUEFBSkh5ZityU2FJcXhXQTBrYjVSU0c0R0VDV2lmcUhBOUFkTjlrT0hRQmNNODJlVXduRTJaREd6MXBvMEUxbUtXWXRTV2htMlJKRldBczNFbHJEU1NwRm1ab3NVQlpFc1pndENtbFRBYWdMZ2lBUzNKeUcyaWNraWdpVWlHa3FGSU1nQlNRNEpja0FJTXhCU2dDTkNJUkFjU09ERUN4QWlrQ09RRUFCbktJSEUvdzRqb25EZzdhYzU1Z01ITGZtYWN2VDdFZHpNQnFUNkhYMUtRenF5UVk3K3p4ckl6T1hUcVNZSXBRZVBncU1LQUFpSFF3SElBR0lRbUVRWUlCWVNoaEFUd2d3Q2l4QUR3aFFoSTBHK0R1Y1NjZkNlR1VTR0pNTEJPTUlRTU9XQmhXQWd4RVJCSDVaOEhrWXdRTEl2RVpPSWtaRkJQeElZb1dJR0kxaEhZb0p0Z3lkREJBUWhFRE5ES0FBK0JkTU5VeEFVRVdDT01DQkV4SUd2SWtLQUFNUk15VDZNL25HQzNTQUQwQ0J3amtpWWhReUJCU0FCRVJPek1BWGpFVUhBSkFBekV5VzN5VUpNREFyME5JU0V3UkFnYlQwUkc0WVFNVlAvdUJBRENjWWtZaklrUk15R0lFU0tZUXdId0EwSmsySDRKS1NJaVZUL2ZvdXdFZ0ZCczFLaUZVUklSSlFvcFFBaGxYb3Zva1JBR3FSRWlZS0FVczZmMXRML0hoQlNwSlFnMlVhUmdvZ2lFUVVvQ3B4R0tDV2tCQ0NRS0lFb1JhUWw2eGxFeExaSXNCOGdLQkpTZ0NnSmZvOGt3VW9sWkJSZ0V4aUt0S05FaWZLRkZDd29DMnlCeUlMQUFsbWF4TGJFZ2tVUXpUQVdrVmhLdE5aR1d3TExnaUlOTFJhRUxKQ2xJZEFrWW11Q0ppSkxOQ3dTV0FKTGkxZ09rV2lsRktBeXArTVpEbVhxQjVYMVUwWUdneW9Ob1B3ZEFtY2k0b0VvWURpSitBUnlBN2FUK0VUa1F1QUoyQ09vNUhMMmlaUUx3Qk5KV3k3c0t5aFhGRHdSTVhabzJIZ2gyc051L0RZQUVMOXJVT1M3dkhidFlxVVFkVTM4dTRkMlBqcUlkWWVnU3ROU2dhcE1KUHgvZW12N2huNS9xNngyelljSm1OeDU0ZUozMHlPakFEQzN4cC9Fb2tmMStPZjM1Tm9qRjVKbnRoM1ordlZFZWUyOWN3d29zVy9UNjI5R2wwMnJORWJPdEdkVnFFcTN5QVNlTDJ6ZWVIWHJnMmVxbHNWR3cvalhYejVxOVFzZFY5V3R1NDBONGg3a3ZPTlljM3RjYitlaG5ZLzBmNCtLeFd1blErRlRodVJmMDFYZlV6YjJobHNxMzlyM1RQYmlEQnZtRDZzVWtYY1FrWWtpT2t4blQvZW5SVlFzWFQwYlVOZHd1S2d4VW5ETnMzMWRwejZSWEtYZTN2T3JKUURXVHJ2dGY5LzAybzdIL2svNm1IbkRKelhhOXJnWHNQMWIvdXlhMkNnTm5ubm1VdmNUNlcybXpyOG4zMkczbkpRYTRRSmI5Z3poVzZjc04zL1V0UzdIZjdEL3lVZGRBQ2kzdlRLbGFHeExZLzFYVW0yQ2xBLzdocDdMOFJlS3hzNjUrOXpKUWRrZGcweVJtdGZiZVhrN2tnRU9ZdS9qcnFEK1FOTURneWJJOFo0elE0b2ZBMERaMHZzbUMyaFNjK09HSjhxWHJwckhVQW5ib3BKdXoyODR1RDNXZytxWXhiYjVHTEVjYU52MDRJdW9qbGtqSTdqVitEalVzWG13cUhNMHVzSm0wZlBjSHY5NVZNZXNrT1ZXWHZaTmxpYkdjcDJiYjMyWUJRZmFOMlVLRWM2NjViN2hJYlkrNVFOUGQyelowSjQ5ZmxVZDN5NkdocmxLZHJaZG9hSkJkTm02dVJCY20rajJ2cCt4ZlBHMFVtaVpJMFRiMnpZT25mWVpqYTdJTWJhZW85Z283cnYwQXNSZm1ycDVNRXdSbk53N3RhSXZFV1FrQ0NHa0psMVhBZ0d5OUo5RVlKT2l2MUpFZndJQkthVUROWGlBb0JBOERwR0tCZ1d4bU9BZmFLRGl3WlVzTTZXQitMMEZzTC92QUlGamgvWThBd0NUcHM2K1hTbDFMUUJBMEFYd2F3SWNacWFEQ3ZJYWdkNFF4UkVXR1Uya1J5bVNNUUtNQUNna0RCdEVGZ0NiQkRiQU5nSXFzQzBFaXdSMjhncEtBTlFyUUIrQVhvajBnYWlQQkgwZzZZT29YaUxwODhIZGluRkdnVThZdG54bTE3VUZydSt3cHhPYSsvcThuTkR3bkc4U1NRMWhBQkdhczZqa2VzdXk3aURYKzlmbWJROE5vaHpOclYzM1NjL2xuUjNiSGpwYVhyZXFWQm1lM05vWXlsQ1JIVk9RY3hmRjNYL1hUcVJjUVQyZmZrUEg4dVhhNm5adThjbTgyTDdsNGJNQVVDakRWc3JaMDEvYms1V1RVMTY3ZHJHSXVVeXdyMUZLZDdkdWlyV25QT0djTVArdGdiU2Q3YjY4TlZYU0pOMnFscTc5cVBGeEFEN0REL3NURmFsOW1uRnQ4MFk3STlIS3NkUWRwN3U2bjhnR0ZLSjEvclVzT3RTK1pmM2VpdHAxZitpejN0NTEvS1dNL1hON0w1eXZxbHQzbXc5L1QzdkRodjFCdjdWMzlmYnd6M0x6ZVJaOGZxMDlLRzlYRHVDT3RLNlhib2d1UDlmY3FGdFQzNmV5WitwSEtORzNHUkZuVWFLdmMxREVQR1d6bDY2ZHFnVEQ5MnlxMzFXMmJQV2NmZHUra1VTd1lXbkxLVzF1c2wrTzFycWpEYW5yMmhxdHB3SE1UZlVsc2tKS3k3VXREZUdmQTBCTzN1anJCZ0FCVWxTZ0YvUytxWCtlWFYyaHJHYk56WWRlK1g3R2Q3ZHNXc2huemp3QkFJcHBydmJOeStsUi9OTHEyQmh0bWRzOVgvNjlZL01EcDhxWHJyMUQ0dFp2QUtUbisva0FCcVZvNUU0eUQ0dEh2M1NCbzN1YTdoK1Ntb1hxbUtYSnF6VlFYVzFOK3BuVTlWZFNkMWZJWWxYTkdpNmRPZnRVdHZMc2pIbXhFWkY4L2ppenRMRGdTRWVTVmxkWnQ2NGNrRCtHWjMyNWRYdnNYUGEyRlB5WndoakhQdjJtYlV2OXdhR2lrck5yWXFPVThzdTZ1K0tiOG5OMWJYT1RmY1VjTlNyMlA4R01OeFVwYm03UUx3S1BjMVhObWdrQXpXWElDUTg0c0NjTkRMQXNTN3prTmtuYk9aVkwxaTRUOFhhMmJubTQ4eWlRQWxWK05XblM5R0xZTklZdGRZdUMraVJBYzlNbjBZTWVRQ1I5N0hxNzMzN2p3TzlVRnVjL2FaUU1reEZRcWpDNVZ4VmZ6ckc4M0Y0ck54eld2dXZvc09OcHp6aUtmVmM3anFPTWI3U3dVYlp0SzJOOExiWldsakZheENaV3lDVnd5QUFPUVVKQjVBOGhJdGhRRkNZaklRQWhWaElpaGdOUUFDWW9PSUNFQVlRQUNvbElDQVNIK2tFSWhBQUoxZ0VoSWtxMXovMmZBaUorQjdOQVpBMkFETWtvWXhaSVFSbnYwNWxwNlVCSENxeklZbXo4dHI1Wi9USlMydEpTM2RLblg0b3lQNmR2TEdzbU90QW4xU2lqZ2JyaXBFMGtCVG9rR1ErQUpCa2swdCtDQkVEQTZSUVJTWkpja2p6TllQWUxKY24rd1lnUWlDYVM1TVJTSkZEamtZRnhJZEFDRVNYQmJCa0NwZnUzcVVVRFZ0QlcwdGhnS25XU1JDY1BwK3BuMlFob3dQRUwzTDVnV2NEa0dYRCtraFNlZ0pBVElCLzl4QitSQVFZUTB0NG5UNUVrV1VGSklsSFdVVldad0ZncWlwMTFMV1JjUDZuSU5nMk1rZDUzWU5YQTlUUEFETXE4TGpQNklhM05meUlva25sTlNDTEpxRXdRSVFGQlhJQzRRQkpFMUFkQkg0QUVDSDBRNmdOeEh4aHhrT29ESkU0aWZVelVCNVpnR1VzZmlPSWc2ZE5DUFFKeWZmS0ZTREY1aHBWUzdDbkY1UG1zbEdMU21sM1haVklXSzkzSE9xRTVyaTNXdXBkVnI4MldkWm03TEl0MXA4TzJmWWtkeCtHMzNySmsxc0tQTFRTSnZuMmhrUHpEeFZNdkNnRVF6Z1RCb2t2WDNBSlNTL3VPcXRYNzl6ODZwSmgwUlYzc0pqSCtMUXJtbStrVDZzcmFOWE1KdElEUG5WbVZuWGM5NjViN2hyT2lKYjF2SC94ZTNvUXBkL2UrclI3ZHYvOUJ0M1R4dlJNdFpjMXNickIvVkY1NzNTenhwYmk5cWY3Wkt6RjJ5bXZYTGhabGV0b2FIandFUU5pWUQzb1MvMUZxWCtjdVdWTnBSQm1FYUsrVDRFVUo3dDU1Y090WCtzUDkwZXJQRnBHRlAzVEpmV3pQeGtjR2dRNFZOV3MvZVBIVWdieDNPLy9saTliTlkwdENTdUJDMUhYTkRmcFhLZEc1bVl0V2oxWnNqWmJ6NzJ6TEt4NjFaT1ExcFE4ZDd6cDFSNUlkQWtBcXJVamg1NDYyL3FDY2pYdHRha3lsbmM1dzNnMmY3ZGdldXdRQURubnpLT0cra3UyWDV1VGE1VXBUcGV2NlQrN2QrdENiNzdhZlo0L3ZhVDU3dkwxZjk4QlM2by9qMmx1ZitseFNjbGZJSXVzZmNoUHFDNVJuVjV4bU15UmJNZDJpZForL0t3SDFpMzB2QmNkVVdlYVRodEMwWjJQOXUrN0xVT1pBVjhVNXNiRzhibFdwWW5zRXdZeTRmTXo2eWNIOUc0SzBTOGY3WTRIV2JadDBFd0NVaFUwNTJKenIyUHpBa0g0R0ZSV3ZsTGoxK040ZDlaZXFhajcvY2ZLZDlvTmJZeG1Cb09paUcyNEZhRlQ4N1VNL3pld2RVMDZPZHdkRW51L1lWTjg4Nkh2WGZ2NER4cGRDMFRpd3A3SCt0ZXoxQUZDK0tGYXFZUDRxWWZyVzdOM3hhSC82UmZtQ3U0cGg0VSsxME05M05Xd1lwTlBSdi8vRm96NGhMRDFRdE92NDZSZE9GZGk1eVp1ZGtDYmQ2VUxhRldRVUJYTzgvM3BhWjNDYkt4UkJRU3FwSUFDcFU3ODFHbmltQlZ6UUFLQUhHRUlzTkpqTlNnSVNnazJBSlNKeEVDNUI4S09qciswZVVtang5Mlh2TzBBZ1pVYjhMNEt0Yi9xbTk3VVRSNDZjZUM5VEdZdW1UczFYQVhVVkF1NERnRG0xNjJZNHhCOWk0VisxYkgwOUV3eW9qbGxWampmWEdIZHYrN2JJc1lyRmE2Y0xZMnh6VS8ydlVrMmkwUlUyanl5ZTU1TDNTeXRzejJIRFIxb2ExbWZrOFZSZUtybUpTWjlyYjlwd05ocGRZY3ZJVVF0OGwvOWpkd1lZRUZOVlM5elpVT1M1cm4vZVZsWnhpNGM5QUdUV0xmY05EK2ZabnpCa0RxaSsrRzhHZ1FIVk1hczhuS2h5aWQ2MHRMa0UyNXFsWGV0VkNmRXNkbFMvNHUyc1crNGJIc3JUU3hNOS9zK3l4eWhmdG1ZU0JMTlVYTzJvV0xyMm81cjVwYmFtRFdlQ2lPR0FoWE5Iam1KaDA5NFlPbGhTZDFlb2tJZmZ6QW56VEU1RUNsbE1kMXVUc3grQXBTem5DZmJkL2w5NjdyRHhIUjNidnR3ZmhhNVl1bnEyTVhKR085WXQ1UGt2TW52emhqcG5jeGJGcGpqTVpjMU42MzlhVmJ1dVZFQ1R2SGhuLzRNLzNuTzJZM2FOUHdsRXQ3WTExbjgvdTc4VExoalQwbEQvczdMcTJEQXJzdTZPanMxZjZzOXJ0K3hJSVRGMkQ2cnh1blR0VkJpaXZzN2ovZGVEMHFIOHM0ZXNINFhHRFF0WExGM3pRZVhadTNlbDNiekxsdDQzMlJiL0hpSHpnM005OGVQUm1yVjNKdHpFM2xlMzEvOGRnT3EwNFhjQTZBZUxicXlMRlJqMmxyQXZEVkRVdDZkcHc1QVBxc25Wc1hCUnhQOGdNNFY3UGYvbndBWkdVdGZDWjMwSFF5NTZDWDU1ZDVaak03dm03bEdPOW0rRnNUWXJ1TmUwSlI5T0ZZdlhUZ2V3eEhYTlk3dTNaa2IreDg5YkdSbmwrSXRJVVo3NDJOVzJaY09RV2dDbHBURW5SUDVzbitsd1FhSHpCM3o2ekJQWjZyYkpmY2gxa0hNcmtSeUJGaTJXdFF1SThleTZlOFliUWFXd2VaMjBYTnJUK0VER2QvZDluMkFsMmZCV1pCSnJaZHJpa1d5aEpQL28wUU9uQUp3QzBBN2dzWEZUWjk5bWlYeFdrYW9FWWZoZ3ZRRndpbTcrMzJneW9FK3lIM2dyVU4zRVdlRFNiK240SGpPcnFHaHF4SEVrUk1SaEZRbUhBa0JDaHczQmhuREVFaFVPS01vU2dxZ3dvSUwzZ0NNS0RoRnNNR3dLR0JRMkZCd0NiQWpiQXVVUXdSSWtsNlcza2VSbndDWWdwNStlZ1BUSm14QWtHVFVZbUxHbDBqdUN6NUpNNjBqeERBWWlDUDJ6ZXhLa2ZRNVNSbEl6NVdCUnhwalpObmd4WFdGNUZsZmlQelZXY2hwL2hmWVlPaHFTb3BaRFVTWUNNaVR4NDExMzQ5Mit4WkFBeDd1TTlaOXJjc1Z0SkprZXlWT2VQSFBKVmNrVEpXbWVaeW9iVlNRNGcvMFZSWkpNRFFSYW8waEJHTW1oTVJDalNvNlQzQS9wYjVVT3NLUVBHREE3a3N5UEpOTWp5YzZRNURJQWZZREVBWW9EaUF0SkhFSnhFb29ERWlkSW5JbmlBa2tBRkNkSXJ3SWxCRWd3U3h6RWNZR0t3M0RjSW9wN3BPSWdFeGZTY1hHOXVDOTlDZThTeFM5ZWZLTnZrSGJKKzhUS2w4VEdrblpQN0IxNTZzVDErOC8rQ3lDZkRzQVRTYVBScjdzUlNoYWc5L0pEMllEK1FKdllOSWlacXd6OW9ubHJmVC9ZWExZME5obkt2NDFkYjhPZzBtMjFxNjhoNkNXOWIrdnZSU1pOclhaTi9Odjc5OS92emxtNFpweGpxVnViR3pZOEVWREhReE9iRzliL2FxanRBakVWclhYTFFCSnZiYmovNVZtMzN6ZmNNbmF0MitNOXRYZEhJT284YytIYTZ6MWJjdFRwVXk5eDhaaGJGZmp3dmsxZlNTczV2VnhUS1BmalRHYlRub1lzTUdENWNoM3R1bUdPS01rVitFT0o4d0dJcVlyRi9sU3RwZkRzdVFzZDNxV0RkNTQ0dkQwWDRDOEQrTi9URnEwYUdiS3NTczh6SGJwbzFDSmk2MjJNbVAxNi9vZ2pQK20rY1BUVHFWSDhlUGMvK3NLaDlKSHRTT0c2YzhjMm54dy9iMlhrbW1INWl6MmY5M2RrcFVGR2w2MjdVUmtwOTRTMi9UWXdJTEJnZ2w5VnMyWUNLL1Y1ZU42RGV6Y0YxUjVtMTl5ZGE2bFF6ZVczRG03Z1NWTW5rZWpySXptRjExenBXVnBhR25OeUovaTNzdkUyNzJsNjhQajRlU3NqbzRmbC9oV0VqNlpYVU5KV0pOLzQ3NTZtUG5mUnFwRnNxNW91ajV0Q1ZtU3lFaXJWaXMrTHNuZnUzeDl6bzlFVk5oZVBxaU5nVkd2RCtpOENRTm1TdFRkWVRNUHlYT2U1UWZ0V0hjc0xPMzUxVjZMdk82L0I3cW1zV3pmZlpmUG03cTNyMHlidXkzVkZ6ZFRibEVZMWU5Nlg5bWNGN3lwcnZROEI0SlpOOTJlbmhsSzBkblc1QXBjWWhXUHRqZlV2WVFpTDFxeWFKdHE3azVXMUliM1N4cFRxenhaWm9aelBDT1RaWFZmb083azZGaDRaOFc5bEkyZWc2WEpMbi9YNkNDQW51QVVIejJBall0bUdjcURsYVFodUVxSnJpR2dBVFU2ejlNOURnUU5FWkNEQ0VxUjY5dXM3RFRBQ3dRSzRRQUI4Q3BBQUpBRWhOenZGVlNBT0JDTUFLZ0x3S252Ky8rY3JiN0JBOXUvWjNyZUF3UEhYOWwreGp1aDcwa1FVaUVCQ2Z0V1NXQm5EVkFycjNhZTd1MXV6S1dQbElUUEQ4NVhYWVNJSG9qV0pLVUpXVWJlNjlHTEdlTU5IVDdQQXZnVm5oZ0Q3MnJLb1FaVTFxNWV3cHU2MmhnMUJsTDY0K0VaNGZHNzN0a3k2MHB5RjNqVyt4a2hsOUFsYm0wa3UrbjZEN1kvNjQrZXRqSVR6ckErd3dJMHI5L245UTRqRlJIUE1kRExLOUhZbmp1UVgyalhpMG10aThTeHhFOXRidHp6Y2krUk55QXI1VWMrVkY3Skw2c3o1NEpweDVPclpDZU8vRkFxNXM4ZzNMYzFiSGo0R0FGUG0vczNVMTNiOWEzOWJPMVF3c2k5dWR3QXhIdWF2cXhTUmN4WVpMVkRYNG96OVBCQmpKekw4WWJmdlltbmFKb3pySmZyTEQ4NnBXMWV1REJVQnZtVjgxZHkrN2NGc0tqb0JVTkhhMWFPSi9KTG11UFZVZFBHOUU1aGxYT3VtZzc4R3FEN2xqMWxPYnBlajFiVGVvK3BIR01JU2ZSZVBsVmJIOGl6SHJTSnltbnkvOTQ5UzYxaDhyN1doUHFNa1gzVHh2Uk1aUEprdU9DOG1XUTVCVzVQb3dXUWdMK0xNMHdZZHU3YkczZ1R3TUlBUEVGbG5YOS8xbzFGZW9tZC8vUEw1NnR4aEUvN2lkUHdTZS9IdUdJQTVXYnVVVVIvVzkvMmJ5Q0lpcmFSbDQvcEJwU09EblZwaEQ0L3dCeUJxcHJCNi9PRFcrdk1BRUsyT0ZZbmxseWxRb1UvK2M3dTNQWlJCeDR0R1Y5aEErR1kydUVEYUg5dDY1dHh6QURDOWR2VTFDbFRMeHR1NmUrdERtZWh4ZGN3YTYvaUxXRW0rTUwyQmk2Y0g1V3VtTER6QjNHa0U1NVRXbzA5ZDdQeng4U0VFYzZMUkZUWlVxSndCSnFZOE11Nk8xb2I2M3RrMWQrZUdZSmN6a1lERmJXc2FFQkVheXNUNG5mRzQycG1kUHptRW1ST0g5bXdEc0gxaXlaenBzTEJRQ2VaRG9SYUN3c0FKbDUxSTRNSnZHZWVxQmVhZk8zZW9PeDNFZWcrWVZWSlNvcnU3dXkwdlAxL251Ukh0aHhQYTl4d2Rjanh0UEZzTEcyVnBiYkdsdFdXTVprc0ZyNncxSzZVMWkyYmxXMXByeGF3MHM3R1VVbHFZTlN1bEZaRVdGcTBFV2hUcklHVkVWSXBXTHVuZ1FjRFlKb2hLUnJZbENVS2tnSVNnbmFnMDBHS0FuMDRpNlJONlJWQnBmUWFBQUZMOWM5N1Vka0JRa3JZZEdWZ2VjQUtJU1BTN2d3bnZMeE1SbndnTUlpUENMRUpNeVJRT0ptTGlJS1ZEU0F3NFNOOGdFbUZXaHNBY0xDTm1naUVtRGxJY2lJbU5JYVdZaldHUVlxV1VNWWFaU0RFcHcyU1VNVVRCZTEreDBVSDdWRVRjMTlxUTU3UFNpajNmK0s1dmZDZGtQTWZOOFM5ZlB1R2ZMU3owY09TSSsxNE9tTHlYclAzQ3liTm9mZndrQU1STFpzY2RTd1VaRVVFcURpcHExeTBBNUdiRThkTXJDZWhGRi8valJNRC9BTEU2ekpmZTZhLzBOSFgrUGZrMitaL3lEVDNUU0tIT3JBQUFJQUJKUkVGVW5pelZPOURuM2tJQUZYWlh6NU81NDhMempOQTdlNW9lUFR0MS9qMzV0a056THNmUFB6MmpkdVVJZ1o1OCthaTZZZ1dnMlRVOWt3UjJibHZjZVduOHZKV1JrTEhtR0pONFllK09SeTRpcFJkazQ0YkxuZDdPL0pGRjFSYmtVblBUZ3huUDJzcTZhWGV4NEVCYncvMkRTaXVXWFpwNkhXbWF3a3plMldPN2gvSWJWT0dvSHk5K3JiWHZqcDZMUjhjVDZVVWlKc1VrT0RxamR1WDZFS3hGU3N4TGxxMm5pT0dqTFQ0T1YrVG4zcG8zODBOZlBmakNQMWNBS0FNQUNFZlNCOVpXK0tWRXo5bC9qa1pYMkpLZk84OTRmS1JqUzZiZlcxNjdiZzRacmdMcFY4OTFkcjk2aGV0KzBIMnB0UHB6WTFqajR6RCtsNXJUYU80V3dqZXlTYnpxakJxWFE0SnFGdWsrZGJ4NUc0Qy9HZXI0NTAwdzB3MzRRbXZUZ3djUlhXR1BLb3g4bkVUT3RUVGFUNlhhekZ5MGV2VGhsLzZsNE4wQWdSbTFzUkZHK1ZHRzJlSm9YV0N4akdQaTB5RHBhVzNBV3dBZ1JhTnZVb0pSTFpzMlBJcGtDcVZpVEplUTJySzlLY3RmV2I1Y2h6cTlDbTNNL3RlMmYrbGNWZTI2R1N4TXU3TW05dVcxMDJhU2tuTHU2L3RhNi9ZdlpWeWpWVFZyUHM1Q0kxclBuL2wyOXY2V0xiMXZraGhWSlJxSDJocnJoeFNsbmwxemR5NUkzeTVNejdZMWZLSGY5NTVjSFF2bk8vNXlRL1JLVytPR0t3aGFCMVdzMkpCRElOM1haKzNDOXBpUGtwTGd1WlE4bzBwRTkzYjZoME1oK2h2ajhFaHRXVGRBcWNVZy9BVVJEVXVOMXA4ZUFQaUFuQk5CUVFEK0F3QVpRTTRKSkVSRXc5Nk5FVGpvUW5wWDBrRnE0NGdvWHk2Y2ZPdTFJZThmdjA5NzN3SUM3eWRqWXdoV01wbE8yNFZHbXpJQ2RiWVVIR2hDVXlZWVVMWms3UTFFZEYzN1Z2WEwyVFZ1S1pROXZhM3h3TS9UUVlNcDFaOHRJa3ZtQ3VoMUY5aTNwN0UrUS9tMmZObWFTdVBoWW52RC9hMEFwTEp1M1h4UlpMYzFydDg3U0lIVlVSOVB1UEZmaGgxZDFaSi8rRWs4R1d4blRHN3VqY3d5eHJqV0QvZHYvK0lnUUxTaStyNFNNWmpldXNuK1dYU3BXdDJUOEwrWm8ybWVTWFEvMzdIOXEvMDNra2lJcTlnM0ozZHZlekJ6MHJqNDNrTHlhYzQ3M2QxYml2Snp5c1Y0NzdSdGVlVHQ1THFKeG5mTDB0dDNYemg2YVAvMldFOVZ6WnBiaVNCZXIvK095dFhMVytMMjQyaU4rWUJWNi9aZHpNZzEwM2I0ZTk3bHN4MnA0NnFGU3NUM1g0Y05wS25DcHVzb0tBQlRDVlFxY2V0NWJJLzVVcmRtd2VVdTl4bmd5ZEVBK3NHRy9LTEpCWDNjL2NyKy9WKzVRaVJFT0JMMnlrajB5ZWFOc1F3RW0zMDNJODkrUnUzS0VRcjI4dWE0OVUvQmQ4a2NhS1JqNW9pSFk3dTI5TlBORGdDNFI4Ukg5NFdBaFE4QWx5OGR3eFhzNmVRZkFJeXVXTHE2anBoUEMrTjg2NmFoYjk0QVVGbFVYRTdnMmdUSDErelpuQ3daV1IyelZNaXZGTkRzSHQvL3Q0TmJIeHFzT1ZCYy9Ga1dhaENoVVIwTmFndndPSmRXeC9KeXlQOGNJRnZhTmozVWx0MmxMR3pLRFZSRXdJbTJKdDA4Vk1RZkFZdmlEdCtZMXhUUkJOTjM2Y1hqTDMxMTZLZnF5TkVWSkR3U0JLYzFvWDZCN1EvN0FPQlE2S05pNUIxaGRMZHRHZXp3QUVCUGFKeGRZSmt4WXVKZzAzZngzUlNjaHpCKys4anVmUUQyRGIvdXVuL1AwZUZyTGFYdkF0UVV6L05YblR5Ky95b2c4UDQxLzhpUkl6NkFCRTZmdm9yc1hMWDN2cDA5Ky92ZWcvZVhwWUhMSWt3QzBnUUNnN2hzNmJvcWd0U3hjZis1ZmRzalF3ckF6YWlOalNEeWx3Z28wcEtmNGQ5UlFYN295OEw4cmZaTjlZTkFhTExzUCtqeHpOTW96SWtTRExVMVByZ1hnT1FYT0xYaTZWMzd0ei9XVTFXMzlxL1BlOTVQMzloZlA2VFBNWFgrUGZtMmRwYTJOaHg2SEhqU0ZOZXVyZllOam5ac0R2WjFSdTNLRVRhcDIxdmkranZSWElvYTVmZTBOMjdJcUJaVldidnVUOWt6Sjl1MlBOQ1VQZjc0ZVNzald1RU9DQjFSNTlUbXk1ZmVHcHZWWkRHQWM1MW5EdlpYQWhQSmNHOUhScER6Z2U2ZVJFTk9XRSt3bEZ4czN2TEFnZGxMMTA2Rkw3MEhYL2pudmJBaWZ3ZS9iMGQyV1dZaTNXUDgrSElBd2tXalM1WGdjbXNXZzNET3dqWGpMTVV6R1dSYThnNXNSK09UUTViaHRVTUZvN3hFQnBrV2tVaG91UmkwdGFXQkkzT1hycTVsa1l0dFRWOTh2Ykp1OVNvV0hEQWV2d0xYclJwcTNNblZzV0VHWmtickp1ZkhBRkJSTlBJbWlLS1dUZlUvVHZlN0k3YWE3OFc3My9XSEdXYS9Fc1k3Mkw3bDRiT1ZkYkhiMlBnWGxGQzR0ZW4rRndGSStZSlZ4WXBrWVo5Yy9qb0FLYTliVmF4SXpXZ3BPUFRybEErZmJoV2RVK3ZJb3FQTlRmZS9PYms2RmhieVp2ZTlQUUJTWU9EOGZ0S1FQTmFlQlhhVjFheTVtVFdOYW0wNDlGaDJBSFBHdk5nSUcvNG5qS0xYVy9JUFpnWXUwOHpSb1VjaDFrL2FHMk1aMTMrUjQzOFFpa3hybzlwOHBiNVYxWmRIQ1p5cGxoSzFLMjcvSUJXZ0tWTGpIV1BGeDdHSkJ5bFpXcXV6Wi9lbS9MVUxBQTREMkRqaCt1bmYwYmJ6QlJBK0FFRmhLaTJSQUF1Z01VRUtHNWlJbEFoY0Z0ejk5c0hkVHdDZ2NlT21qZERhTGlSSEZSckxGRnBNdzFoVEFRa1ZDQ0VYZ2h3U2lZQW9BcUV3SUJFaWFLUUQ0aVJ4WVp4UWtMZU00TkF4eTcxNGhhLzZlN1dyZ01EL2dBa3o5YXZyaUxoSytHSWY3QmV6ZjdoVmkyTFhpZmFudHpTcVg4NnBOZE1kWDBlYW05Wm4xSDJkVVJzYkVWSG1EdVA2TDVGbGpkeXo2V0NHOEViWmtyVTNXR0p5bTczUVRpQkc1WFdZenZCRGJjOW1sb0lMNnQrR1B0Z0gvcVhqUkVyZTZleitaZklHU2xVMWErYUpWdk9WNi82b2RmdjlnOENBc2lWcmI0Q1dtZkczOWRNVnRYNU5qM0cvazZ1ZE9TRC9ZTCtDYkhXMVZSR2FOMCtNNld2ZittQkdMYjdTMHBnRDI3L1I5M0g0bW1GNWM0M0hpYll0anh3QWdPaUhZa1hrODR5T0xkLzdHWUEwd1RtVzh0cDFjeGhHZHlyZG1wOHIxWHoyekxmUStyaWZXemh4VVcvWDhWK0laS2lCZFJvdmZnOVMrV29LMXpONSszVFludDZ5Y1gzNmpUQ2psSXEySTgvc2YvbDdYelMrV3psMlN2V05CM2Q4dTdXMys5eUhsSGErd01idEg1OTk5K2tNbWwxMXRWV3c5KzNTbEJpZ1plY01ZNFpxYmRxd0R3REN1Y1dqNDVjSFB3Tm0zWDdmY01lemJtMXVxdjlTNnJ3YzJmMkxPWjFuZ3dBNktSMENVVTdibGczOWFMd1Z6bnZEai8rbjU2aFBwZFJzeDg5YkdUbis4ajhkM3ZQYzExcEhqSm4rckc5UGVmeEtrYU9xMm5VempNSmlaY3kzOXpRRllNRGs2bGk0eVBZWFFxbHhCdDZ2c3dVSXA4Ni9KNzh3UDd3WW52bzVsRCs1cHpmeEV2QUl6N3I5dnVFaHovOWZJcnkxZGRNREc3TzNOWGZacWluR1lBNkxmNks5NllHRzdQVkpvOHE2ZFdVc0pxRXROUm5NcjZTckZRL1ljbDFSTTYxTUs1cm9HWDNCNzNQYnNPTWhmM2JOM2JrV3doOWdtTGVJeU9xeXV3YUo0UVRkbCt0Sm5STVhkWjN0dU5ZM2NRamtkODVudi9qR0c1MFhnUTRBZi9tN2puSFZydHBWdTJwWDdmZG1HZ0JDdVdOdXNBVFhHTjg4MGI1MWFEQmdiSFJGVG9qOGFoRGxuenB6K2w5U0U5TFMwcGdUbWNpZk1PQ0d0cXlJN095YXUzTWRIYTd6RXRLWTUrZ2l3NXpmM3ZSUVF6UzZ3cWFSWTZvTnkyRjFrYzVGbDY1WmpzdlMrTVlMbWN5Q2xNMm9qWTJJYVA1RXk4YjEzNGhHVjloU3RPcG1wYWl2WmRPR3cwZytteVBrM05JYjF6OHNDOGZITSt1UU9uditwY3lxQitzV0NDSHZ6T1crSjdQOWdsbTMzemM4NU50L2R1SGt3Vk9uanI0MG9hL3IrQmNBTE1qYWpaRy81VmptWFRoejhHaEIwZlF4MmxiVG16ZXVmNnEwK25OakxLRTViVnNPUFFVQTE4NnFLMzZ6NCttekVCNmQzbEhFUEFmZzFKeUZhOFlwa1d0Ym13NWxwRXhFb3l0eXlNR3RJaXEzNzIzOWI5Zy9OQmhRVWJNdXVudmJveGxCaEZFVG9yY0ljS2l0cVQ3cEk4ZFVlVzNmTENaTG5ZdXJQWlUxYXo5cURMME80eDlNQnJZR0FRTFJEOFdLeVBQL29xWHgwSmVCSjNudXNsVlRtUFhDUkkvL3RkU3huRGR2WlNReElyZk9jN0dYMmJzamV3eWswaUhIOFFKV2NycGJSUzVWMXE3K1V5T0p3OXF5ODFvMnJtOENnT2pDejExUHRsb3R2djdDdmkxZnVUQzVPaFltY1N1TTd6Vm56eW1pMFJXMkRDK09NdVJDeDhiNnZUZld4UW84TVIvdGs5NW4wb05aY3hldEdta2NleFdFZjkzZWtGbENzYUwydmhJaXVvMWh2ajBJREtoZE9TSk01cytONE55RmhINW1LREJpNnZ4NzhuUHpuYjgxTEw5cDN4UkxEMEJSUmUycVcwaGhkblBEaHRnVkswbFZmN2FJUTg2ZFNuQkNCQjBwTUNENm9WaU8zM3R4VWZjN3Yrblgwd29FWHRPRjJ3TTc5dnFCVndFc256Qmw5bnlsY0FkQXR4TXd2WDlIS0sxK1BFbVhsdjZVSnpseDR1QjVBRmNzQi9uL0o3c0tDUHdQV0NFWERBQUNVR3lVZlhoZlF5d0RJWnBSR3h2QjRPbW5PeTl2bmxPYk45MGlOZnlpY3lGRHRHTnNkRVdPNC9zVmJKbkRscVVuSnFUdnhmUWZhRkRXaEV1NnVzd083SXo1cyt0aTR6WHhPRGw5SmlNS1BIN2V5b2dvTzhxSnZwZkR0bE9tZkc5N0tyZS9iT202U21iNm9QSDV1eDFES0lUT3V1Vys0YVRWeFBqYjZ0bmNTV2FlNjFwdjVHbk1GY2FodGkwUDlZTVQ1ZUVGVlVvNDBiSmxVSzRSY2lieXh5Qm9BMGt4Zkt1emJjdUdmbHFkOG5sUndxam5nTk1aTnhZblovaElTMkZZYzRQemZGVWQzKzY3c3J1MTlYSFB5aXU2cmJmcitGT1NSUzhENUM4RGhEQ21ITXZjcGtVZk53Ylg5UjVYMmJsM201STNEd0lBNC9XVjlIYWUrRmNBT1BuYXdHRmpNN0E3Uk9xMXpqT0hNOURNS21mK3phLzZyM1duTmRMdFRmZS9BQURsQzlkTU9yejdCOE13QkNBUTh2V3Qwc2V2SU9rY0VFSnorN3JQcEtVeWtHcmR0TDQvSDZ5ME5PYVl3bU1scjdmKytManY5aVlDRVRhVmwwVGlMU0xOQWprRjRSMEEvaDFBUHhCRVBZZHFJSnp2SjNxcXp4eHRyZ2FhWndMNDgreDl1ckV1VnVxSnZ3eE1MOHI1Y3dIN0pMckNMbko0Z1pCTVpDUE43VzRvay9LL2ZMbk82YmJtTXZ1SGxhVXJFejV2UGJUemtlNW9kSVVOMy80NEZBNjJObWFxMVNLcEtlQ0xWQ2pRUlJWeW5oOTBnSkkydXk0MmpzVy9Wb2xsWElxMzdObjB5SkFDaU9XTFNxWXFtQkhDcEpTUy9YdDNQSFF4cU1jYnFkQVFYNFR5ZXQxTEx4N1ovdGlRcFJVcmVxYmVKdXpQWUQ4UmpDKy9PeUJ3MWE3YVZidHFWKzE5YXNLVUtycXFyWnd4TVBobSs5WWpoNjdVZkd4eDhZY0JsVVBHUEhVeVRhY3BNdDVmQmlFN2ZzejZkWHI3eWRXeHNLUDhLakx5aXVzSmh4dzlXYzZmMlFJczF6SzhPQ3JNeHhNbnJkZERrNzJicklScGJYN2hvU0VwZ0ZQbjM1TWYwdjdjUzJMOUJ4QlROTUxNSllXZWxvWUJCZmpjZkdlSjU4b3JFbkx6RlZzenUzVG5DK21DaHBXMWErWUtZVDdpK3R0Wk9rOVJaVGwzSE56eWpVVysxMWNxN0E4ZnRBUHZicWNBdkZoUWROMzVTT0gvWmUvTnc1dTY3dlR4OTV4enJ5VHZOcmJaZHh3V0E4YVdaQk9XQkFkc3k0YW02UkxhcHAwMlhlbE1aOUp2MDZhc2Rub0hNQ1EwYmRwSjEzVGFwcE8ya3lacDB5emdqY1VKRUJaTDhnSVlHNXhBZ0xCNHdic2wzWHZQT2I4L0xCbGJ0anVkK2Y1KytUM1BSTy96OER6aVN1Zm9TcnErNTNQZXorZnp2dFBmakVtOFN4S0tXZTREOUpYTS9PSzdLTVc4MndIMkd2QVNuN1ZvL1ZjdjE3MjZNNXdNQ09KK3BrUzlCaDc0ZFllSUxSc2U5NmFuYXhZeWtUOUlJR05NTS9CcVkrTytNU3Nvc3ZKM09Ba1ZObTc2UnJTaEVXcXhrdGJXb2VUVGtyWG1IRUxWWkhmWnpqS0g2L0g3SkVpS01NM0Q5WWYyamltU0J4QkdqRUNPTG95ZkFTOXhwMnRIRGhmMFlTckVFNkUyMmJTMFI2eisyS2lWVktDK3JtcGt1K2dRSEp2VTZHU3hoaEI1WFhEOVdqeXhyaEN3dkswSVkxRlByNzhhd2MwNWlMSlJGOWpkY0hDdzdINkNqWDlHd0ZKZFY3VW5uS2dpWk9La0pWeUMxNVh2T3JsZzFlWTR6c1VxbmZPeWM4TUVKQmU3dEFtU0dsOGlVcnpoRGl2M3p5cmFsczdBdmh6ZytHbEQ1ZDZSQVd5dXBrUkovakVKM096djAxKy9mSHozQ05jeVlEQXVqT3UxZlVwQXZGTmJVVHBDK05sUlVKSURZSEgvZTAyN3h5VUQ3dGRTcEc0NktjRjFRNGlyZFZXVzk0UEhvNkhyOTVtQjNpWmhCcnBJMFBxWURna3FqNW5vRWxjdk5CeEZXdHJwMlVyc1R6bkVHZ3F5alJDeVlNU3JwUHhGMzIxelZPTHF3NEFJSWZBQmdSQkpBUUlJczd1MlREc2Zmc0ZHd1h4b0lLRDhibkpjd2p4Q3haeWFzc1lENFd6YzVKUmtCd0NGRXBwYTR6LzJFcXFyaDhyTE13b2Vtd2hUMnQyRzVSVWMzMk1Db0ZZWW42a1pVSDhFejdNanl0QW54dHVja0dZM1VTMmZIcmlxUGhVU3Q4dTZaMXNxZzl4b21PTEhZMWtnQW9BbFZ2MThoNTgrbXpSTnY4Zmd4RWVabUN4QnJ3NFhnTXNzM0RxYkNSN3JyclFjQ2gvdktDb3VnRjk0RGFwSVJSSFdta3B0eUFyUFVWank3UUNudjIrbzFGb1hyZHIwMWZQSDc5aVR4c1JObmxkVDF2UTl1MnZoZzc2QTlKd2RMUGxmWmZaMWxBRXlqQXpBVThITU9CeUZmTE9VeHNzUzVLNGUxbDNWMHZoTStHSnhFY0JQQUR6eU4zNis0ZkJMS2I0VTlwbm1jVUR4ZFY4ZldyQk52YjhEd1p1dFN2Z24renF1akZKOHpTNHMrYWF1aXovWEh4M1VkVkNJYWhmUUwrbitycUVibEJRakc4Mmlwdk1zU2Fja0xGdjZ1Ym0rdUtuV0tKdFJoTGEydjNvOHp4ck9vcEl2dC92WUg0ZjU3ZDQ1UjlkMis2WEcvUmxoaDBkNTUyUVVhZE81Tk8raGxMN3JQa0NQaDByM014TW5aVW9tMG9oSkd6eFZ1N3poMTYremU4SEhkWWdtVUdYcHdCWDZjbU5RQVJlcGsvNkpDTmsvRUJnWkRDRll1UUVGaXhqWUF0RitjNVRJMHRDNU96WkZRNWhmRXBTNnBSazQxMUF4V3ZVWXdRQ0xLSHlKZ0V6dG9kMy8zbEkyNk1SZ3BxUm1xU0FUQUZqZHV1VXZxUDdabUhvQTlvSVNCNUhJOFJzOWxkem9uUkVVQlk4UUFoRkVFRUVFSHpKSUtZa0VvUVNBNUgwdDdzSEV4WmdWZFk3Q0hSdTVrQklLcjY4dHYrTllZeThvY1JDQ05lMEJ0dTF5bUlod2tzWElNYm5zcXF2YWM5VlpXUHpvYmRMNXN4YlBzMFpHN3VicGhMRmtUOFhPazVuNTJ6T1p3WGpOb2RJeDdkc0FJRDdCV2lRNFA5cFNvZlZrcmYzT0xMQW8xVjIyZXlqSmt1MHEvbEpQcjE3QnplaSt4QW44QzdFKzlndHY5VE5EYStDU3RjWHpRTWhYdWtuWE4xdXFud2tueXRjTFUzOWNtSCtmUmlRaHRGV3h4cDgxL0YwdkFLZ0djREc3WU1mS0FKRitVTE5WNGNwOGIzenprYVdyNXlVd1N1ZDNCSzRmdWx6OW5IL2l6Snl2djlkVS9pU2tTQmh2Ym03Nk50Uy8rWlFOd0tIaHJaNVJNNDBIcENDcFZPSXZ0VlZqVjIvWTh6WXZJb1JNOTVRcnI0WC9ocmZlTzNINDFuc25obUlQcTRXdTdrYm5DOW1GSmRtZ3lPQ1NuYW8vdEdzY01nQ2d6Qkt0KzNsRFEvVlQvY3ZXN3BnR1F2N2hWbmZmWThPSmxZUjVjWXVKeEMxMzJUaGtBQUJIOGlRN2tXWmJUZVdlY3c3WDl2c2c5WGNZdGZ4amY2eTZ2Ym15VkIvOGZ0WFBjTTdmYUtnYUZFSjI1QmNYK0hyMXc0M0hueHhselp5ZXQyVUc1M3h5WGFXbEFnQ0pqbEd6Skl4TFp3L3R2V054dUhFamkrNHhINUNFMWJ2TGRvNGdBK2JuZmllRlF2M3lqYTdla3JIY3hleFc4L05DeXNDQUtTcEd1SnNOZjAzUGdud1FvZlMwZEk5SUJqa2NXalNoWnFFdS9EOFBGeTRjT3Y5MHpTSU4zUUdxcUJMQ1gxZTFwMzd3dDlNb2hGZ3VZV24yWGE5dWd6VitxRFEvS0pIenQ3VnJXbG9DbHdjcmd5OVBTRXQ3SlU2SitnSkF2MDZCaVFMWTkxNVR3dy8rNXZqL3hZZ1FBaDhBaE9DRVNzWUc3WXU0Yi9nTkthMUlpMDhVUnI0dS9TL1piSmE1VWlMWlhiWm5sSUtzdzdYZExpV1pTaWw2cFdrZUdFNEdMRjI5TlVraGl0M1MyLzhHVGp4dExuWnBFMnpFV05kNXNlY1p0RHd6ZlBORG5VVWxLNGlRTVpLSjJBRGxQMjlzSEx6UkxGeTNMWm1xOUN1UTh1V3h5SUNjZGR1U3VhSzQ5RDdqK1pRNExCS0M2YXFVTnd6SUdhVGoxbEJQMExLMU82WXBFc3RrUjF0VmVCKzRJNjlrcVlUb0lWWUNoWmpwbnJMZHJ5SlVKalhkdUZ2bzRzOFRCTHU5Y01YWDFqU2YrbzkvSEQ2Mjg5WjVaQlUrbUFQd3ByT0g5N3pqY0d4U3Uwbi9sSGM4TDNSSnlZY1RBb2NCYkVzcmVzUWFMNU55VFdyOFJUVXRkL201NlcycEhMWFlBUURTVjMzenFhdk4reTI5N2Urc3htQVowZWhOSUNFOXFpWFdZd1I2SHdGd2JzVDNJc1JDbFZxT1VpWEtPWHovdm5UMTFpU1ZHR3RPbDVmK0VNQzNocy9tY0QxK1g4ZnRHK1h2bnY1VktvQThXMnpLK3ZNbmZ0dm02N241TDRvdE5tR3NsZ0JIZ2JhUU1QNVJZU28vOVhxZU5ad0YyM09KSUNkclBNOGFXWVVsS3lSbmI0OG1BemF5TE5mQ0pRSnlncS83NW9Ld0tZOFAvOCtDVlp2akZLbm5BYXg3ZUZ1RnMyRDdFc25rM1ZMd09rL1YzaEZqMG9vZXNTYWFpVTRwMEt3eUpaVUtmcXkyY2FmdWNHalJNalZRQ0FtZFM3MnNzWHIzaUErVW5xdkZSakVqVjBxU1dsTisvbC9EeWE4UU1uTy9sVWhzY1lWY3loTkVtcTJlZzZNWFBnRElYcTlOQmplTFFOQnRjdVdWbG9wbkFxRTJBM0E1VXhEUlJ3Sys0Nmord1poa2dLT29lQjRSOG00dTVOdmQ3N3gyVm9rTlZqK1NrYjZ4RVVRUVFRUVIvTzlHV3RFalZxVzNQU1BRY1o0QmdLKzN0WEZzTW1Banl5NWNhSmRTMkJpbDNlNER1ME05K1dTWnF5U2RRRDdRRS9DVlhxNytnWC80R0VmQlFpZURWTG9IakhjY2hUc2VOdjE5djIycGZpYXdaTjMyU1lwRldkUGhvMzkyRkd4YkNLcmM1UzRmMlRZYXd2UVZqMFpOaW85YmEwcmpiRzNGM2hzWlJadW5NNkhlNnk1WC9nQkFJbGRUc3FQNEttN0lrd0UxK25aS25GblFxK3EvYzVmdEcxb0RGNjdibG14VDVDZDlVdG5XVWo0eVBrb3Jlc1RhMjFUWGRldlN1RzNoQUhCVHRjWTEycUtUYXFManBsVk5YYlEyc2JhaWRDaDJjQlFWenpPNVZJU0o5MjJxWlhsdnYzNGsvZHBpWnBsbFpodFE2aTlYUHhldzJCSjJ0MTQ1dlJtRGJpOURVTlNZUTZiUlB3ZkEzR0dIMTJHd0RlOGZBTHh0THloeFNDa21TU2JmOUJ3b0hkTlJJQ3RmbThxb09hc21vTHd4M0xKN0dDU0NzWGlTTUQvZGF4aC9pVUhzTEtoWUowelI1SzJrZjF2QVhBcmVVTDN2bWlOdlN3SlU4Z25KK1IrR2I2QXpDN2ZPbGlDelBCV2xyNHczaFNVNk9WbUFUUEJVV1Nyc1JUdnVwcEpSRHI1MFFOQTlqUzlwdWlOdlN3SVV5eU5FaWpOMVZYdnFBQ0E3ZjN1bXBMSnJMRElnbzZCNGpwV1NOVFhsdTU0RGdLVUYyeFlxaEVUWFZBd1RrTnk0a2RtN0Z4UkpDc3ZOenQ1anc4ZW5wMiswMkN5MlQ1ZzZmVGFjREVoUDMyaUptclVnVndvWlF4aDVxNmx5NytoeStseE5zVnZNZXdub3lpNUNuMnBwdVhOdExWbTNmUkpSemU4WTB2amRjS2VCTUJETFRITWxRS0loelFGUCtSMU5DMGNlWDB5NGxKNktuUzFUNStlbVdFbC9JbVNRenlIL3ZZck8yeTB0UGJjSEU0Sy9uRDEvNmJ5QThIMG9XZ1BHUTRRUStBQWdoQ0NVVUJaMG9ocTZHUTltUG5XSFRzMVRxckJNaDJDcTd4bzdIajdlVVZROFQwSk9vNUlTbmJDR2hvTzc3L1NSYmR6SXJMMnNrUGlWSXlkT1BPMGIzR2dKUjE5QUhCNytSNGhCQmRhbFFneHVkb1ZKVzg1VTdla0VnTXhjTFZHMW1OL2dITWM5bGJ2ZDRlK2ZVZkJZaklCcU4rVEFRY1VpNHdsblVhWnVYRkpzYXZaQXIzR3dPWmpaZGJpMlQrR0VMR05FT1hKcWhMVWhrTE5PbXkrWk9ja2s2QUtuTTlGeGM4aEQxekxUdjR4SzJ1YzV2T2RLbXZNcm1aZnIvL2kwTVAxWllhZnhtUXVuZm5lbHYvUEtWZ0NFSnFkbUo3Sko3MGpKaXdDY0hMUXBKRWNCK1ZFQVpqemluWUthdDVoUVZwcVVWcCt0dk9NRFBCeDIxOVkwU3BUNXlVcysvNjI3TEh3eEYzcEsvY0VuajAxYjl1bHBpWEVUSGJldTFsVlBtdW1ZYTR1T3R3d3YzVWR3czhvVnhTV29XV1VhUGhLZk1pdTk2K2FkKzYwYXJhd3kvWHBOc0Yxa1NPRVVoR1I2cS9iOFVncHpkbWdSOVBlMUE4Q2ZsaGRwMHk5NFg1alY2UithSnhuQm5uNFEvazF1Qkg1VWUzRGZkWWRyK3dZdXlLM2FxdEtyanNMdnJSYlF1VWRuSS9Ra0VDeWhKMEE4b2FDQnZ0dExoajNWRGNBemRJM2RyMFZMUS84a0JiVktVeDlhdUxKY0pjc2trQTNJWnRMZTRSazV1MFlUaGJHTVUvUXh5U2VEc3ZhYU12VjlRS01peFZ4SkNadGtFUFo2UTBVNGE2OVJtNDEvVm9KQ0Y3NFh4eU1Ec0hFakl6MnhUaWxGSWtEUGU4dkhkZ1JJejlVbWd5T1RFeUk1TmMvV2wrKytNZmpadHkyU2dpZUNNSXRKMmRtR2NWU2hzL0sxcVlBb0FCRlhPd1BxYVF3NWV3T0FqQkFDRVVRUVFRUWZFc3pPL2FJdFhpVGtEcGgzUWdZcCtaaFp6R3pYM0lVY1dFeUJUbmY1SFZ2b3JQek5VeGpFQmluVlAxNElXM2V5OHVkblVRcHh2YnYveE1URW1CVVFvckt1K2tkZGc3YURKS2ZyZHVmcmlmRUpNeWhoczJ2SzZaL0hlbCtIWTVNcUVtTnppQlF0dFdWN201MkZ4UXVJd0p4TzJ2MGk4TXhnVlovTm53WFQxdTA5aU9ac2wxa2dUS091dVh4a0pqZFdaVi9ta2xTY3E5QnVoODh2UldKTzdPeVZWMjVkUHQ0SEtVSk9BWjNCelA4aEFOWE9vcEpFS3RESHdWc3A2TEthaXVhUWVERXljN2ZPSnFEekdSWHZNa3FXQjVoNXRQbjR2ajVINFk0dkFPUllRNWxHQ0dGSGRYLzNxdkRQWjdFbFBxLzd1eDRHYkRPWmd1UGM5RThiOXZRY0FHOVpveEovRG1FMGc2bjF0UWZZS0tGaUFFaExLN0pTcW1jWkFjdVFVeEJUckRIY0hKa2JXckJxYzF3Y0VjdE55djlxbGRSbXNkQkNJdVRaYnRaZEZmbyt4NE1ReHNCaWx6WkJFdkVWS1VVejdlZ1lPaGQ3b1paQllVNlhiYTJqS2lTSHd4YVZPS2xXcDFWWjY3R2FTc3BCcENsTWN2WmNsWFo3NmVxdFNWUlJIK0tRalo0SzlYVUVkYndFRlVrZGdmZEhXZlJsRm02ZFRTSG0xNVR2ZVE3QjJGR0F6NjVwYngwaEZHbnZuZjlSeXNnMGFlalBoMi82bzJmTmYweHdjckwra0JaZTJVcHNzK2JiSWNrU1F2RnF1RnRXNkRWWkZtTWxvVmlvOStsUHR4eDdZa2pCMGVIYVBnV2dYK1dTL0tHKzRzbHpZNHdGQnNXajEwQlFGVlR3QWI4NnRDZHlGcFZrY2RPTXJ5MXZPUW9BRTZkbmZLejc1b21oR0UxS3dvSUp2YkZqeXZGaFhMNXdabHhucXc4TElvVEFCd1FpRVRKL0dpSUVSTXJFbGFES2RTc25Nd1dSVms4bGV6T2N3Vnl3YW5PY2xDS05DRHFiUVB5MW9YTFhpSEpwWjgvQzcvVDJCWDdlZkx5MEZ3QmlvOHc4bUtnUEYzekxLdHFXU2dXWkxvbVpLamc5WGhleUtjek5WVmlVK1hscDhzUGVxcjF2ajhXQ1c2UnRIVmQ1dlRrd01LQllKMnpzRHlpL2k3YVJyL0cyMXArRXlJRGxSVnE4S1hTN2xTaEhUNVZwSXlSY3MvSzFxWkx4SEFqNXBpcGsrbTNXV1IzcVg3UG5GUytpd0JSM2hmSkd5b0w4S2UrZGVmR1BwdUZiT05aMzJOOTU1VEVBNzJZV2JxMlFsTVc0RCt3ODRjamJFdjlPL1N1LzZtcTdtQUhJOVFBR2xoVnR6V0tDSkZKS1lqa1BWTmFOVTBibXlOdVNJS1d5c0QyZ0hFeTBZYklFU2F6WG93NmxGV25SaVVJc2toYjY2aXpMbWlsU2dkVlRjWDVrZjN1dXBsQXJMMUFvZThOc3ZlVkQ2dVNQZGJWZUdOcXdVbVp4MWgvKy9qZTRHWmdCWUQ0QXk5QllLZU9sTk9OSFh5UXN4b0RJNnJ4MThTaUFyd1dQSnNZa3pDaVFGR3Y2Zk1iZXB1cDlsKzJ1YmZlQWtPN2FxbEtQdzZYWkNjejQybkpyK1Jqc055VVdtc1dBYTVmUDdGOGdoREhjaXZEd25adW1ScVhCUDBVSnUrdTJvZTk3TjJpSmxGTlFQRWN3a1E1QnFUdTIrUkRLd2dScjF2UEZ3aVN4aEpoV1UyTHUxREJWQUFBZ0FFbEVRVlNncm15d3BES3pZTWRLUnNoU1FzMVhHL2J2SGxYZW4xM0l2OENsaU9ZTXJ6U1VqOHNRSTZ0Ly9pcEd5VUtUaUdOMUIzYU5hbThJL1E1V2k1NEZ3dVpBR3BYMUJ3WjFMQmFzMmh3bktac05rS2sreHQ1b0RITjZDR0hCcXMxeEt1WHJKVVJNVGR5Ri9TaC9pVStmUGoyS0JHMUNBUm01UjBZUVFRUVJmRWdRSHpVeFJmaVVrd1B0NTZZeU5aaTBKbVJVRzE1NjduY25nMWpXZ1pCTHZiMUc5ZkRZaVRITFkxTFMxejJWMmdqTmdjRU5FWnRVVTA3TEhLNm9OU0NrelZPeDU0YkRzU21hU0dSS1lWWkhxVEdNVVRHL0xXQTVORTVHRzVnMGFTSGp3dWV1S0czT3pOVVNCVFhudEhiMnYzbnR4R0FTS010VnNveEtNckdtQ21YWmhmZ1lOM0hlRzFaZDV5d3MrUUhBWHErdDBFWVI3V1ppOGh4Vm1ISEVZa21GeFBlREpmcUhBWGhEL2Q3WjY3Yk9oU1NUVDFmc1BHNTNsWHlxUDhDRzJsd1h1eDZkb0VEWjBLY2JMOFFvNUc2MHR4ODg0M2wyd0ZsWS9OSE83aHZIM3pueDYzd0FlNlhraVdGdkxXTVRadnk4ci92cXZ3Q1EyVVdiNzI0K1UzRmZ6N1ZUTHdDd0Qzc2RDL2k2L3FXdStrZnZDOVAvVCtQMW9DZWxPWXY3cjdCZG9iYllqQUp0NG9XM2Z6cVY5NDFzaDQrT1puYWgrNi9WSHR6WGxsMVk4ZzB1Y2ROYjJWdzJickppSklnVjVrTVU2SEdYTis4UGpjbkszenlWRUV4Mmx5bmw0N2ttaGREVDhjNzVyQ2pNcDhJUUhGUW9RaGgxVmFVdEFHQ0pWNHU0S1RxOGxhV3ZBSkRaNjdYSkFDK3FpYm40MDNBUnYvUjB6Y0tFbVhtalE2bEVNUFlXRUxNOUZaYXk0ZWZnS0NoWlRpQ1h5ZFpicGVHdG1zNmk0aDJDbzk1YnVmdEkrSDdBa2JkbEJpVGRZRkx6K2ZvRGU4ZHNmOGdvMEZJWkZXdWxOSDg1MG1wOEl3UHdLY0ZrV2UyQjNXUEhjOEdLVkNLa0VCQUwvYkwvRDQzVlQvY2hXQ0VMaVlUYXFsMXZBcENPOVNXZjliVzFuSUF3UGhWSzN4QXFLZUFZbnV1SzRMK0JTTEQ3QVVER2NpS2hzRUd6WnNsemN6V2wyeGJJQmlFR0E3Y0tDdW9wMzNOa2pLRTBObGE1bDBvNjBTVGtMVS9GN3FIZU5JZGprMHBUSjkrcjYvd1B6Y2YzOWFZVlBXSk5RTUlhUTVCTHRaVzdScFJPWmVacWlZUWJhNWtpK2ptNHA2NTh6eERyWjQ5YWZTK1JzdDF0bkRnVi9zYy9PMWV6cFZqMGUweEZYREc0cGRkbW5mQ3cvMnJ6cjZKbnpDOEs5UEhuem9RcUF4eWJWQ0hNSEZEYUZFNEd6TTNia3NDWW1Ra2gzK1NNWlFhNmVvKzNCQmV0akZ4dE9sUmhkNWZ0L0VQS2d2eXBQVmRxM2pRQ3ZXbkRocHVLSmJxVUcvNnRVZ3Bya1BuN1JkUFJmejlDckFrUE94eWJGRUpaemwxWkc3OWZVMWw2QzRDK2JOMjIrWXhqR2xmeERqVmxYRzNWMk9KenlOVVVZaEU1MEFNTmllaXpLWWhORC9TWkozRHNDWjdrS3M2QmFaN3BNMGxVaktvdTdPL3p2eFcrTURnczNNRUZ2M0NxWWxlUGFvMnZNdlMrREVneE1mUzg0SG95Z0tLLzQvSUFnQUVBNTJJVHAxMlhKdlVBUEdYNGsvNyt0djk0dCtHTjc5OSt2N1lqczNEcmJNbUp4VnRWZXNpUnQyVW1rWHF5ZXd6bC9vWHJ0aVZISy9UenR5NmNyTy91dlBpSnZ0dFh3c1VEWHdzOWNCYUlkUktZWUFURXo5NDlIQ1FEMW0xTGxwQTU0RlIxVit4NmR1UlFqZHJ6ekFVRVpMN0p6VE9xeXFaNnEzWWZCVFRxTE9LWlVzaDdPSVM3ZHY4b1VVcVN2VUZid1UwekJweFUxRmJzZmc5amd6anp0bVpDVWp1UjVFeWR6M0oyckJjTnRvV0lYSUJOTWlXTzExWU1rZ0dadVZxaUdpVTJTQ2s2QmZqcHhnTzd4aVFEQnYyTTFUd2h4VVIzV2VsZUFISjVrUllmNEFQLzBIMnRPaEZTQjBHa1pTQ0NDQ0tJNE1PQ2hySkJqWnJwQzViTUhMcjVFekVpZzVwVnRDMlZTYlpCQ25LUk1IRWgxRU9kbnF2RjJxekdWd0djQzY4b3pDalFKa0theXcwTVZHVVZxc3NoVlhnTzdEd0RnQ0JsOG5KSTg2cEJ1YWxHMis0ekRWazdsaFlRQU5nM0ZDOGlRaTV3VjVTK3ZMeElpemNOc2Nvd2xacGdscGRrNWhlblVaRHBuZ3BhNW5RWlRrNXczWHV3ZEVqakthM29FV3VjaVArVUVPSzB0M0swNzN0MndZNFpuSkExZ0d6MUJkZ0xnQmpWdjVpZSs5M0owcUxZZTN6OTFVN1g0NS9YSmEwSTJmT201MnF4VVFTcnV6bzduazlLVE1pQmFaNnY4VHc3WU04clhuU3g3dVg1M1RlYm5nUXdWdEtuSTNXVzh4Y1RwcTk5c3ZuNHZrRlhLV0ZlN0xsMjZtTFEwZUFYQUQ0L2ZJQVlyQng0TFVoV2JBSGdSckNkWW5KQ1RMN3dEL3k0c2ZFSE9rSlZrS2I1Z0Jub2J4L2VocUNvTWYvY2RQSTNOMzI5YmUvSEpjMWUxRlR6UFBIMTNIb0g4SVZyTGcxZUNvUXRIbTZuU0FpYitZNzNoUWU2MjFwT0EvaFhBQUJWMUtaVHo4OElETnkrQVFUdUhXT2FFUld3aWhJVHpTQm02WUxlVmlBbTFsU1d2bzVjVGNtMDZQZEpnVmloOTc4SVFDNTJhUk9FRVBkNHluZjlXL2lFUzFkdlRiTEdHQi94WVdEL2RjL1RBOU5YUEJxbFVETURMT0FCdmo5RUJtUVdhck1KekVKZDRIY05JOGtBNm5CdEw0SWdWNzJWdTBaVk5HUVg3SmdoR1gxVWNQbDZmZm5ZQW9zWnVadW5xOHg4M0JEa3gvVVZlKzdFM3JtYTRyUWFHMERRV250QUhiT2FBNkcvRVdyT2xaQXhnc3JYemgwWUZEOWNzbTc3SkRCelptK1BmZ0xZU0hNS0YrYVlncC90dTNYMk9vdWl3ZVFOQUFrSytQNjJoa0FFNHlKQ0NIeFFJSU9sK29SUTBXYzE3T0RVa0VRUVNTUkJlL3Vwc1laazVXKy9qNEpPNVZTZXFmVXBJOHByWkVyeTNicVVOK3NQbDE1SHJxYkVjc01oR0w5V1d6SFM0aTh6VjB0VWJlWmFJVmtmNStZTlQwWFUwRHhaNngvL0pMaVlyTXZBYzhNMUNSRGFMRmw1dGxEb05WK1hmaTArbHE3cTdPcCtQbUhHb2xWU0dzMW5qajBSdEh6VEtFMDJQaUVvM0dPVkR5VXF5bHFUaTB0VXBjc0NuQjQvZDJMd0R6eXJhRnNxNDJLUnUrejhDeWtMOHFkMlhUcCt3TlFIaHBNQmt0cGkvemxyemJldTFCeDg4bXZnNG5laE1tNS9mL3Q5Nkc5dmFKTG0yOWEyMUIvZHZ1SytpdUJOUTdIUTJRWVhseG1uVTd0bzU3SHhSSUNjVnZHUUFYb3FJR2wvdERXdWdQZWJSODRjZTZMVFhsajhDU25FQlU2RlA1cXA5K3A5ZW5XNFlFcFcvZzZuSkthbHJxUERtMVZVc3ViTXdSK1M0V1RBZjRFMkFIV3FMZTY5Mk1TWnR6czczdjhqaks1ejJlc2YvM3pBRk5XMWxkcjFvREx2T1FDTEFZQ2Iva20zMzY5OUNzQlRkZVZQaU5CbjhoeDhjancxVlRRZDJrdEdscjZQd0EwQUx3RkFWbUhKQ2lubFBHR1k1VUZMbmFEakJkOGdBUXU0UHFwLzBWRVFtRStaTXRFMDZBbW1xa3QxTVhBTUFMTFdCUllDeWlvaGhMdTJhalRCWlM4b3NZUHpUQ3FWTjkwSHRmUGh6OStaWDFzQXhsZVpuSi9yMHE4ZlIvVnpvL3IrSFk1TktrUlNIZ2hQRVJSbjZhMjJSZ1NKREdFUk9RS2lUUkxaUTFyYngzMGZranExaU1DY09CQUkvQWFBZE55dlJac0JjNjNRVFM5Vm9oNFNoZzRadVVkR0VFRUVFWHpvUUlaWDlmRTdoTUR5SWkyZWM5MHBxVFFGTjk2cnJSek1sTTdPMVd6Uk51TitDWFM2MjFyL09Id3VoMnY3RkVMTTdLNU81WEJDSEp0THFXTFdCQWtEWjhIMlBBbXo0MmF2NzUySjhiSDNNeWxPZU1jUmRYYXNMMWxLREQ3Wlhibm41YVdydHlhWk1OY0lvcDl1cU56WGlzRVlhS0pDNkd6WmZyUFM3cG93VjBxVmVIMXNSQnRvb2tncUJEZ0dycW1qZXRvZEJkcENUc3paaktERDFGRVgydVFQUjJiaDF0a0tsSFNkKzkrS1VhM0xKTXlERFpWN2hpcjlvbTNtV3BQamZHSlMwb2FBRUNjYkRqMXhPUzU1M2hjYjN2cmhvNlkrTU9ZbUc0Uzl0Y0Q1MEF1eE1Xa3ZlYXExWHFkclJ3NW53b1piN2FHUytBRUFYd0J3RENBL0FhUWFOc05hQURVQWpnSjRKakdhZGdscE5ucUQ3UnBUNzllaVlmQ3ZNdUNhYVF5TXNDczJqZjQ4MCtnSEFQUjJYc1ovaGVGa1FQRC9pZDF0TGZrQThvY09DaE8rbnJGelVXTWhac0wwdTB3cDMxSWc0N3lWcGE4RElObFJva2hLYXBkKzl0T1F4YklOWWtYQU1OOEtIejlvRzhnY1BxSHNEOWxoVDB5SS9YUkF5RGNiRG54L0tDR1NVVkE4UjVIOG0wTEJzdzNsdTBja0RyTmR4V3NseUp5QkFIc3VmUDVsYTNkTWs0eDhnUWk1MzF2WlBLWWJWTmI2SGJPb0pGOGhYUHhiZmVXZVlmc1ZqZHBWL1RPUUpMbzlvUDdIZUZVdmpyd3RDWlFaK1p5akI0TFUxUjRjVEJndGRqMDZ3VXJJdlV6bmg1dVA3K3QxRkpRc0IyVkcvQUJyYkFmaVJreENpV1g2OUFSMmJVelo2UWorSzBTQzNROEFVZ2dDU2lnSUFLckdFcEFKaEZFcEpPLzBWRmpxeGlvbnlpcmFsczRFbVNxSjZQV1dXVTRQL3lOeWJOaCtuMm1TL3ZxS1hZMEFwQU9CTkVuQXZHVWp5WURCVGIxNU55ZlNnQkErYjZXbExqU1BzN0E0RjFJc2RBZVVKMUg5MUdpaHRhUkpDeWxFd0wyLzlMeWpvUGhqUGxPY1NFcU96NFEwUkUzWjN1YlFSdFRoRWtWR2dKK3FxMzVpMUozVVdWajhGVTc0Q1ViVk9kQURSODhOMHo1UVFBc0lOOHFCbDNqdmxlUS9tdnJBc3JEaE8reHIvaytIS2ZRR2NPTTZwZFo0SVFML05rendMN0cvODczMS9aM3ZyUWR3Q1lEM1BlL3ZvM1IvMzdub3hDblRPMitjT3c0Z0xWZ1d6ekhZcWlFQklHbnlvb3h6Si8rOTFkZDlhMlhTNUhSN1Q5dkZNNXo3MXlla3pGdDg0ZTNmK0FkOG5UUGpFcVl2NnIxOXFVVUljMDZ3ejk4S3dLSmE0eVkybi9yTjlJR2VHKzlGeFU3NkpGSys5b1pwOVA4MUtIWVRqcXNBYWdGNEo4MVpsWHpya3VjcHdIL0Y0ZG8rUllJdTgxWTBWd0huZUxhcjVGUDlBL1NseHVxZG9jVlhBdmhIZ0ZTUDBjUCtmNnQ2N3dQd09RRDltWVVsMlV6Q0lXRFcxeDdhZXg1QlpqMktDUmNrRnR4b1phWFhQVStPMElLWW5hdlpKT1hPVHJEWGtoai9SbzJmUFlYcXA4eXBEaTFhc2ZBSElmbngycW85aDhPSmltWHJ0ODBuUWhSSnFNZmNsZHE0dldQcDZab0Z6TXlIa0ZmcUtpMkhnT2ZHWER6RXhPU1ZUTWhrSXNrdHp3SEZPL2czdEpFSnB0b0ZGd0hLTU1GVHBoNGNyMVF2dTZoa2pSUjhJUWhlYmF3ZVhEQ0ZQNUJOSkd0V1ZlVWgwK2k1UklIVkpLSWhFRUVFRVVUd29RT0JZZzA5bHFCRDJYckJSWkVFRFFqd0M3V0g3c1JjU1ZaenRTUWtoZnVVNXpFczgrcTRYNHNtcHA3Sm9GUmJvdnFqd2RTWk5lV3NESU9iS0tjdzZXMXZ4YTVhdTZ2WTVRLzQzd3F0UitGdzVING5oUWsrdGUrYTVVaDYra2FMR3MxV001MGY5UnphTjlRZWFsUHBad2V1MEo5YWs2MkpqQ2hyM0JYc3Q4Tmp4OHo4N1ptZ2NxWGJwKzVBb3pZaTdzc28wQ1pLWXM0R0laTjF3M3k3L3ZEZVVSVjhTMWR2VFZLZ3BMZjdsY05KMGRZY1pzcGI3bUdaNE96MXhWL2kzRHdLS1BNdm56OVMzZjdlMFk4QjVGdTlIZS9NSCtkckhnRG9yb3o3SGoxbml0Z2pubXF0YjVtclpER2haRkx0QWJvL2ZQM09LbnI4YXZmMU16KzgxUEJxZ1pRaVhHY0t3VXFDZTg0ZCtkRTdVdkRGZzRjMnNxbUcrUkNSSURVVnphOEMyRFRPdWZ6L2h1N1dpdzJVa0xtM2RmWXFBR1N0MXh5Q2kxVytxOHJqb1hZSGUrSDJMK3FHL3RiWlEwK00xTVBLMVJTb3dta3lmdlpjMmFBV1JFNUI4VWQwTG84M1ZOM1o5RHR5djVNQ2duL29DeGcvYnFvWUdhL2JDMG9jZ3NoLzhGMXAyaFN1K3U5d2JGSmhKWjhRQWg1dnhlNURZeVdoMHRNM1dwZ2dYeVJVK1V0TnBUYWlvalBMWmE0bG9NbnVpdWFmak4rQ2thc1FSZjBNNTZhYlVpWE9YYm03Q2NGcWxoZ1o4L0crSzhyempZMmE3c2pic2xSQ3hwdytnR3BBRXpObkxvVWtRL1VCd2NhUk1kMDVJL2c3RUNFRVBnQUlJUWhoZzdhRGhGSWlLYmtsQ1dmMUIwcEhDZmdobU5WbnduQlFVT3ZwOGwzUDMzbEdvL1oxK2hJaHBLaXYySE1hQUFhVmFOV2wzakdVYUVsS2FwWWtaREtUOUdwTjVjNGhQM3I3aHVKRjRNanU3ZEgvRGNkM2p5SURNZ3FMRnpDUU5OWTlVSjVkOVBqOWd0TW1DeG1ZQUdGVGE4cExoNndFN1huRml5U2xIWFhWdGhHOWFRN0hKaFdwcWN0Tmd6UVFWWjFpU05IWUVPeExYN0hpMFNnOUxzWVY0SGg3d05MWDUzQnQzM0QrNU84cTRjT2FPelBRMzl1THRwMFZCbW1wUGJqdk9nQ1NtZmZkOHhkclgveHliOXVGM1FDbWg1M3lIQUJ6ZWp1dkFNRDZnTzgyQUR3MDN1L1JlZlA4c01kbmhoNTN0Nzh6N1BFb2wwQUFnQkhvaFJFWUxCaFFyVEUvcmcwY3F3WndFeUNYbzJKVE8zMTlyUzhHKyt5OEFOb1h1N1FKVVRBK3EvWU03THQxNmJodndVYzN4OUVBWFJhUWlqZmtXYXR6WEF4bjRwMEYyNlBhcnRmLzZMMnorN01CakZWeTl0K0ZBYUFNd0hZQTUreXVyV2xFU0NjWWJuckw5ZzdKQ0UrS2oxc3J1WmphVFpVbnIzdTBFV1RBd25YYmttTlY4OEZBbi9saVFqdytVbE8yNjRuUThUalYzTVE1dlAzOTV1bFJmV2V1N1ZPSW9BOElnVHBQcFRhcVJER0VqSUxIWWhUS054SkoyaVEzcW9IU01UZnpkdGZXTkNyWlFnTDVUazNGN29PRFJ6VnFkd1ZXZ29nb0NwanVzdDB2ai9NMkpLdElXeVNsYVplU3YrbXAyTnVNVURrY1FTS1JjckkrMFBsN0FyRUZJSkNTUk82UkVVUVFRUVFmTmdnekdqUjQrdzhZdmxCYnB1UzRUVUJoNis0UFdmc1JaMTVKSm9GY1laaDRvYTVhdTVPQjNyaVJpUzU5QlJUNUhrZkFhb3V5clBINTFQMkFKcklMZHN3d0JVdndYenQvZEptckpCMUFmMlAxOThjVVAxNjZZV3VTNU95ZWZqbndabVBqSHNOUnVHT1ZJT283cHl1MURnU3pxMUNVajdITzdsL1RLWEZKaXBMdzBacnkzYjhhTVVmdXRvVUtKUSs3eTVvZUM5K1lMVmkxT1k1SzAwa1psVkxRaHJGczltYm5halpMbEprZDBNMm1KQnZKWWtLbDd0RG1MMWRUc213ODIrVHdLa1JOQ3VnRGJlM3ZIWDBad01weGloZ0I0RVVBajlrTGRrd0U1VVpEdWRhWHZmNjdrN25nMDJ0OGxyS3dUREt4RjVUWW1SRE94Q21ML2lqclg5a080SjhBN0FFUXJzY2twZUNQQWdnQWdDTi93VG9Ka2pwd2xmM3c3OVFFK01DUk5DWDk3b0RvL2RibDZxZjlnL0dTdWNGZy9EZU5qWHQxaDJPVEtsT1M3MlpnNTd5SDlveG93MHdyZXNRYVorcXIvYUNYRzk0b2ZUL2ticUZMY2J1dXFuUW9pSjJkcTlsZzFUOUdDWDI3S1N4NWwxbTRkVGFCTFBDVTd3NXZLMFZHd1dNeGdQVkJZY3AyYWxQZkdvc01XTEJxYzF4MHJPVUxndUtVOXdCRzZGRXNXN2R0UGdWV0JFeng3TjhTajNiMExMb0hYRndGVmVlNXkzZTlDQXhlVTRsYzNNdEZvS3F4Y2JlUm1WOThGMUhwWk0rQm5WVmhNd3lyZ3BVMGZrcGVRczdpR2ZOUFY0eWpPeFhCdUlnRXV4OEk0aUFoR1Juc2Vick8rOHhydFpOYmJvLzNhbXJqSDRPUTFBL2ZmdzQvdm14ZElFMHltaGg0ejNJQ3dTb0NLdGpVbWpISUFJZnI4ZnNnNVNRaGNORnIwS0dXQk1mYTc4NGpnbjVPS3VUWnNieERIYTd0ZGdGaTdidEM5OGZNaWwxaG1LTEpJb3piVXJGa2k3YWJRMlNBczZna2kwcytvZmRpeDdGUktxd3BLVXVGQUtVSzVraktUeldVbDc2SDRNMUxONklkWE9LY2VydjFXbHh5NmdwQ1NjdEE5L3ZsaEtwZmw4S1lDZUJVK2ozLzhod242dFg2ZzlvRkFNZ3EyRjRJTHQ3dmJidHdlSTc5QzdXdDd4NTV0TC9yYWdHQXFmK1RYK1AvRFJCQyt5MngwNTVFZGJXNVpOMzJOaHRUdnVIV2FWVkl5UlloUnBhYTlnR2YrbHpqaWFkOWpyd3RDVEF0RzhEWTRZWURXcXZEOWZoOUFPK3ZOOW1aNFhNNzhyNjNXakt4TEQ1eGFTbXd2L091eklmeTIyK2RtZFI1NCt6dDVHbVpXZjZlMXV2OXZkZEhxT0l3UzVRMU1mbXVCZjA5cmUvSEpFNmVQdXcxQm9BT0FPY0I5Q01ZUEJDcWZvU0F2Rk5UdG5OSUdkbFJWUHd4SXNVa3JzdVhXdzZQRm9aVW1MNm8zNi84SVNvT0s4SDVFWVJFa2lSZExvVzRaY0p5dXZuNDdoSFhsTU94U1FYb1p5SEVXVy9sbnJMeHZzKzBva2VzakVmZHo0QjQ0Ujk0dzFQOWcrNnhYcGU1Zm5zbUJNdUU0TysyNlpZaHE1enNJbjRQTjJnQUN0RGJxNC9yazVSUjhGaXFBcjZlUzNMS1c3bjNGSUlFbkNUOFBnSFpDaW91dGIyNy81b2xQcFVFR3k0aUZRSVJSQkJCQkI4eVNFSmlRbzkxTmNtY3hCTXpwUkE5Vk1Xc0FLZEgzRUZsOXF5aWJZdUlJSjhPRVBuYmhwQlljeERPcmdVdVE1SWJrdnZhTGRTMndpZVZxc1pxclcreFM1dEFpSEQ2RE9PdHFGbUwwNGdVMDIvNzZadGpiYmlXcnQ2YVpPWEtQVktLaytjcW5yNmQ3U291RklKMDFsWnFqUWk2VlFuRjZnejRmUlZjaVpKeEtuWDA5T292REo4am8yanpkRVhRUXI4cG53amZtS1VWUFJJZkoyejNFWUkrSXFRZUhjQW9rY0gwOUkyV0tKdHhQemRKbldKbEU2Z1F6RjErUjMvQWFkRVhjakF3d3BJazU4YTVONitjQlBCcFFwbFhDcDRhTmwwdGdHOERxTFlYYWhsTW1rbWlyZjFOaDJOVE5CR1dGUUdwdmprOGprTFF0WUV5V1NpRnJCam1OdlJUQUg4QlVBTGdLOE9FbTBzQnZBNEF6dnlTVlpJSk80ZjVRbVBqTGgwQXBxWnYzRFFoZWRLOUhkY2FqOUw0Vkd0eThyUXZHRWJmaWZOSFh6d09kSTFwU3p6UC92QUNTMHowNVBOMXI1MmNQVy9OakxqNGxGVW1EMXc2Zi95WFErWDdDMVorTlljSVV6U2RmTTQ3bnNqaGt0V1BmTXJ2NjZ0cjhmejJPd0ErR3pyZTIzWDE3TG1LcDI4NzhyNDNrMUR4ZGNueFduMzUzb3NBSUZOVEZuRkpBdDd5WFRYRDV3cTJUYTRreEx4Vlc3NjdHWU05L05OVXlhZnEwTjhlL3Rwa0c5OEVrQnR0L2l1amJLTVZxWHhjSjhyekNNUHNYTTJtVW1NOUNJc0hqQmM4cjQ5TUVBRkEydkpING1OanJaOFNWSFQxWE9nNU1ud3ZZTThyWGtTWjNLUVQvT0xzb2JGZHZnREEyVFBmQVNJbmdXSEFHeUlEQURodDVtcURtTzMxbFZIWE1uSTNUMU1wWmdYTWdiZEh6ekNZYkFVQXdxd1RMUEhKZDBzcElxcUMvd05FQ0lFUEFGSnlBa2xDd2hlKzJxTjcyOFo3cmJQZzhYd3A1Unp1Ni8xSnc5Rm4ra1BITXdvZW04aW9zdEpiM3ZRODhCSWZkQTFRNTRqMm01WGhjOWdMdDJkSWFhWlNSbGhkbVhvaXhMUm1GR2dUS1ROTHpMN083OVllZldiVU9TeFp0MzBTa1VpdURSdzk0cGl4TWtNSTlOWlY3Ym5vTEN6WjFFVzZYZ2c1QTJUbUY5L0ZwWnhSVzM1eGYvamlrbG00ZGJhVUxJMVFZcGlDVmpjYzJEWFVXeFpMNGhiQlFvMjZBN3N1WmhSc1g2SlNDSGY1N3ViTXdxMnpMOVcrOHAvZHQ1b2ZuakxIOVYxTFRJSy83c0FnR2VBbzNMRmFTSHJkZTJoWFE4WktiYUlsM3N5K0ZQK1ZyNkZhQTRCVnRwaVV6eHQ2MzF3SnBBbFR0MEFLVzNCaFVQKy92TDZsRkw5c2YrL29EUUN3cUdTbEx1ang4RVZNV213cnBLbDRHcXUxdnJTaVI2eUVxL2xkc3V2UExXWFBCTElMUzdKTndYbHRaV25OOENEQXZtNTdCbEhFb3pyM2ZlSE1zYWY2bDY3Yk90ZXFLbEVYNi83ekQ0Nmk0Z2VFSUcvVWpzRjhadVIrKzE2RjgxcWgwRVdTV0dxOTVhT1Znd2V4a1JIRnVnT0NuMmtMcUVOTXE3MXd1NHRJTWNmazlJMjZ3NlVqU2dVZGprMHFvU0o3UUZxT1J0dU0rNFhnTmQ2S0oyNDRISnRVU0xvY0JQTUdybHFlQ1pXMkRRZExuZmd2WEdEQXJWdkNXZDBSU0RSam5ZUmg4YUFpOEEvR3RIaHlGQlhQazF6TXB4U0o3b1NMejRjVWRuUFc3M0FDckYreDRGNWZqL0hic1lpdUVGUWF0VVZJY3RKYnNYT0lURkNzNXVmMGdQS3F6U2F5VDVmdlBqTjE2dFNvSWRhWlJDb0VJb2dnZ2dnK2JLQ0VEUkVDaWRNeUoxTktZb1dpM3RVYkNMd1VjbkVhak1Qb2c1enp2elljTEIzaEtPRE1MMWxsU09PR0VtVnJKZ0hMR21rYWI1NDd1THM3UFYyelJGUCtaZDU2NjhjeFNVbFRDRGZUM1pYTnI0eVZRVTByZXNTcWNIcTNUL1lmTzFmeDlPM3N3c2ZYbVlSZXFTM1RobG9WU09yRVhNWFFtMnFydjMvVG52LzR4M20vY1N4OERiUkl5N2NGeDYvT0hpb2RzVEZMVDljczBkTE1OWWxlcjBCWlYxUFIvTnhZNXhFN2E4RjYzYWRVRVdva01NS1MzSlU3RDRhZXk3NTN4d3pPc0ZqaDRxcXBpTDdhOGxJUEFKbVZ2ODMrM3JrRFcyNWZyLzhWQUdheHhyWG9nZDV2QWRpUFVISUt4dUthQ3ZWUHdMUENXVlNpOWIzSC9uV3NPRUpSckYvblhMN3ByU3c5SGZiVURRRGZpSm00NEJkaW9QTnBYMStyQUtCaHNPcHZKUWd0MEFPQlB6WWMyWGQ1OFB2VTRoTzRhVWRINjU4bXpjcUlVYXl4bnpOQmE4NGZqaThEdXNiY3hHZmxiNTVLcVRYYlU5SDBxNnkxWDV4T0xEU1RVUEF6QjFoNWFPTy96TFVqUjVXTXVTdHA5WGhrZ0xOd3gwTmQvZUwxRnM4emJWRnhFMmY2ZXU4WUxKbSs3aDVIcnBaQ1ZQUHpFUEpWVHpBdUhCVGxwbW5lL2NwZncrZVRFMU1ka0dhSHAyTFBXUUJJei8xR3JDWEsrbG0zai8wUTFYdk1ZZSs3U1hBWjhGYXBmdzV2d1V5VWlmOHVUZXhyT0tpRmQ5MlRaS3RZUVFpOVM3YmUvSDV0bUJQQklEUTZJWkYvUkZMU1cxT212alNjREZpNmJ1dGNvdERQQ3ovOWFVTzFOc29PZStpN2RaVXNBeEh6Q0dSQXRDbDNycW1pYld0TXlRUDFaVS9VWmVacUNkUnFlYUFtb1B3eXZMMlp4aVpiR1EzTUVIeFE0b01RR3UyNy9mN3B1dG9YeG5RV2krQnZJeExzZmtBZ2hJUjZ2OGY0d3hyRU10ZVd4U0JpcGFEeU44TTM3T201MzUyc1VGdWV0M3pYY3dnSnA0R3RrVHhRRlc0WnNtenRqbWxVMGt4QXlKcXkwaUhXYitHNmJja3FNejh0dVhocUxESWdvMENicUJDK1ppRFFjY0RPVnFaTGdsVFNaam5xTENwK2tCTlIwWExnbVI0RXM5NlMwYm10M2IxVjRRdEhkc0dPR1ZMaUhpTEZPeEJ5d0Z0MVIyZ21zM0RyYkl0UTdqcGR2dk9sakNKdHVrWHlKZTd5WFM5a3I5Y21jMkhhdTluOG5mRVR5WkZwQzNLbXVjdDN2WURRVFFXcVVsdUJNd3RXYlk2enhKbDNEMXhSbmcvMXZqbnlTbTRUQzNsZG1zWk5JaFhGWGJYcmVQam5Bc0NRc2lCNmFYcmgvV2ZxL2x3K2M5Nkt5ZEZxNHR5bTA3OTZHekZ6MUFYTEN0WTMxNzl5WU42aS9EUktXTlRGbXY5d0J6Zm9vWDlZZU04LzJRbXh5UFBOUnp4WkdSdlcrUVNPTngzYTJ6Rjl4YU5SRXhPajg3Z3V6alVjMG9ZK2EwamhWZ3Ard1Z1bFhRZUFPTVRlTGNIUHRwUTlFM0FVRmMrVFVzYlVWcGFPS0ovUFdyOWpGaEgwb3o3SnZuYXU4cW4rckh4dEtsT01qN3BqbTUreDUrMVlMb2k4WFZzUlp0ZXljU056ZHFYZHpRRUloU1lTQ2QwemhvMFFndVZmRm1yN2pKVDhYVjNoYjF5dUtQVWpXTzBCZ2J1RU5ONnFxOW96SXNPUm5xdkZVcHRaSUlpb3R3cTVHSVEyZWN0TFd4ejNhOUVJbUFXZ01rR2E1RUQ0SXA2ZXJsbGlwaHNmbHlCV0E3NW54OVNwQ0NLbm9IaU9JR1M5cm91ZmhWajhjR1RtYW9sU2NBY0RUYWdwMi9Xam9lOHNYNXNxaERtVlNHNFRYSC81ekxFbk84Y2E3M0JvMFNTRlB5aWtiUEpXc0ZjR2YxdU5aaGR5aDRROHA5aDRYcCtmdlR4NGZNcVFJeU9SRVEyQkNDS0lJSUlQR3dqaE1RQ0RsRkxHUjA5d0dvS2ZKMUtlQ0pFQm1ibmZTbVNDZlFxZzlSM21sYnJoWXpNTHRkbFM2aFlwelRwbTRtNE95eVhQUWEzYjRkaWt5bFJ4bnduemQ3MktOU3BlWVl1Z0tnZkdLYWNtY1R4K09hSHErK2ZLOTl5MnU3YW1TVzc0YXhOYm1oSGF6TTgwVjVvZ2JTemFkdFBwMnZHQXBLTEJPeXpodEhUMTFpUkxyUHB0UUw3bVBiaDdsTUJ1ekhUREtVRjZtRkNLM0xyeXE3SE9JenRmeStTYzN5QThvS28yYXUvenQxZUZZcU5sYTNkTUV5cDFRYkJxVThIVTJnTTRDV2pFWG9pbGtvdisyOWZyWDZOcXJHMWEyajN6cjA1YS90MVEwc1NSdHlXQk1HV0piR3Q3T2EzSXFpYUt4d3Y3ZE9PSFRXSHJmMGJCWXpFV0V2MUZ5Y1dWbm5lN3g0cnY0TGhuK3hRU1RlOXhWK3dlMGdQNVN2a0FBQ0FBU1VSQlZIR3k1eFV2a29UWUlmVEtoaVA3Z2tUTlJoWW56QndHMUovMlBHdGtGK3h3U1VsOGRaVTdYeDN2R3BpYnR5VkJZZXJkTmVXN2ZwRlJvRTFVbUZnTlNhTjd1Z2VlQi9ZSkJPTTJSYkM0bW9wUnBleDN6dEcxM1E0aHo3UWMzZHZtZE8zSWtkejhobFNqWWdqbjBsTzU2eFJ5TlFVMjQzT0Nzd1p2NWM3VHdjOCswVUxWaDJ2MjczNHF2SElrcDZCNGpoU0lyYWtvUFJuNm5oUm1mY0JkdHV1cFlZUUVjYTdmbmljNWlmSlc3Zjd4OFBIcHVWcHNsTTNZUklYODdlbUR1MGRVcUFMQXN2dEswZ21WZWNUbmY4WTlKaGtBbXBsbjNzc0pTZXkrM2ZuNzRXUkFacTZXeUJSZUlBUXZyNjNlT1M0WmtKNjNaU1lqV0NUQS9NUlBqM29HVzFTSlBXL3pRaUZVV2x1eDg0UWpWMHNoTnBIdkx0LzkwMUhmYWQ2V0JGUDBGL1hjZVB0MnlEVkNjSDlIbTk4OVNnZ3pncjhQLzdjQ1pSSDhIWkJDRUJuOHJ1VTRoTUJpMTZNVFZLSVdTRXIrVW52Z1RvWTJNMWRMakxLcURsUDRYa0d3Uk50VVdMYnA2enZvQ2ZibGg3QnczYlprWnFFYndFai93RlgxVDZIajZibGFiS3hDSHdMUTdLNjhPR3BSeUN6Y090dkNoS09uaTVYSDJKSVhFWlhFazdiMnd5UVZPVUlvZGFIem1lcllGRTJqWWxZRUpBMVozQXpCa2F1bFNLb3VKWVQwNjRMNmFxcjJEQzJRenNMaUJRcVU5Tk4rK29xenNIaUJoZXRMWmR1dFAyZXQzekdMbUtiVDcxY3FNeGN2bTNaWDFpZVVnU3ZzTHdoV0sxaFZaVWtYZ1JmUVJFeThtc3QxV1IvYWVEb0xpeGRBbFZOTVF6U0NVdFZkeFU2RWY2NGdlSlpqNDNKRmlUMitKUHNMYXNya1JmT2ttdlFtZ051T2xaOWJabzFOcmM1WTlkWFVDYWx6RlNObTdqRUFYUUM2QWZRQTZIVVdGaytOaTVvZ3o3K1ZkQ3dyWTROVGdwMXZPclMzSXkzdEVXdHFiTlJLVHRUbStrTjNMRmhtNTJxMlNmRnhkeFBEUE91cDNOc0VBUGJDeHo4T29YUjVLdmMyT2ZLK054UEF2QUcvTWtJL0lpM3RFU3ZqOU5PQ21IODVWNkhkZHVSK0o0VlNQYXZyWXMvUEhkMXBkekdGOHRvRHBlSHFzc1RaZmRkYVNHVkFjSEZUY21KeFYrNFpkMUd5VXB0TGdIQUUvQytmMlQvb0Q3dDB3OWE1a3N1N3VSQW52WlZQakNpeldyNWNpNCsyaUJVQm9weVduQ1JDWXNCZHRxczJvK0N4R0pqbWFrcEpMQVZ0OUNZMWgvY2JFdHQwY3pXblNPanM3UHBaUStWVC9SZ0hkdGZXTkU3cDE0VEovMVEvbnJKeTNwWUVaak1lb0JTeG5iUjc2THJPV3J0akZpUG1TaUdoNjZaWjV3bnpXUjRhNzlpa3lsVERSU0JaYTAvLzc0SEJvQ1N6MEQ5VFNqRlZBQk1rTWZlUHBhZ2NjUm1JSUlJSUl2Z1FRcExvNENPVEVPV2tRb2tsY0pXZFI1QU1JTGE0UWtLcDdnTTllcm42dVNIUndheWliYWxNbUptNkl1cHNKRHFYRTk3bXFkU2FBSUNuVHNvVW5ONnFMZHZiSHA4VXY4NzBtK2ZHS3NYR29JNVFJU1B3ZTh1MWhrRVBkbVhtelQ2L2Q3QXliaU96enVRT2s0c3UvUXFyRndIRENVS2FoanM5VFYveGFKUWFwendvcFR6dUx0ODlTcnNucTJESHZSSXNSa2pZRFBqL0hGN2hpR0FHVnpJelVaamlKb2xpeTMxOXZMcXgrbWQ5Q01hc2lpb3pKWmZIcWRUbkRIUVAxQUthV1BZUll3cWxZbEp0MWZucXRDSXRQblBkdDk5Tm5yVDhYNGZQVDZoMUpaSHdlanpQR3ZFaU1VZEtvemxFdElTUW5xNVpMQ1M2VUZJaHBEQmVibWtadEtzZWpveUN4eWFTR0pyVkhyajI2OUF4Ujk2V21aVFNsWkM4MlYxbEhZb0xuYTVGSHhNZ04wNVg3cjVrTDlBK0lnbm05WEZ6WERJQUFDWlFhNDdmTU91UXF5bFd5Z3M0Z0lEQXk2RUtqTXpjYnlWU3pwWlEwbGt6M2h4TzE0NGNFQkl0TzlxYnN3cExWa0FJbFNocU1qRU14Vk81NnhRQU9HMzh5MUxBTkRGd0dNRUVuWVhhbkxLdDlhZmhaSUM5Y0h1R3llU1Ntb0F5K0p0dTNNZ1VabHR1Y3ZMMjhPb0VlMEdKWFFpYUtTZ2Y0WGlCalJ1WkxjcDRRQUtYVGxmdVBvd3daT2RybWFvVlgrWUNMOWFNSTNEcExDd3VWRlM1MGhDK2wxdE9QVFBVWHBwV3BNVXJOdlBUQk9KR0wrc1owejBOd1pnc2lpcjNDU0drbjlJVG5tcXRIVUdYRENpMm1ZWWNPTzF3YklxV0Z2UHVRSjllUG1wODNwWUVvbHBYQm55ZGJpbkZFSWtrcFdSU2lJanQ0UDhRRVVMZ0EwQU1BQVF6alVUS01RbUJLQkx6c0JDNDZEbXdhNFJDcDJMam4rS0JnZU1ObFUvMXArZHFzWVFxbVFIMG53N1prSVNRbHZhSU5WWlJ2a0loRTl3eDUvOGEyampQenRWczBSYjlPMEtpelZPbUhCeXJmMHpoU3ZxQWp4NjF4ZXBSVXZCRVQvbUZFM3B5OGp3S0h2QldESlg3a0NtcGs3NHRXbStXbjZ2UVJ1a2ZFSnZJRjVMSENwTmNyRCs0cXpaMGZPRzZiY2xjWXNiTjd2NGpXVkdCSkM3RVhMWFhWNjFIVFlobGdpeHUxWldEVVlCTklTTE5kOVZTMWRpbzZiTnp2Mml6V2RoWFpGdHJXVXVaMXBOZHRPTnp4Q2N1MWdaTDJaZXMyejVKZ003MnRMWWVZUW9LUGVYcTIrTlptZGhkeFlVTXNpY2dPanVpVlBJbDBucXp2UG40dmw2SGEvc0dhU0VkVm00U0s1UmxOV1ZOeDhieS9TVVNLL3V2WFRpWlhXQ3NWcG1pMTFYdGJnR0ErTGt4UzZDUzd2cGdhME1JRTZLTVRBRjV1K2JRRSs4Q2dETi8yeXBwR00yMUZidnFjOVp0UzJaTUZIaDh5dUh3eldmQ1hVbS9GbHk4VlZzMnFQWlBvcXpaUXBpMUlpRmdrNHc2YXNyWnFKNG91MnZyUEI5aHJlNkR1Mm9WUmJuWGUvREN1SXVTdy9YNEJnaE1FakNxUFVFcm5xejh6Vk10WFBrcUNHMnFyU29ObTEralpvcHdTQ2JlTlFJR1kweE05VmF5V2dDRXdlb2dra3lRaEhUVWxETlBxSFEvaEt6MU8yWVNRdGFZSXZEWDRZdEZPQmE3SHAxQXFmbzF6c1Z2dllmMmpGblZNT2c2WU5sSXdHYjM5Z1JlYWlrYm5DOW4zYlpreFlxN1FlUVZJV1ZQL2FHOVk2dEFBaEFUVXBkUmtMUmVrNzgyak1paUNwU0h3ZGdBSWFpdkxSdXZqWWRRQUFUcG1tWHM1eU9JSUlJSUl2amZCZ2tTRzN3d0lDbnkzWEhOUnhzYk5UMDlYYk1vdHRpVkNzVXkwWHJ6dWVIeDBQUVZqMFpSemg1RVIrdCtLMWVXR2RTNDVEbXc2d3dBT0YxYWppSklZbDJWVnA5ZFdQS3c4UFBhaHVwOVl4cWtPZk5MVmhtRVgzRlhsSjdPV3J0amxxVEdJbTlsODV1aDljdFJ0R0Eya1ZEcXF2YlVXV2J5WllxaTlyaURmZVFoVEk2UExpQlNkbmtyZGxlRXo1OWRzR09sSVBBTEloaGd0alJVUHRVYS9ocjdodUpGak1ocHBsK3BvNnBjWXUzdFAzVG0yQk5ERlhoUkpMWUF3QTJtRUljNzRlTGgwQ2FabVhTRHZIWHpPUEFTVHhEaUhnRzllYmpRb3JPbytFR285R3BOWmVuVmJGZHhIcWd3UEpWN204UGYzenJOeUFBUmM5SGErcnZ3NUZjSUNySGsrbVQveVJBaGs3MWVtMHlJdFFoVU1uZWw1VkFvTHJRWEZIOGtZT3ExOVJXN3pqbnpTMVlSeGgrNjNxNytLSnlFR1BFYnVCNS9nRWphZHViUUUrOW0yL2d1RHRJR1EzZ2JLZ2VyUWRQU0hyRXlXK3htdE4rc1BGVTJkcHlUbGIvRFNVQW1lTXJWdDBWcXNwTktZZ05qN1VSSTNYT3c5QmdBMklzZS94d2tabmtUTHJ3UVNwNG9NSE4wb2JnOW5tZEhrRVYybDVaR3BKTHNMU3ZkSHlKWW5MMExYRktRam9iS080NENPUVhGY3lpVDMyM3Q3djlKZUd4ajc1My9VU3BJb3JkY0hVV0c1QlFVejVHS2VORGs4aGRqdGFhR1BoT0h0QSs4cHo0MS9McEozNmhaRWlBZWxvVEV1ZU12dk5GU05wckFHY0xFeWQrVUN2VkpxUjV0UEtBTmtRNVdoVzd5K3VtaGhzcW4rcEV5OFd0Qzd6czIvSm9EQnNVR0tWT3pPZUdOdnE0cjdVeUptaGw2aWhESkVpS0V3UDhZa2V6WEJ3QXBCU0ZFQ1ZZSTBIQkNnRGdLaWg4Z0VzSmJ1ZnVOME1IMFhDMDJPc29zOU92ODFiUFZQK3B5T0RaRlF6VlhVbzZtYzVWUGo5aVFPeHliVkpLYStIRXBKZkdVNzk0WE9qN1ZzU2s2eGNvZkpJeDFlZy9zK2xQWSt5S2o0TEVZcTdDdDFMbXNWeXlJVmloZGRiMU5LYy9LWHp4Sm9menUwOEVXQllkams0cVVsSUtBd1g5MU5xeDhhTVdLUjZPTWhKajdwRVFQazZLekp1bEM0L0QzajJWcWptSHdobmhyZ0JFUjQvRHJTbTJuMVNLVGJNSnU2THcrT1E2VUJFUzJZWktHeGtaTlR5dDZ4SnFFcFB5ZUh2OHp6WE03UlhacVNiYmdhUEZVbHpZaHFHaHFZVFNiRzhZRis4VEpYL1Q1NkcvSElRTm9kdjcyREVLb2JQWFRodFRvNUk5MnlxNm5XenhUdWIyZ3hDR2w5QTM0emN2UlRGbEJPbTYrT0picWJreWM5Wk1CNGRzZk5YWHVBa0ZZbktkODUzNEVXeU00WlROckQrd2MwZGZsY0cyM0U4TGkzQlU3VHlKVXRzWWtxYTBxYlZ6c2VuUUNsK3dlVDhXdWZ4OCtadnFLUjZNbXhjYytMQ1gvcy9kZzZVbGdJM01XM0xXV1NOWnVDUEFKRXlkOTNWMjJheC9Dc0x4SW04NmxtVTRNZnNycEt2NW5YZnJHN1AzRHhvMXNXYzk4QjZoWXlEbXByaXNmVkpnZExIOHpINUpFZXR3SEJ2MlFoNDl4OUJvcmlJbCtJcUhIV2xsaFRkbk9Yd0ZBNXJxU2JJVmlwcVRrbG51MDJ1dGcyd2hJaWVEeUJ3MEhSd2NaUThqTlZhSVEreEZpbWdmcXFzYmJ6R3ZVTnRQWVFFRGlxR0grWktndk1sZFR1TVYwU0tDTlNUbW5yckowMUxVZFFzNzZiZk9GWUo4bGh2NlRwa05QZEF4OTV3bHhId0dYQjRrVVVlNkszZStPTjU1UWFzdGN0KzBCemdKTlp4clJOTzduaVNDQ0NDS0k0SDhOSkpIUkFBRUlnelQwMzRhSWIrdTB3QW9KdG94RC9HSjRiN1hEc1VrbENUSDN5WDd4Vno1aDRteVZjMWxyV0M4ZzJQNG9wVG5WVTluOGVuWmhpVk5JM2pDV1ZUT0NXam1RVXEzM24ycDI1R29wMHFJdmJPMzJsWWZXOTR3aWJUcWtzZHBib1R5Zm1hOWxFb2o0bWdQYW9Uc3piR1RacmdYM1NZb2xudGJXZmFOY2Y5WVd6ek9waUtJY2dJSXViOWtUbzhxNnMvSTNUeVU2Wm5UMUtNZVNra1MySUxUcFJKQ01XTEhpMFNnalBucTlGTGhFbURKSnRONzhFOHBmNHNIeS9rOHd3M3kxMTlkcE9vcUtDeURNRzZHWUE5Q293NlZuY3BDMjJ2MW96RnkvUFZPYWduakw5cHdNZi8vc2doMHpoRUkvYVFyMnk3cXdUVEdDL2ZKUnRxUWlLbkFpRkEvbnJOdVdEQ0ZjUW9FRkN2dDFLQzdNY20xWlJpUnBPM1BvaVV2TDFtMmJMeFc1dXRmbit6L1hQVDhZc3pJRDBHaDJ2cDVCQ1B5dEJwcitIL2ErTkQ2cTY3ejdlYzY1OTg2TWRvRWtkb3hCYkFLRU5GZGlYOFpJbXBHd1hUdE9jTFk2YVpxV3Rtbjl2dkZiaDAyU00wVUNKMjdhNUszVHRIV2FwVTJ6T3J0anBCRUlDMlBBSUkwRU12dGlHd05tRmRvMU0vZWVjNTczZ3pSaU5Ccnl3ZS92NXcvSi9EL1pjK2RlM1dXNDU1em4rUytsVmM4OUtnVHMweGpEMW4wN3o0emVnOHkweDlwdTMvd3lKS2JVUTFIbHRsa2FVR1pyNDY3RzBySnRzd2swaDBYc2xKUFVNdDQvMUF3akhsbU0xTXpXUUgwMWpIaEdUSkNaRllyQmhjNUcvNWo1MHlMZk14T1FpZG5hWGUzTllTYkFKdTcyTGloQ2laR092VHRIRisvRGlVbjRWQS93elhGTVhqVEx0NjRHd0FWdGdmcm40ODkzUWRuMmlZSmhoWkp5VDJ4Q1FTd0t2VFVQY2dhUFdHajk1K25UdTJMa0hYN202cmNmWTRCcHJZM2pqeDNGTEkvZm1lTlFQcW5rTGNiWm1haWtkbGpPNm5xMHZ6L3lqY0xVc0VPcnJINjBkN0QzUnhjUHZ0Z1RmNHhTcHl5V3FBMUEySWJzcWVaVFBkZGFyaU9PSkk4UmNxWFNrd1dCRDRna1ErRERBaEVEQUdDb3hydzhURy90TWtDWTN4cW8vNWZvWjlOWFB1TktjWW9TUzBMd1pQUHVtK2FqL2hRMU1XYzlNZkgyc1pncTRDaHljcndFTU9INkhlM0YySStuNWszNkdBR2tkRlBQOStOM0dmNEhxSmVCME00N0hUWTZ1TDFjaGJYOU9YbERFemdYSmVyMnpWRzNUelV4ZDZWaTlNN0o1dDFqWGxDbXVWbVhHV2tsQ09Ca3loNjQzai9VRVIwMDg2dWVka3pMemF0RXljN1pxcnZYNVpwUVRqYWRzYTUyZFU4MFJDVVN1OXlyOUM2dzFjTW8yYmtvWFR5VE1rcEpzbmZPSFhxaHY2aG4vbXpCbEN2WXhGdGhSQWVlbXVhb0lpbmZacm8rQTVYNFhTS2FOd3dQYUpPQnNaeGpqV2YyWlR1dDFZb29lTEhoeFloWlR0TVJNYU85U1hzOXphRjdpTXVqOFQ0TTAxYys0OHBJTTVZTFJRY1kwMUlZMXljRkEyY2FZY1JRa1JEY2ZkaTlKM2FnTlgwNzNNQllUblNSWEZTNWJSWmpiSG9vckI4SEFIQ3kxSFVScWNiSkdpWm5wVDZNcUhyYkczZjlDZ0RBN2N0ZkpRRWpBc1c3VHAyWlBSZDYvbS84UHN2S3RzK1RTcGxFcXRYSnRjSVFhRCsrSHkyL2VHRFJmQU41R1VoOG83MnBicFFGb0hQeGNVbnM3Ylk5dTM0UnR3c1czMTJ3akFHTGhBVmRsb2lMV2h2T2ZCZEdCbGJpTkVraERZZ2hObzZOVUZ5eFpTb3gvbmtwOGNWRWVzVllsRHJYZmtJaHNPNTNCc1pOQmthLzR4TWJHT0ZVUzhHdmo4VlU4a3NjOXNNQUFDU1ZvL1gzRkFPS04xUS9JSlgySkNuN3BTaGpBelp0NHJtWmFVVkkwZ0pPRTYvM0RSNUs1T3g4TDhvR2RVRGJsbGNkOXkwYUpKRkVFa2trOFljRkJ0R1VBZFVkN1ZDN3E2cFhvS1lWSTFGelIrcjVNZDE5TmpHM0ZCQ3ZnNHN5a2NFRHl1bG9oUmEvS1BMNHMzU3VGZlR5M2dhM2I4NkRnSkFTakJnSkdYSEQva0lzZnlpc3RSWGVMWEZ3cDFyTG1YRWl1ckFycXR3Mnl5QlIySHV4N3lkdXJ5eldOWm5aMGJpek9mWVlidS84OVpMaDR2NCs2MS9pRjZ1THZkVXpnTU1jSkc3cG5BKzFOK3dhTi80V2VwOU41Y3hacWlsMUluT0MyQ0NGZWo4cVJjaXZldG9oTTlKS0ZOSUZBSm9TdGtSN01QaVNuVi8xdE1OZ3psS0wxQnRIbXkvY2Njek1OMEdwTzhIQTd2Ym9jWmR1c0tjZ3NveU9CbjZ3cURJOFUxTXNxNjNwd2pqS3Vsbis1Wm5FOFVzazRPZkhHLzNqaWlibW8vNFVseU9uRkJEYlc1dDIzUXVkMS9WSEZFa1ZDckdYb3pJTTArdGZ3SUJQdU5rLzBHbWFtMTJhcmowaUNmZWZIMkZKSm53RzVUUmRhU3p2V09QT1FKWmh1eVZKRFRsa3RBYnVGVjBpV2FrckJkaHYzcThZTU0vano5R1FMZXpyRjhkS1BWK2FMRFZ0SGludGhvRnE3U0JxaDQ4TXAwN05aTWhXV0JiOU40ek1wOU1wZlkxZzZyMTR0a2VoMTU5blFNcEQzSkxCbzBmOUl5ekovRG1JTXFOMTc3M25uMS8xdElNWWZrd2kvL1hGaHJGSlVTVmUveUpnZW5Fd3dZSzl5T1BQU2pYNHAxRFJyUUhlbDlDaHY2aWlacTZEdzE4cEpWN3BiQmpMYkRHclJEa2ltell3cU1hdE5XS0FXWWJ0SnBCVE9HTW5vOHdaMDl5c083aXJSSkhkeHJ0VElnWkxLOVVVSHIrWXdPdk0zRmk3WEpKd1NpdHlGeldjYytQeWdlOWh6UFFOQVpsS01nUStNSklGZ1E4QjVLSlJEd0VKTUZwVlc3cWhlaG93cUxCSisxN3NvaVF2SzNVbFkvTDl6cWI2ZHp3ZXY4WXNzVTRKN0d3UEpLamsrbXJLZ1dsckIvb2pQNGpOalMrcHF0NGhKVmljS0hBeGpzNWttcHQxQnpyWFV0aHh1Qzg4ZEZ1U1VkalhaN2RZY0VzWVpCUU9oYlg5VWFxU1dWWGpaUnFMakZEWnh5eWNLRGRub1VRMW01UUt0ZTUxSEl5dFJtYkt6Q3BnMnVGV0NlK2xPTExMYkJrKzNMRi8xK1dzT2RtVnpJcTgyUjd3WDVwb2lFb1FrYWJXWnYvYkVLMldJdU50VGY1VGt3cWZUZFUxOEhUc09YOW91TkxyWnpCQnJPbGpQWTJvYVJPWmlOd0tCblpmdjk4OVIyWThmTDF2OEpEcG5mOG9FTDhUSGRDUXkwZlRJK3hnU2FYNGZLVFAycCtJS2o0NUkyVUpzV0VLRmdQZDA4MTZEd0s4TEUzZmppbE1oemxEVi9TR1dEcFVVVVhOWEVTV0VXeW9iNEpSZzBiOWtUYnI5ZGRPdC9nSGxsWFcrTUcyWDR1UFhuR1g3L0FCMEx5MjlQTS9nMUdqR0kxMU5PMTZuU3UyTGpJZ2pzVHI1Z28yK2ljTGpjOXVDNXo1SFpLMjJPTHNUQ0lKeHpBMmNRM2s1eVN5MTZKYU5RQUEwMXY5djFEaVlIc2pHMGNaTTMzK1ltREtIbnlQbjBqUmNSVksrd2pBeTlKZFhyT1FvVE5kMTloQ2k0a0RZN0tXUjM1VEdqbytoVkw4K241VXM5SHJycXIrdEFLWTFaNSs5Z2VKZElFQUFLVyttbklGekdSYzJ4dExoWE5YMWp3QlJKZEFRZ3JyTWc3YzcyOFVlcDlONVRyN05JSDhiZFRMQVFDZ3VHdmVkQTFndmlKd3RxV2ZlelhlQzJNY1NBNWVlMy9QZ1VUT3gwa2trVVFTU2Z4aEFvRlBIUDR2Nm9ab2VwT0FCMEdveTIwQnZTMVdLbGZzMjdxVUdCb2laSGNUMHhkMlpKeDdMYm9vMVF6ckNiUkNid0tBZ3pPdG9yWGg3QnVKOVBxbWI4Y1VVTGk4UGZ4NjgrbVdVeUhuTk9mZkRiekhYbTBkb1ZRdldiTXRtNUcyNEVidjRHdlo4NXpaSENtN3RZR1BpZGcxeTc4OGt5R3Q2THZiODkzNHBJRkNyei9QaGJ3Y0pGeGlKSjNIR3MvR08vWUR3Q2J1WUNuL2ErakttUWFiczlLaENIWEVGdmN6Wk5aaUJTckNrSDg4ZEZYYkU1M1RwSW4waFFvcDNObFUvNDdiTitkQlJPNktMUVlBQU9nTzVyTlV1QlhnRk9xZ2IyeHJQSGN3RVRNVE5QVVpTNnFYWWhzWXNTQkxtaVRWalZpL2hOTEs2bTBXeVI2YjYwZFB0d3pmcjlLeWJiT1J5YUpnNE1MclY0OThQUVM1ay82UkJKNDYzbGpYbHVpNFVUQW0xZzcwV1VmTXFwckhtWVlaOHQ1Y2lZYWY5WE1mUmNUYjk1Z1BZNUcvM0orUjdwUi9uUll5OW1wcEtUbzVIVTloUkdzanBoYW1SZGh2VGdYOGQ1Yzh2QzBiTk9NZmxaSS9qRGJEV082a0lrMUNWMHlzNHNnejNacHBjTEdPM2JuOTI5akdpTktaR2JwaWpERmF6RlNaTDZLaW8rMk4vckZSMW8vNlU0RExUOW9RSHRkQXljOS8yc0VkNHZOSWJDallkTzZWUkZULzRvb3RVM1VOUGcrVzlsSzgxMVJwMWZiMWpOQk5RSytjT1hqL09mbVNOZHNlNUF3MmtNUURiUTMzWk1XVU0ya0ZJaDlzRDN6bFV0cE0rMkVoeGJWRWpVOXpZKzBTVUVxWEhHNGFHcC9kM2xUL0dtT0RCRUNqQlFBQzRpckZUcTVyUHlDU2tvRVBBVW9wNUd5NElNQkdDZ0tMZk05TU1KQjlEbEFjN0d3YWp1WXJLUEFicnFuMk1sUTBjQ3p3L0hrQXdENlhYWUtLYnAzWXZ6dmVjQTNkM2xvM0IxelhmYmQ3OThXakwvWkhqNUg2Z08xVEJCZUl3YnZIR3NmL3c2THNYRk1TM3I0VjZSM01TWGV0UVVWdm5UdjB6bENwYjlGRENzVzU0YTY3bjVWdXRBcEpnZFhXVURmT0hHU0pkL3NDenJoSEtEelZ6N3ZmaUhVWkxmSHVXRXhDdmRmYTVMOXBlcmN2VTZSZDdXejYyaTNUdDhNTklLKzN0dnpqVGRPM294Z0lyNDlVM3JIa29TM3pTR0ZPYTFQZHI0czgvaXpOSmY5VTNicjVIOUVCdy9SWlJRallrNm95RmpDT3pyYkFWOGM1bzBKVWF1R3dQMkxidENjdjNWRkFuRzUwTk5TZk1NdTNab0poYkpMOTRtZDlLVkNPZ2plODlVYjlPRWY2UXMrVzZRQXdRNFQ2bTB0OXozM09Eck5mWFd4NU1XSSs2azlobGxnS1E1SGpwMC9Yank0T2k2dTI1eUxDZk9MYWZoaXB0REptcjI1cjJQWE5XUjYvYzZKdmxhOG5IUHJtK1paL2l0SEErVm1Kenk1QnhpdGFHM1orQ1FCb2VaVS93NVppa1pLcXcrMnJmVkp5ZFRSZU96Vi85WmIwVkNrV1IwaHJOMzBMMXdISTNzNkduUWsxaUtibjczT1kwL1YvSk5LQjhMdlFEaU4wcllrTytRUUE1YlFGNnY0bGZwL0NxaTNUbVJKNVlUWjB6RFV6NWJHSUJZZFA3UDlxcituYk1RV0J6U01RQmxuaXAyL3RHK3ZrWDFDd3lZRGMzRThDcXV1dERidVB4eDgzRnNVVjFTVk1zV2x0Z2JyNiszMm5wS3EyV0JFVUtDbWJnNEdkVVk4R05IMDdpaFZCSHpDKzJGYWgvWjNCcnlXay9BM0hJUnFmVkV5ZGlSMWNGNVJ0bjhnMTlxZ0FlaTlpV2NmaXZRK2ltSmh2emduM25pc1FWaThBRUVyTFNnNHdTU1NSUkJKL1JDQVFISWVuYmIyRm5pM1RBWEVKWTh3VkROVDlPUFo3eFJ1cUgrQ2M1NGRrLzJzcGp0UmxERmt6dlB5eW5PWHhPM05kZGdWWWVrdS9MU0taanF4UHQwWU9maHVnWmR5NFk1WnZ6VVNDSW5Md1h4ZGM4YkNVS3F0c1VBMSsrL1RwcjFzd2t2ZnVUREhXaElRNE5zV2haZHJTV040VDBRS3hjc25DcWkzVEVkVGZDb0gvR2UvZFk1WnZ6U1N3bDRjSTloa0dMK2tXOXY0RWZsS09ESmxaSVFidC8zVE9YTFFBMEw1enBra2Y3Y0NYZUhjc1JnM21LRW1EQTMyUnI1dzcvWUlGSTQwdHpsaEJzS0h1eDhVVi9xbWcxSkwyT3pkRzVhL0RxVXNwajVOdDdaTTh6VkZhdWVDejNkanpuVVFTeC9SMHg4TUExTm5aWkp5TzN3YmdaMHQ5ZGdseGhSMkJYV2RnWkU2VDdSQnJoSVRUcUZOUE5LNTZjZG1PU1VxRGhYRDc1aS95cXlacldWRDdXVURxRE82ckcrZW5NSHFQVEg4S3k1VlBnRzBmVGsvVEY2S0NBU0tsYzl2dUJLaFg0UEZvcGM2MXhRcndabkRQenZ2UFA1MXlZMXRqWGIxWnZqVXpGUjFsS1dIdDY0TU80UkZTTzlyUzRoZnpWMjlKZHlyOWFVbTh1ajFRZHgyaU5IK0ZPVzE3TDhURmlQc1o2Y0pra281RzNmN044cTJaVEhjOGFZZll5OUZHUmFIMzJWU2RPeitqQ0g0WERPdzZISHVFeFdVN0pxR1FOZExpLzliWkhDL2o5TE1KK2ZaR1FSQU9OdTc4RGlTQVdiNDFFNWl4VVJEOHBtT2tlUmRGYVlXL1NFbFJxRWp0NjlpNzYxS2kvV0ZFYW1Bdzl0ZEUwTkErSXJzQUFGem1xeTFVU09sM3FldFlTV1hOZWdIcVVpSzVRbkhGbHFtb2FBWXAxZVVBZmRHeHdNNWZSYmNSSUJ1dENDQnlwVktURElFUGlPUkU5ME1DMGtqS2dNTElzckx0RTEyVTlqaVJ1dHg5WVlReXZXa1ROMmJLcFFvaDNCWVl6bG8xcTJvcXBDMGo4WlZXR0k2MWVRQVpySTdRMERkalgvNnVHVllGRVVzbGhDdkhHK3ZHMGJyZGxUdDhoQ0J1OVErY3prdFBLVmZBTHJZMjdicFNVclhRUzJEM1JhdXVSWlhobVVDVVNiZHZqWXQ2TWIzYkZ6aTR0a29TdmlNR3JQYllpbUp4MmZZQ1JEYTVTeG1uaXl0clZ3QmplbnZUMmVPbWI0ZWJNWjVPZDI1M0ZQdHFDd0cwek5CVjNnSERsZXRjMEl3NXdjeHpyOHhmdlNXZHU4U3lrT0kvaWxMNVRkOE9OeEhMa3NBaW5NR2tSTnAxR0JrY0hFNjEzQ0o4Zyt2U2hZeTcyaHYwWWJkU3Bwc2c1YXM4aFQwSXFONFA3dnVISy9IN0YyK3Nmc0F3akJWaFFXOW9Sa3FwWmN1bTR5MytubGtldjVNcytZamdkQ2JXZGRVczN6cVRLVnlHbG4wdzJnMWdobGdqTFRnR0FKQnJ3RElndWhSUFR6TzlNSStRcmJnZGVxOEdBTWcwL1NrUzFXTlN5dk5NeDRWYzJHMnhTUk13VWd4SVQzYzhyQ1EvcjZOYWhNQUdvNytUY2MvSDQ4L2hqcFRIRmVISjhKRFdFaDAwY3B4aUF3R2xCaVBhem5HL3A0cWF1UVk2elFocDdRWmt1aFdEWXlmMjc3cFdYTEZsS2tPMlVpR0VGYkh6NDUzOC9jdzVmZDVIQUFCYVE0ZnVTOThIQUZqazgwL2dIQjhhRUNMaHdCTzlwMFJxSlNnNDJyRjMxMmdsdjlCYk00c3hiWnFPbEU3Q09weklCQ2tLekp2MFNjWDVRS3hwenZEZ2pDc1VoMXVhVk8rZHZvOTdidkhHNmhMRGtmMW5Tb25SQWs2YTVVcEdEeWFSUkJKSi9GRWhLaG5nWWMzcDhERGt6SURoRktRb0NqeitOS2J6eFRURURyZ29kWU5RV3VmUkJuOGZlUHhhanNNdVZMWjRWeHZxdlo2YWFwU3FJZkVMYUdsSkdMOUwzUEFoNE1uZ0svNGgxMHg3bVFTNmZDcnc5ZTdvMzhqSXpGd25oT3gwb0hRb2g4c2NZUHByc1NiSVJaWGJaam5BK1hjQThKUGplK3ZITGFnazF6ekE2TExCc05TeXhlRzNFNWowWlZIbVNwTHliVXpGS1VocTR0MlFmanhhY0RDOTJ4Y29yajJvYk9vUmdpNUUyUWRMTjFSUDB3eSt5cWJRYjh6eXJUTVlpbVZoKzg3ZVVTcTl1Vm5QeTBncklhVTZldldoSGdkYXBVUEVmNUtvQysydXJIa0NnS1pZS3R5Y3lCZXF1REt5bkJFNFk5T1djbDF5T1FKT1FCM1V2YzgzY1VQWFZpbEd4NExCbCt4c2xibFdFV2h0UTlwOTV4MEZCWDZESm9vVnRxU2p5cUduRW9LaGtFMnpnSjJOenZuYzJwcTVoR0FFRy8vaGpmc2RpS2JlM2dBQUlBQkpSRUZVeCtHMGxnK1NQQUFBd0ptK2RzZ1dydzg0MUNjVnlhc2QwUWpxVk1jbW9laHcxTEM3cUtKbXJtUzg1RVovZjB0OGtjVHR0VGRoQkM1SHBSSDVWZjRNMGh3cmxCSy91OGZTM01RZDRIaUVGSFoxTk5iL05uYi94V1U3SmhrNit3elk4TjJPWnYrNElrdkpSbFZHQVBQdFFmR2orRzB3NHRVQXV2NFpJcndaZVcrc3NmWHlLdjkwWW5LTkFqb1JPMWVMUjZtM2VvYkI0Vk1LUkhNd2NHYjAyUlZWMU9RcndyeTJzTmFVS2JPS0pHRjNQRHNDUmhvNUNQcHlVTXFXd1BpeHhudkZBS1ZTRVlIZGEyd1RhRW9tR1FJZkZNa2I5eUdBeUlramJ1WEFOUTJrd2RjU1UxUGJJb2QrSEtWTW03MzVjeldnMUtqYnU5dGJzd0drZk8vRXZxOTBKRHFtanNJUEpGK09YUmlWYkt4K1NrajF2bEkwME42Z2oxc3N1bjIxYTFIUjVZNjk1enVtWktTdUZ4QTUydGxVLzA2cHQzcVZyV1JYZElHWlgrWFA0RXFyYW0yNCtFYTh2bjZSeno4QkdSWUJrZ3R2M1dpTTdXSVhWZnBuY2U0b2FBMmNleTFidHhjamdSWnMzSFdvMER0M0lTaVcwOXJBRDhMRXFYTVk0UFJnZ0kzU3NBMHVLNFU5Y0JoZWZsbW1wbXVyU0ltM296VDRvb3FhdVVCc3BoUjBUZ09hMGg3U0crNTNueWNZY2hHQ3VDMHM3YmJHZFU4MGZZQk5tRlNxQ0s0b2p0T0FlR1o3NCs2MzR1VVBpM3pQVE9BS2w5N29IM3pWNEd5UkxlbnlDSlVMYzV6eWNSWHBiNHBkcEJkWGJjOEY3bGpTRlRHYW8vcENzK3E1cHdXM2pwL1l2K3VhdS9LNWp3aVV2WW5jYzVISnYxUXk4dk9vTXk3bXFzZDZxUHRubXM3eVNNSGxVYjM3Q0V4enM1NmE3bmlzQjN0K0pWRTZwS0NCdG9BL1lURUFBSUE1WmFWaVlBVXp6djQwNnJGUTdLdGRTcWdWREE1WVA0bW5LeFpXK2FkcnlQTGJVcy84em1DaWdKUzQzTEZuMStVbGE3WmxhOXhZSVZDZUJWTFlFYWdiOTdKMlZ3a1BFcVVIRzNmOTkvMG1PMUc0VVB6QVV1SC91cCt6NzZLVi9nbW9HMzhMeE04RW0rcEdyMjl4Mlk1SkRrYVBTaEtXQmJMamZ2R0NBQUFsVmM5VktZVzhvN0h1cDZPVGloRlhXcWJ4YkdhTGE2MTdkeWQyejYzY3ZsSWovckc3MTk5N1FkcUR3NHdjQWhRaWtpd0lKSkZFRWtuOEVRR0pVZ0FBTkVkNkhrTUtnMUxIanNUSjg1eUc4RWlsem9OTGJZb01pZWJvb3MvdGdGbUtZVnB3bit1VXlISXVJOFN1am9PSmsyeEtLbXMzUzFzZGFtM2FkV1haeHBwSEZMSCtqZ2JIV1FBZzhQaTFWSWRZZ2FpQ1F4SDdMaGw2QWNqSUc3SDY4QUtQUDAwRGJWTWtyTDRYUzhVZVBYNVY3Wi9yUXI2RkJETTQwdzdIU3hjQkFOeFZOUnNFNEtBQ0VFekJOTGh6WXpSMXFYanQ5bHdDUHBVaFpKRUJWNktKUGdVZWY1cHU0TktCL25BanM5SjAxUGtpRzhKN283R0VBQUR1bkFrUElLQVdiSHIrYkliS1hFVU16eWFTT0pxKzV4NWloR3ZwdHZZZmlmeVFTcjNWTXhpaHM2TkpIMTJNRjN1ZnEwTGs2UURVaHpkdkJlNGRhLzRYaDJ6NzlZNkc1MjhYZXYxNUJNd1RJZjd6UkRLTjBlYzQwMW9BWEJ2aVpFY1k0U3hRbUtPc3daYW9YTEhJODhVc3JsTWgzYnA1MzNuWE1sL3RYeENvUzJjQ3U2K2JsYlZmSUtBVFRwMlovYUdoTjZLeXhaSXEvNThESTcxakpETFE5TzJZb25HWUczNlBqWk12bGxUVy9Ja2liQS91dnllTlNKZDJrY2JZTzdGeTJhVytoZXVJNGRUd0ZUN0c1Qm84ZnMyaDhZOXdpY2ZhOW8zL1hTejFWUzhqcVh3aEZmcmhPQ2YvNFFOb0xzZUV2d0xFTHV5NjBSZ3JtelRMdDJiYUlEOERqRzUwWko0ZjF6UWMvWjY1V1ZjY0gxZTJhbXR2TlBaR0N4NEZCWnNNamNQY0lldk9FZE5oRlRKUXZDUEF4N0V1Q3IzUHBxWnpWcWxBM1ZJSys0OW5uaC9EVnRaNWlvNWN6NzMzQ1NYWHRQOGZTRW9HUGlRUUVrTkFVSWpLRGxsdG5mMDlyMEp3ZUFFMWJGU0hoY0hHdXAvQlBhMk1GV3gweE9lN0QyZmNndmJGVUlUcVR1NGZmaWtNcHdCTVhtTmJkRkpqK01EQW9OVU1VRCttd21wNnR5OWdwTEMxNmVJRnQzZEJrU0xvN216NjJxMmxHNnFuU2E0NzdjdndCb3hVNDFKSmZqellWUCt0K0w4OVRHdTNxd2hSczBYNCs1MHh4WUlsRDIvTDFteHJJVG1NUGNVYjUwMW5rcWVIcnJCRFN4K3BucXBiTk9XT2ZmWDF4V1ZUY3hYVHBuV0hXVE9BWDVtbVB3Vno1WitRYmJVY2I3bldYK3F0WGljVnU5UGV0UHRpOUZwQndRUFdvRGlnWjJpclF4SFZlcitYdXR2bnoyZGd6MkkydGFRNjVaOGYyOE8vQ2VDSDRzcnRLNlVpemhSb29OVE10cVpkdjB5MHYxT2xscEFHcDNJejA0b1lRcVM5NmZuek1Kd2hXeW9rUHhzYjgyZys2azhCSVlvQlJQdTdMYnZEQlFWK0kyV21XRVhTM2p2QlNybFI0cXRleG9CdUhJdlQwZzlueTlwMUVRSGZmR3ZmQys5RDFJeVE1S1VzbXJnVVVHaUpxdnVVbld1U3BRNW1PeWRtQ3k0VzltczlDV2x2K1ZWUE83SW8wNmRJT2lGcy9Cb2FYcFlBZ0NYbHRVWEE2SE1VNnQ5NTd0QS9qZEVWRm5qOGFScFppeVNudHBLK2VTWWhpZU43ZDEzSXozL2FZYmkwVWdGNEhSVmYzUjZvLy9hNGUxNWVzeEFKbDZrd2ZlYyt4bndBSTc4YlNlb1pPMEpiT2w5TDNOa3Y4dml6dUZOK0FSVUUyd0wzVWc4V2xHMmY2TkxaYWlIcE1IQ3VIMi9jblZDM0J3Q3d0R3o3UENKYUdJR0I3OGVlVDVGdUxTYmlNNG5SMWVEZTV4TU1YcHU0NmMwdlFlQStGVkhmSHJwOWFzQ1ZQY3hDSXdBVURpTlpFRWdpaVNTUytDTUNJYVlpQUpCU1Z3SHdlbHRqWFV4eGZ4TmY1bHV3aWhUMGM0NHp3NVlWaUM2cVROK09LWVJ5VFh1RDl0OUZaV0VUbEtZbjlOWHgrTFZpdzE1RlNNMG45cCsvNGZiV21xVGdadXgzM1M0b0FjTGVVTGluUHpWdHdob1pwcmRPN0wvWDNaKys4aG1YdzdDZVZLQjFkcjdHTHNRZjMzU290YlpsdjZGeHpDWGlOMXBqSXQ2aTExRzBjZTRTcGtBaHlhdkErSkk3bHZiYXV5Tnp1L3psVDJkb3FYeXRVcUFzSVRvNm0zYVArZ2s0RGJGTUNYZ25vdCt5MDF6VFYwckUwN0dMK1VLdlB3OUF1a0ZHQXNWbE5lVWcxUHNkZ2QyWElRNUx5cmJOSmxRbHZkaTc3V0p3UEhPZ2RLTi9NZ20xdUN2eTNtc0EzMWVtdVZtbjdGeVRnUkEyQVlRRXRaNE52bVRQOHZ5Wk04YzVmWU9VMm8vUE50ZDNtYjRkVXhqSzNVSkdxay90ZmVFK1BrdkREUWVRMmh5cDRKU2hHeHRJaWpiT0tEMjQvNTh1dzhnOFZBUHRzNjBOZFY5THRIOUJnZDlJbVc2dFYwZ0hCM0R3ZXJGM1I1V3RRZzBHZCtXZ2tPK2ZlLzFyN3d3bkFzemJ5RWpOUE5aWTc0ZVJwSUlJUXFGQzJSb3JRNFZSVnF5NmVuenY3dEZudXRSWHZReUIwYkY3VWRkWTRxc3VSVkFQdHpiV1B4dDNXbGlrV1U4Q1lsZnIzbDNqdkpaS2ZiV0xDR2sxVS9Ddko1ditlUnhiRnNEUFNqYmFqeWtKZDl2MzFJMWhEeFI0L0duQXhWOHdCWDF0Z1hPL1NwaHVOYnd1U2NHOFNaOGd3aHQzaFhZZzJxQXA4SHdoTGRYSWVUaUM0VU1PeDhRNURDaXZ0YW0rTWNIK09rSEtCa0k1Z0F5ZDdZMjd4cGhuNWxjOTdVZ0wwK085Tjk0Y1pjb2dJSGNwbVN3S2ZFQWtiOXlIQUZJMHloQUFHZW5wYkhuaGFwUlNWVnEyYlRaak1LYzlNRndNS0txc0xWV2dzdUgyN2FQeHRLa2l6eGV6T0dnZlI0SmZuNHlwR3JMY3llc2t5WWl1MDV5SVZFZml6V1RjbFRzS0dkT25YZThmYWkycG5MK1dtRENDVFhYSDVxL2VrcTQ3Y0dWRXdmSFRwLzFXb2ZmWjFGVEdUUkRXRCtPdllYYjUxc3lJYlQrRWlEbEExQlJmeFRXVXRoNDFvOE9PREtSeGhZdGtoSFZZNmVEVUJacE1VbnZLclZrcVJkZFdTVFgwMXJzdC9uQkJnZDlRRSswU0lTa1kzUGZWOTBwODgwekJsQjFySktNcDdTR2Q0SklqaGZtVUVpY1RWYlpoeEhVZm1WaE1FZjJBMEhncFEvNTlBTDhxcmF3MU5Za3BZUzF5R25XWTBaNStjWnlKSG93WU16S08zVXBRTnFBdzJocnFEc0hJUzFrQmMvQzc3NStLZnJmUSsyd3EyYUpTSVoyTFZtbGRNNnpGU21GL3NPbjVzLzJhWEtnWXNHT05kV01TQllxcnR1Y2FUSHdha1AzN1cvdUczVldYYnZUUFk4QW1JRk11Wk5MVjFsamZFbjl1cGI2YWNzWjFCUUJBSk5aUWVPRDFoUG11bXpieFRKVytDaEZOa0hwVHNNVi9CNFlMUWZOSnB3MWhTKzBLeGtrWENqeGZTRXR4MkQ0UkZxZUFJQjhCTTRLTnc5bTRXZm1aUGdRYzVKS3kyeVBhOStML25MdThaaUZxK0JuRjFJL3YxL2tBR0lrSUJQa3hVSEQ0eEd0MXArNzNIZTZRSDBPa3M2MGovdzZpbjZkcnZCU1EyUng1YmtmY1BZMkY2ZDIrUU5PMXY1UmcvL0pVNEY0c1ozR1Z2d0FCRnhMUTNWQklPeHkvWDBIQkpzUDBMVnpITkszQ1V1cm53ZjN4bmh1SURzTk9GZ1NTU0NLSkpQNll3SGd1RE1kRzM0N09DYUp3bDgrZlIwd3d3Y0VpcEx0dk5WKzZEQ05zTzBSV2VxdDM0S2Z1Y2pHZkcxcDJhNkIrWDZMREYrdDJrY1pZS05pZ3ZlTXVuejhQbVhLMWh2bG9KN2UwcW5ZOVNkdm82NCtjZFJyWkR3bUMwVFFtR0pGSVRzNU0vUXh5alBSaGQ4dTQrYUp1TFpaS2RPc2F5d0xFbEhhTGp5dEt1SDF6SHRTSlo0Wkk2MFJrcFdCcjdWRm13UHpWVzlJek1qTEtpSmhVUkZjN20zYVBqdCtsM3VwMW5LUnM3NzUxY1lKanhwOElTNzRieTZBMFBmNGNCNmlITENFUEtNMG9BQTF2dHplUHA0T2I1bWJkcVdzZmw3YjJtMFR6bXFKSy95d2dWZHJEMmFFb28xTGxUQ3BnR2pwSjQ3bWF4Sk5SeG1HT1BzTkV3c3NkZS8zWEM3MytQRVR0VHdYQk56cjJEamRmRXNIMDdaaGlhSHc5b24zRzBNUnNKYXo5aW1uVHdzcnVqRjRIQjcyayswTFBpL2M3aG1PYVhhaVljYk90c2Y1Y3Bzd3FVc2pmYzJocG1WS3E5TUZydzE0SUpkNjVDeG5EcWNjYWQvcGh4TWd2a3BYeUJBcjlUTHl4ZGFtdmRwRWtkUGF5L3RIN1hWSlZXNndEbjlJZXFEc1k4NzBDUWxqUkdqaTNkZHgxZVdzZVk1eWxCaHQzdlJ5L3JiaGl5MVJBS0ZOSVJ4S21sZ0ZBU2FWNEJJak5HQnl3Zmo1bWc4ZXZwYnJVd3dqc2xrV2g3OTJ2R0RETDQzZFM3cVFubENJYTZBODNSbjlUd3dscUU5Wkp0SUxjNGhsY1FWcHJZSHd4QUFCQVRjaFpCMHhrSXJMM094cDNOOGR2ejVMWjY1RHBzd2xwdFBsRFFGdzVreWtESHhUSmdzQ0hoS2lIQUFDT3Z2UUt2Yy9tS1kwdERGOFpOcVF6ZlR2Y0NLQjE3TmwxTUo2cUR3Q2dPOVArUmhDZGJJMXhTVFVybi91c3hld3JHbUVXcytRNEovdWxaZHZuQWJHcHJZM3N0VW5wYVlVb1ZVOUg0L052QWdDbHBSbGY3TG5RKzBxVXdtV0E4V2pJam5RRzQvUmxwcmxaejlJZDYzU2RyNFU3MnJmajNmMU5YKzFmMkNHcnJadTZoZ3pOdVlsdTM5cHIzWUtockd6MVYzVDdWc094NXVlN1hEUGwvNUczV1NBcWNVaWJJUmZxak5uSDk5WmZLTjVRL1FBUXp4dzVMNERoRitBWGdmUFhKWWVsd2hwcXZKK2o2NEt5N1JNVnh6bWh5OW9lZE5pclNWbWRSeHY4ZllXZUxkT2xvdlRXdlJkYW5PUjQ5R2JQNE1GRUpuTEZsYlVybWFRd010SExPYVoxTkRnT0FnQXM5ZFV1WWt5YjFoN2doNkxQb3FCZ2s2RXp4MFlkdFgzUndXL3hocG81QkN5dnZZbDNGRlZ1bTRVTUp5ZVNhM0RGbjVRbzI2T1V2b0tOWDVxc2srMlZHbHdEMEtDMW9XNThGYmR5UjVsUTFCTVpERi9nSEJlMWhiUmZ4eklWWXVIdW43c0lrVDE2TzNUbCtlQytmeGlsMUNOcVQ5a1NmaG4vdS9CNC9GcUtJL3NqUTFmMFYzU0RwNkZnRkoyNExLdXMzb1NLT2hSU3R0VGtPRlpHY2NXV3FVeUR6M1dGK1QvRWV4Mk11NzhPKzVNRTZHaHJZdU5lNktQWDZWSi95VkFaYlNGdERPV3R4SkFmSTFKb1IyUlhXOVBPaElNR0FFQ0I1MHVUUWRPZXZ0azc4RnpzNzZUVVd6MURBM3NPNXpoWldnTXQ0eU1xTjNGOTZ1eGxnTEpZRWYyNHMybjN5ZUY4MzdHUU5rOHlxWkpJSW9ray9ramc5dFd1QmFJc0FBQnBEWXpSWGk5NWVGczIwK0JCcFpCeElFZGIydGxPZ0pkbGdjZWZwaW14ZU1DV2h6SXpNbDNJMVd4YmhoUFNxWXQ5dFVzQmVXNXJtSGNVYjdSbmdJRkxRdStkUHhZZGE4M3lyVXNpVW9UN2VkL1I5RlJ0QlNLMWRZNWR2T0VFdy80b0VsaDQ2L2JQNGhmVFJSVTdpaGhqazFHUlJjQnpneEhqWVB3NFh1RDVRaHFndmlZaVEyMU9ycDZ5VkxnNTJrZ0FqMTlMUzlQV01lUmhCRFhZWWV2SG82eTdwYjdhUllxanMzWHZ4VGRLSms0dWw3WTZkS0w1K1ZFMmEzNyswdzV3V012RFExYVRiaGdUaCtuZ2laT0hNRGZ2UlZ2UmdSUE4vbkhNeUNVUGI4dldTU3lJeUtIOVVZbUV1YUZtRGpDY0NrQlRJaEhaSE5YV0w5MVF2VXhwU3JZR3pwNEZBTkpSUGtHb1RpU1NPVVpoUHVwUFFkQ1c0WjJidnlPbWxWajI0RnRNMTU2OEcyWUhvZzB2ZEtqVkdHSWQ5MHRES3ZUdVdNeDF5bTV2UEhYSzdhMDFKU2l1U1l1aFVnK3lydHRIUm1uMm5EOGxVWTZ5VTdQbVpEeXBRdnFyc1hNMUdJbWRsS1NLZU5mdDF1Z3pMUzNiTmhzSko3UUZ6dnd1OXJ1S3daUENnbC9FTDhwTHFyYXZCb0FwN1lGejN4MS92cyttY3ViNDM0cndVbnZhK1hFZVl6RFNJRU9FU2t1R3ZqMnV1ZWlRVHdoSnFSWU5CZTRYZFEwQU1NRVE1VWpnN0x2VSs2UFlZMHpLekRBbGF1OUcraUoza2ZQWmJWbG5FOFpPbDFiVnJtZU1UMEtDYTYyTlo4ZDVxQlg3YXBjU1Z3OWJkOS8rTGloeFQycUJ3SVlsMmtsOEVDUW51aDhXa0JnQUFzbmhsSUZoNmo5ZjE5OW5CYzZkM20wdEtkczJHeFc1SXRkNGF6ejl1c0RqVDNNWjRuTUsyTVhqalR1SHRVZm1acDF5SnEwZ3NnNXhvV2RLRHQxdGU4ZHFzMDNmamlrTTJNeHUxdnVhMjVjNkcxRnp0WWFOSUhqODNIUllheVdLSDF5OCtHSmsrc3BuWEhsWjZlVldXSFVrTkZ2THpWMk9vQXBDbHZySGs4SGRNYzd1bTNoSnhZSVZDdVV4UFQzbGJwWjBWdlQzaHY5YjVqbFloaFFWb2Q3QjcxQm9LcHBWTlY3ZzdFZkJrVmpFWVprQ0xBcnVxZnVSNmZuN0hHNXdkMjkvZUI4QWtNZmoxL29jY3FWdGlUMDZsemtFL01yOUZzSDVWVTg3MGhVdkRRdHh6dkdBS2xNV3ZkUFIvTUw3U3g3ZWxtMUl6UjFXMUdGV0x2elRRY3YrWmFKNHVhVWJxcWRwUktrZzlKT0MyYVZoNis1ckFOOVN4UlZicGlMSzZhMGhveUcyNnU2WXRtQWxLUDdXMGFiaHdhbW9jdHNzbldCZGE2RCsrNlZsL2dlSkdhdmJHbmYrWU13ek1EZnJsRHZwMHdqUTI5SHcvQUVZcWJ5bkNMNkdrSDRCRWtxdWRkMGF0MWd1cXFpWnF3UkZNb1YrZkNDRkhwSmtIWWVXK29SeWlWSnY5UXhDL3FTeTFiZWpWZlFSYWNtelNQRHp6c0Q0S3ZDZ1M2NW1sanJLcGxqWkRQa3MxWDNyZFFBQXQ3Zld0QUd1TXBTRklQRlNSOVBZNm5WQmdkOWdLQjZUWlAvdzNaYjZjUHh4UitIeGE2WUxOb0FVQzRPM2Jud1o0S1Z4QyszOHFxY2RHU3JyTVNDWmVlMjIvaThRSEprTW1adDFsamRwbFZLeUg3a21MSXQxM2srU01IM2xNeTZYMC9rRXMrVzNZNSt4K2FnL1JkcWlsQUZta1dDL0dQY2I4dmkxRXBkY0Rrb1ZNV0xOeHhyclJoazNNaXVkSVF1bkFFa0FCTlI0c2lDUVJCSkpKUEZIQURTOTIrY1RrUTZrVWdFUkFHRjA3Q2dvOEJ1R0V1c1ZzQkFKNEIzTncwVjAwOXlzazlOYURXUmNOSGc0YkNBdkk0TFdCSXNtWEZLMjdVR21hRkp3YjExRFlaVi9PbGY2eXJaRy8wK2lYeWplVVAwQU1jd2Q0cjJIMGluTkRaemZDVGJValczQ1ZGYXZCc0tjNjMyREwxMGQyenpDd3NxYWVUcXlHVU9xLzVBRFhhVTMrL3IzdzVHdmo1azdMUEw1SjZTZy9NVDEzb0h2VGM1TXJRaDFzeCtjT25MdlhOMHV1NFFSejFZZ3V0c0N1MGNaRG92TGRrelNTVTV0Q3huN2kzMExGaXNwdTAvczN6V21BNStXbjFXb3BMckpYVEtIbzFyWTFyRHJGL0UzT2IvcWFVY21aUDQ1QVRRZWI5bzFucm5uOGFmcFFpd1BDZFZ4c3Zscmd3Q0FSUlUxK1F5Wkc1UzRJQlhlUHRtOCt4YkFKdTZ1bkxzSWdHZTNOK3dNQUFBVWxXOTlqRkNHMnh0Mk44VWZkd3hzY2hQS0xzek5lNHFGdzcvaHJwVDFyUTI3dmdZamlRT1lKelpTUkhXMHRleE1aRUNNeFZYYkYyb1NGN1h1T2Yvemtxb0ZoVUEwU1lUdFR1WjBMb29hM3hWNi9YazZzNzlLTnZ4eng3N2h1VlJwWlcwcEtka1JIOTI4Y08yT0thRFlndmFtbmFNTTNmbXJ0NlFyUTh1WG9iNWpvL3A3ejVjbXUxek9MeXRMdkhoaS8vTmowc2RNNy9ZRlNIeWRCZHE0RkljQ2p6OU5aL0x2Rk9DYjdZMDdYMDE0VFJYVkprZTJwcldCL1IzQTEwYm5iS2E1V1ljSmVROFJ5bW1NaklhTzMyUHE3SzdjVVlnSTg4RzIvak8ya0ZKVXVXMFdJK20wRllSU005S2VQQmFvKy9lRTUrRGJXcWdJRmhIQVcrMkIzUWZqdjFEb3JYbVFBenhNTnYvbk8zM3ZoRjE2elBxZmdBOHpzcFA0SUVneUJENEVFQ2trZ0JGTk1rYUtLN1pNNWFDWFJQcEY4N2xETC9RUDA1M1pnME8yNDBSODN2a3NqOStacXN2SGlkalZZT1BPVWZvUHk1dTRDaVgwY05TemtXaGlSNWlQcWZZVmVwL05JMkttaW1qSE0xVHFERWJzd2Y1K0t3Z3RmdUYyV2dVS2VmaDQ0NlVycHJsWno4dHdsb0N0TG5hK1ZqL09BTS90cTEyTGlPdEppVjhNdjREdndmVG16MVdrWkh2NDhHa1VhajJST25udTBBdjlXWlM1a3JoOCs5U1JyM2U3WnNsaWlkcXQ0Ty93S2tRWDBUb3Y2UnE2OHN0bFpkc25vc3Z3MkdpL0VhMGk5bXVoaGNDNERacW1FMmRUYi9VUEpJaWZBUUFBekZSWkg3VUFyM0RPSjRPaTk5dWJkM2N1OHZrbkdKS1hFOElwQTNBdWtHaEtaR0pubXB0MVhjT1ZRc2ozcFZPc0dwTHE4T21XYncwVUZQZ056bzBTbTZ0anNSVjFzNnJHaXdnRHdTYi8yZWo5WlVwYlBIamwzQTlMdmRYVGxTSHkyL2FNTFFZQUFNS0UzTWNacWY3V3hyci9pWDZZa3VGd0UySVhSMjBGS3ZINis4R1h4c1RuTGQxUVBZMXI4Q0M0OVBZQmgvb2tBVjI1SCsxdDJjYnQ4NEN4elVwUm9IM2Z1Zk13VWd4Z3BEMEZBTDl0VFpBMFlWWldyeUdsUW1IT2JVTm5xNVcwandTREx3MjV5MnNXSXNvTVJqaUJFSzdFNWc5SDRab3AveG9aWE80SWZQVytsWGNBd0JLSDdVWWxDMERaWDRVRWJCY0FQOHVBek5VTUlhc2IrNzcxL2tpeENBQUFKK2JNSnlsVEFERkY5dHZIeDNmMm8vQm9rek5TUGc4a0w2dTdkOGJJRVpndEtoRW9YWkZzaTYvQ0F3QXJkY25WU2xHQlZQQ212SE56ekc5czZoVDNJdVRPU2NQL1J5Z2xTeFlFa2tnaWlTVCs4SUZDc1A2ZWkyOEdFZEU1L01tOWdvRHpBZHVIQkJZbkpidWxGalc0UTVhVHQxNFN2M28zQWxjNWM1YVJzSS9ITXlsaG1JSSswY0dOK2FGcldrdVJ4NStsSzdXMEI3dEdYZE9YYnFpZWhrNWNZZytKamd5WldVRVNRL0ZHZ2NYZTZuVUF6QmNSNmlmeGpRN1Q4L2NUZFZKVEJ5K3pRQXBMcVFoeDZJei9UbjZWUDBNbnl3d1AyRC9PelhTdEFvQnpwNDc0WTh5aGEwdVo0bk9KNGMzUUZXTk1vcFBMYWF5V1pKeHlPNjBDRFdYT1hYR1BPUUREeG5wTE5TV3prSlBGbVQ2dmJRLzdGU1JBaHAzdUlhQytZTnE1VitLMzVWZjVNNXlhOEJLbk0xRm1ZNkhYbjhzWm15NjQvUlpETGJ2YjFrOENBQlZXenM4bmhWbnRqV3d2Uk0wSnViYW92ZkZDL0Z4c0RJb3Jxa3NJS0JjQk15SmMvSXljamdVUnd1TXdNdWZHWExGTUNEZ1JhK2dYaTRMeXJUTTB4YWUyTnUzNmFXSGxnL2tnSUdVb3JMM3VjRG1MVVVUZWhCSDJxb2IybjRGUy94NGNrWW02dmJXbXRJV1R1dTdFemJYOXpPVmlKc2pJcUdtaVdiNDFNelhOVVJXeDFJbG9RNlBBODZYSkxxZnhLVkR5MngzTno0K1p0NVE4dEdVK012M1BsUVUvNjJ6eWoxMndiOXJFSFU3NUNCRGNhWTl4NlkvRjByTHRjem5IdFdFbHZ4TW5QMEhNbnJRWUdSVng0azNST1hBaXVNdXJWM0NGbTBLaHlBOWptY2FsWmR0bTY2QzVpZFFOZzdNRnh3SjEvNUZvLzhYZTZ1bU02ZXVZVXNkajVSR2o5NlNxWm80RzhCbFVjcy9vdkE3eFhnRUFnWk1TeVhYdEIwVHl4bjFvR1A3UmNzTkFqUm1GekxLUHZmWEdWN3Jkdm0zNXhQUUhJdThaQnhNdGZMSWQ5c09Ta1k1MzcrVzZtdDZheHlNU3U0amJJYWxvVXJxdDdZOWR2QzVmN3M4d21QTlJkR2o3TlJjNFFmRWxQYnovOVhPSFh1Z3ZydkJQQmRTV3NOczMyd0JlbHBRN2RTRkhMZHkrcjM3Y1AvTGlpdW9TUU55Z1NMM1NIdmpLcGRnWGYzSFY5bHpPOU9YWWZUdFk0bHJ6dUVYcTdXQkQvZHVsVmJYclNXR29vOEZ4dHRpM3RSQ0Z6RGllZXVvdEFMOHE4dml6VUxHRkpDTXRBTE5BNlh4NXBKK2FveHFxeFdVN0pxRm1MRUtiM3RjQjNhSExXa3Vpemo0QVFFbWxmejBRYnllTEJBY21Pd0oxSndvSy9JYVR4TG93NmMyazVGUUUrWDZpUVJrQWdFM0srMEpFRisxbzZITlVlR0IvdEdpUU1rTitVWVMxMTk5NjlaN3Jha25GOXRVUlM5MW9iNm9icFM3cDNMbktrcXIxOU9tWExXU3dvU3VrdlI3L04wenY5bVdJTEwwdGNLOUNYdXFyS1VkRkx1SXM5VmFZTmNUTE14YXRmR2FDN21DYnVrTGE2eEFSWHJMVjRhaERiVHdLdmMvbVNhVTlvamp1YncrY1BSeXRDQ1B4SnhDb1BWNzNDTU1GbVZKRzZBd0x1dXpndFBoVzcyQkRjTjlYZTRzcXQ4MWlPcFlxaGYyU1pNTDRsMUpmelY4U3dOMjI5SE9CMzJjaVdMeDJldzRnVnBGa3Y0eS92bnZIa2d1UmFKbWwrSzh2TnR5THpaemtmVFlWbUxaRU1UNHBGTlliZnA4L1FhbHZ6ZDhTSWNLZE8wMnhFaHUzcjNhdGxFUUVkS085OFVLY2I0R2Z1WDNiVndQaWJKUjBwaVByZkVmc3ZvV2VMZE01NmdYS0hyd0NBSUFBeUZMU01wWnVlR2JhL2M0amlTU1NTQ0tKUHdpb0UvdDNYVlBxZlZmMEExTFVDd0RncnZRWEt1UmhJSGl3bS9VZWpPcWlTNnBxVjBtaDNUb1JxRHVWN1JCclNNS1oreWJoT09XVC9ZUGhOMDZmOWx2TXNCL3VpckJEVVdxNGFXN05ORFJZNCtnZWJEYlMrQ0pRY09uNDN0M0hZM2N2S2E4dDFoaDdDb1QxdFlTZVNrN25wM292OVI5T25TbWZ0QVcybjBrdy84a2k0UkdBWngxcHpwVkEvRTVibzNZaE9wNFhWMjB2QUZKVEFaVXg5TzY5SkNnWVRrUDRoQWhIem1vR09BRll2cnA5NS9YWTZNTkN6NWJweE5SaVV2bzVEYlFwY09kT1U2TDR3UG5lbWdlUnM0bys2UHQ1dkl5em9NQnZaTXJJQm8za2dWZzVvc0hFUjBEaUpVM3B5d2ZmWXdmZmJmR0h6Zkt0bVE2a0l0WjErd2lBWDdrZnJsa0lxRmIwOWZSOTgzN2FkaGhwU21tY0xTQWx3bUZGYjdta3ZrQUpMZHc1ZkI4Z3l5bVhBR0p2SW9QbktGSzRZLzMxdnNGRGkzelBUTkRCV1hqbkFnKzZYR3BMUkE3dGo4NTUwblQyVVlWNE10ajAvRkVZTVF0bmpLYTFTOGVSZUVsd2FhVzlSWlB5U0hUZi9QeW5IWXhwbFlPT1NFUHNjM1laeGhOU3dadnhVZVQ1YTdmbkt0MzRaSWo2djVLb2lGRTZ1T0NqakNBdEhCZWJHY1hTRGRYVE5GMzczeGJBbnBOTnU2N0dibHRRdG4yQzBxRktBZ3UwQnU3akF4VmxCdWk0c2J1Mzd4OWptY2FtNSs5elNPUEZTdGpOZ0RpSGJyRURDZWVQQlg3RGlleXZtYVJnYTVNK1Rrcmc5bTNMWjRTYlFNcjljVWxSOXdvQ0JCbzVrZ3lCRDRwazUrdkRBQ2xFSWdhSW9CczUyUXJVM21EejgxMmwzdW9aQXZrRDdEWTdHTThNeUs5NjJwR3Awc3NCNFFGYmhmK2pNL2lTN2ZINHRWNERWZ25SMjhwVTVpQTVSRW0zcGUxcmp5a0dGSHFmVFJWY3JMQmwrQ2RjNktrQ2VNR3RnYUhHcTBkZWpBekh5TW5IV3h2cXZnVWpBeHdqOVdCcm9HNmMyVjVScFg4V0E3a0tTTHdTREl4ZEhKb2VmdzVJOGJGam1XZGVLbFh6bGhQZ3BjNUdmc0ZkdVdPSklOUTZtblllVzFxMmZTNWorb050RGZXL2h0SDRrWENKRGZ6a3lYMWY3UzMyVnErNE9mZS9BQUFnQUVsRVFWUURSZTlGblhtWHJObVdiUmpzeVI3Zy81V3RxL1hxMW8yZm5ENmRxTE1NVUZKWk0xK1JsS1Nwa0lQRGl0YUcrcDhCQUJqVDdSSUV1cGhDOWdKaW5MY0Z4aGM1d09QWDNDNnhMaXkwZ0E0d2kwdnJWSHZMTjNwR0hQckxwT1QvRTB2bGNsZnVLQ1RGeGNubXVwTUFRTk5YUHVPYW5KSHVWY282bVFJb1RGLzFYOS9GdnUrOTJ6SldZMlo2dHk5QXpzdEZpUC9yeUVkb2x0Y3VsaHdtb0UwOXdxYU8yTUUwK3V3MGRKVzNOZFI5dzEyMm8xQW9kZm5FL3E4a3JGQ2JqL3BUbUMwM1NrWG4yeHZyUmx6NU4zSDN4Z1VmUmFYdXRqWHVHbWRRV0ZSUk01Y3BTTy9tdlFlekhObnJBRmpyMVNOZkQ1bStIVk9RdEtXV0dtbzB1TFBrVG5qWTB5SUc2SzU4emd0QWVudGozYmkwZ1ZpVWJ2UlBKaVhxVWRGMzI4WjM1a2Z2cVNMNkRMUGx0enFiZDQxV3NrM1AzK2NBVDlra2hicG1hTnJCOXZzeUF3RE5xcHJIRkpFckdOajFsZGdOUzMyMWk0aGdHdWNzbzYyeDdxVngxMUVPeXhocUM4bW1VOEY5dThZVVRKWTh2QzNiRVB5aEs4Y2JmK3JLWnV1SFAyVkdlc2JzVmNybCtMMGRoeVNTU0NLSkpQNHdvRFNjd0FHQWlJaEE5ZzJ6N21RQktzaHJpN3p4cldqRTduQXNNdW5ZOC80WjA3dDlBV05vdHdiT3ZoMS92UG1ydDZTbnB6aytFaG13Znd3QVVGcFYvV2tWQ2dmZWJkblZBeVBTTjByWDF3NWEycXVPRk9lRFNBemI5L0V4WGVTaXltMnppR2dERFE0OEZ6ejRqVEdGOWlLUFAwc3p4RWQ3dW51L256WTd3MVFrVDhjNjFNTkk1enZIc0I0aWh1OFlDdk1RNU8xWWJmL1NEZFhUbUdKRkJPUm9hNnovenIwOS9jenRsY1VrMUZVdzRMYVFWbUZIMlBndEJGOGFuWGZPWDcwbDNYQWFicVhVZnFYSlVtdEFISHdyQVRPd2VFUDFBeHBqWHg1OGoyMitlUHBGSzM2N1k3cTlRaEkvRld5dTc0Sm80d241azNjdCszK3lHVHcwZUVYNzRlblRmcXU0WXN0VTBQVEhXaHZxL3cxR0RMZVp3SThRaVY5ZVBIcXZ3UkNQSld1MlpYUFNWd21rUGdiR096cVBwQlBobFBaOS9sL0NpRFlkQ1p4dGplTzcwOUg3ekhUcjhaNmU3bC9tcG1ia01ZWWI0ZGFOLzVxd0lMY3FlUGw4UFp4KzJUSWY5YWVnclI0RFJSQWFqQnlFRWJOSlV0YlVZT1B1MzhZL2t3bUdLSWV3OXYxakxmNVJKbXZHN016VmlrUGJ1ZDhPTTJkTmM3UE9jaWIvS1RGMTYzaEQvZUd4eC9nelo2WkQreWhLK3plbjluMTlUSnFDYVc3V1ZXN09PcEl3Q3lUN3lhbDlpU0lmZDB4aEFKOFh0dmpYenVheE1kbkRrZ2Y1SlJUMFd0dmUrbkd4Z0xISElHQStKdW5iWSsvL0prN09WQk9WT0FlYTluaC92LzNMYzhGZFErUDJMOSthQ1pwOEdoUzJ0Q2FRa0N6ZDZKOEhVcXhYSk45cWIzNSs5Tm1RVWdpRUNGR1NBQ0kzbEo1c2RIOUFKRy9jaHdjR0FCQWF2SDRtR05oOWZiRzNlb1prVkNDNDFSNk1vVXREdEVvS21ldUIyRXhyUUg0dnFrUHJUYkZYSWJONlRreThlb003N1FvbTdmUHhpMG9ESFpVcVF1Y2lnNHh4MEVzWVJqcXZIdmw2eURUOUtZWkxLMFZiL0JRQXdQVDZGd0NvS1cyQm5lT0tBUVdlTDAzV1NUd0dvTnFEZ1F0anpHQk0wNStDaGlxMmhzUlBsdll0V0NBNXFMWVFmNnQ0b3oxRFF5T0gzYjd4K3VLeUhYazZ4em05ME5zd2V2RzVlWThxVGI5K3NtblhGYk95ZWcxam9OcEdYR3VYVi9rem5LbWFHUXJkL1Y2V3RGYXJpRHFkeUZRUm9sVm9VdmtFME1jbEZOME9YZnNOQUpEYlY3c1dBVFRnUEZNaTQ0a2Mrd0VBM0pxWUt4VU5PTkNlRDRDOXJjMWZlUnNBWUFKbHVVbmdsWTY5L3BoODE5cEZwRERyWnY5QUp3Q29nZ0svTVRremRia05kQkVqemg2aFk0bkc5Qi9GRy9xWXZoMXU1TVpUcE5SM284V0ZwUnVxcHdLak9Vd3B6cFM0R09zV1BQcnN3RmdWam9SZkx5N2JYb0NhTm5GUUgwd29sNWkrOGhrWGhjVlRSRW9LQ0k5RzlMbDlDejRLQ2xJU09jc1dlZnhaak1HY0NHckhNekhybzVaUUY2TVJSQVJzcVExMDBXQ3VEWkVCY1NUK04rWDIxcm9aMFZJVjVqK0xQMjRzU2oxZm1xeWsrQ3doL0M3UlN4MUdxcndJK0NmQTROK2k5eDVHRnVQZ1NGMk9LRzhCdzh0SEcvemo3cy9vTWFwcUhnSUZEOWhoKzM5aVAxK3labHMyUjFtS0NPcE9tUC8zdVBQemJsM0pkRmtBRWs3ZHNYa3dkbHRCZ2Q5dzJLd2tUQkQzdXlFSUQxdzlGY3NZU1NLSkpKSkk0ZzhYcU9sWncvK0JJZUE4eEJWV0FVS0tyZmhQb3NXQTRnM1ZEM0NtNXZYM1cwRjdZdDUwMFBVNUVSbHFpKzlPVDEvNWpDc3RUU3V4SXBIOTNUSVNUa3ZUU2lJaCswQnM2cy9rek5TSHBKVG5VNTF5SVhDVzAzZXA1MWhzZDkzMDdaakNRWDhDUUwwV1BQaU5NWnIybFN1ZmNURkR1QzBJditKS1M4MUJBQzBZTWNZMmNjek5lbzR1VGNYZ0dwT1c0cUFjc1lrR1U4M05LYnFCbFFpZ0NRcVBHZWVYYnJDbkFKTTVYUmV2dFduRTE5bzJuSXczS014SU01WVQwRjFnYkxsVTRUY1Q1ZG9YZXAvTll3NzhoTERrbCtNYllBQUE3bzAxajJoU2hxS2QrVVcrWnlab2lwdDBVL3RlcHVZb1lVREIwNmY5MXVLeUhaTTRONHBDbDdYdndFZzNYWE9sYjBlRXZmZGpVMGJoU05QV0lvQ21iSGtXME9ybG9EL1EybGcvV2d4Z2dOTVRVZFZoWk5HcXBhalNJVVd2WkdhbHAzS09pNElOOWYvR2N2SldrUVh0Y1BwbGE1Ykg3eVJMckNPUWMyeWhYajEzNklYK1F1K3pxUnFvWWhSeVhOYzd5N0RkTnNpTHJTMzM0aUJMZlRYbGlLb24yRkFmblI4aDVlVStTUWpodG9iNm44Y2ZZNkp6MmhjQTVKVzJmWmZpV1oyb0p1UXU1Y2lYS09DL1RDQ2RoSUlDdjBFTVB5NFpOTVZMRUlxcnR1ZnFLRDZKa2c3MnZOUGJuTWh3R1FDZ2NOV3plUXo1RndqbHExR1R4OUZqVkM3ME1BVktNWmdtdy9wdjRrMEtJWnBJd1BVbmdiQ2pyV25uM3ZqdEpUNy9NbDJKZkNEcTY1YnlqZGh0cVNQWE9mb0JFU2RGYVBwMnVCT2RheEsvSDhtQ3dJY0ZIUEVRUUJFQjJNU0hsT2k3R3pZT0pGcG9PS2JiSzBEQlFrRDE2K2lMMWIyeDVoRWxXVmQ3bzNHeXRILytZd2pZR1U5TEsvSFYvRzFZMEJ1UkcvcjF0QXpqenl3NTlIcnJubUhxRHVhS1pjVFZqV1BOejNlWkhuOE9NcGdkZm8rOUZ2KzNaNWR2elhRNW5IK2pnRjBNcHA4L0VqKzRZYTd3V0tBdWFnYlA0QXhuNDYzYlFXanhDeVpaMVYzb09oUU12bVE3TmU0VDF0Q1I2RUs1cEtKMnRRM2l5b2xBM2FuU0NuOFJROGFEamZyaEtHM0lKbXVsQlBGdXFuT0NWMG00RnR4ZlA2N0NEaU5WYU4xbGZNUm14Z2tFbW5LamI2anAzWmJ2aDRzcWRoUVJBd1lhWEZhU0hPMEJudERaZDViSDcyUU90b29qWlF0Rmw2TVNnS1hsMjRvbFNXZHczOW5UMFhOYVZ1YWZweEhOWlYyM2owUmxDMmt6NUVKU0dEb1JxRHNGaGxoajJYRDg2SWo3YlJTRjNwb0hBZmdqUFlCZmpaVXI2QnF1VkVqcElxdzN4QzZFb3lqMTFUN0p1WEdOYzU3Q05XYUdydHlqRXNZQmM5UFRIa09kVGJnVDBWK09Gb3RLZk5YTEdLQ2p2Ykh1djhidFlXN1dOWmY5aFZ0OWd3Y2NURlVOUmtRZzZsaHNWdFU4clJSYzBoa3R0RlRvbGZpQjNLeXFtWU9NL29aQS9tRFVnVGdCVEhPelRpN25Sb1p3SWRnd1hoY0lJNndYUlAwVG9OVFBndzJ4dExaTlhMZTFZa1l5YXppSG1iOTFQMGxDYWNYMjlTaGhFZVBxUUdmTEMyT0tCczUwN1JrTnRGNUJ2Q1crcUZIaXExNUdUSHRBU2JwRmQyOGVpOStlT2gxS0JPTTk4WFE1SUpCV3FPdCtUSVVra2tnaWlTVCswS0RrY0VHQXFDOHpwK1FoWkR3dll0a3RVVzMyZ3JMdEU3a0JxN29pUmpNNnVhRnJ1TEpyOEwzbVJNN3Jrek5UbHhOQ1YyZkxDOWR5TTEyckJQQmJuUzB2akk0ejdxcnFSeU1xOUxibTBCeVN3TmxoNllmSG1MRjV2cGpGVUh0YVNRZ0dBOGJ4K0xIUnprcjNDSUIzaHQ2TzlEbzB2akZ5Vlg4emZzRU9reVl0UUlNVEN0a0RxTTlYWGJmSHBBZE56WnYwZHdESW1SQ3Zqb3VVTnRoREVRcTE1aXlZL2pUYThrQzhWTUgwN1hoSVNzV0JlQ2JZOW11ZDl6R2NNNWp6c3lqd2pZNzk0NU9KektvYUwwWGsyNjNOWHhuMVBISnlWMlZZRTBmVlJHdTlCdFRYT2pJMkd4cGZIeGtRb3c3K21mbFpmNlVzOGJ0RWZrbng1d2tBVXhUeTR5ZWFuei9Qa0syVVlMY0JBQlJ2ckg0QWdIS0RBZFp3di8yUk9aWWhza3ZEOGxMK2tJWGhBeVdWdFo4UVFyN2ZzWC9YZXdBQUV3MjVsQ0dzQ0RIclAwZWFQbWp3MUIwaVJrb1FoZHRiYTNJRzdLMG14MmhDUStuRzZuVkN5TUhZNTJ6Nm52T0FCR2hyM1BuaitITXE4Vlp2Qm9DdVlNYUZ4dmk1ZXFGbnl6VGsrTENTY0xBOTRMK1k2SnBjTSswdFRNRTc0NUt4UEg0TlFmY3F3cHQwOTFiRC9WTVduazNWTTF4ZkVvUGlYem9heGhZVTNPWFZLemdLZ3hBTURCdkJlQlBGS0NibzFzYzRVVjh3d2dMeDIweHY3WElBRzRBd2gwVDR6YmNUUzFCSEN3S0l3TE9tcmY0a0E1N3dmSlA0L1VoS0JqNEVPQnlFUk1nUUFReGJoQUZlbG0vdmczRS9iTlBjckl1YzNHS0dyQVNVMkJOc2V2NjZhVzdXSVRkM09aUDRUbnVBbjNGN1piRlNlQzNZVkhjdWRqK1dtN011RXJaK28yNmxkTHRtcUlwZTBQN3I0dkNMSGQxVjFjc0JtZDYrcDc3VDlQaHowQ1U4Wk50N1Q1Lys2amdEdzJ4ZGZBcVZhbThMN0hvMS90d29MMjh0S08wTy8zL3N2V3RnVk5kMU5yelczdWVjbWRFZGRBR0R1TmdJQkFJa2pZN0V4Y0wyR0ltUkJ0dXg0MFJKM09Scm5UWXZiWktYNzYwVEF0Yk5PUVhoUzVJMmZUODNhWnEyU1pvMFY3ZHBVdHU2Y2JFd3ZvRm1KSUZCZ0UxOEE5dmNoZTR6NSt5OTEvZERHakV6R3ZJalAvd2puZWNYY0M2eno1N2g3TFhYZXRiekNFY3huVldIT25iL3pLemRsVjFaMy9KSnVzeC9uSmJyMHFvQ2p6M0FiTkVWbkJaQnFhcDU5RGJGcE1Fdlh6dHExdTVhREZ6bERzSDFsd0NlVmdBTjNLeGJmcWRVT01vQXNrbmh4V1JldFRCTmk4cndHRFhjbGo5RFE2MlR5amgyL3RWdlQ2NFBXSVdLN0Z4QWZsSXF0VkZBdUR0V0hYVm0vTFc3c2tGWGYwS0NIVkdFN29GOStwVFByTDl4SlRGK2EyZzZTd3pUcXYxS1UwdENFOXB6VVZwY2FjQXFGRUxkaGhRNVdPbHYrYVRON2RkT2RIOGpibUVzOTFrNW5Jc0h3YkgvNjJ6WFV5TXd2UW1lUzFrZmswQnBUTEMrVU9KTDBXZHBsUzZuUWhHOEt5QnlXZGRaUmJCejcwM3A2WlgrcGxwZ3RDall2dWVKNkw5VjFMYXNJaUkvcU1qVGljR0NlWitWUnJhODE1YVQvM2QrVnRwYXgzWjZUeDk0NG1wUllMc3Jpeko5cExRT3hNa0Y1TURSNC92akF3SHY1dVlscVBEVGpHanYwZTdrV2d6VHY0MDB6TSsvSHlTQVVzNkJaUDE3cSt1c3VXNHBkcUNHTHdRNzQ3TDQ2UFd2cUFaZytjRHBmS2hqejB1SjEwYlBxd3kwbGlzbGx4UEJ5ZDcyRzcyVnBtbWxRWjU4UUpBYzVBQ0R4N3QzSjRoZk5xNGtZS1dvNVB0OTNYdG5MZmhsZDdldUZremtEWFMyL1RjQXdQeml1MWFNWFQrMlhEa2pRQUJvdUxMejF0VTByamdhWTYyVVFnb3BwSkRDSHlrUTVnQUFNTlFrNSs0VlFzRy92RDZkeUYvcWU5aWRvZlAxekpIZGFaZEFwUzNSMXhGbjNWR0hueHVZb3RwTFFONGZmbW5RckcrdUpsTDJzWmsrYkl0NXR6b1ZCUHFIeVBVeEVtSUZYcjEwT0phS3Y4QzAwalMzK0lRays4WCtmVS9HV1JOSFl6SWt1cUpmdlhReGUxbis1eWNpUXo4YUhQeHVYRnhYdHJsNUlaRXFGVTdrQlUxeitYczc5L3dvN2g3NTgrOVZTdHJoaVAzZmd6M2Z2QnA3ak9mbjN5c0VoVHdzMHd6VDJDOU9IUGk3T0lIbThpMHR5eEhWUE5UWUJRRDFUakRKaHMwMHQrbVFsL2RucEdBc3RHKzJycEhwYjF5cFNJNzJIM2ppRkV6YklhWjVjaDhrS2ZkcG9DL21IS0czWTNkdnFYOUh1b0ZwRDNJaHV2dW1DeGRWZFMyMUVtbXlUNzc2NnUvN09yMDFqU1VNMlFaRjdMWHdPVGhkNlcvNUpBRzgzdC94eEdXemRsYzJJeWhWMG5rUm9HMTJGWHk2elJTSnJvOWNuN2hzQmg3N29ocHovb05uWnBqU2NjNU9WOVp4YlczcldvYTBBUUc3QnR1L2VhR2t4RExjaStRRG95T1RUNTU1T1Q2Mkt0dHFyZUJLcnVydDNEdkRjalQ5alNzRktldy84TVRNczVpMVgxOU1JRGFpRXQ5SkhGWlYvV00xcEZSNnFMTXRzVFVTU20vZlVhQzdqTThqUUg4d1J2c3FpcW1XNUp6L0J4VmNDblludEF6N0xLM1NMZnlBa0NOczdhYzNZK3VDejlJTTVueVdTUDQ4VWV1cHZQN1JwVUJzTVNpTUtDNEgrbnQyenk0bU5UUndjMlI1UFRLMnBMZWpiVy9DVWZUV05LNENsSGtFMm9RVWRHcmc0Ti9PU2lSNThsYmRFaDUvWnk1UmRJaDY5dmpZQnozSGU3NTNVNjJERkc2T0ZFUGdJOE9VME1Va1lmTE1WVU1EVjNQenl3d0c5Y0J1VUo4d3Y2QWFHQnZ1N1RwOTJydlZXVVJNNWd6ejYzRkNNNnhnM3UxSzhFdkhlNzd4ZnRwaXVCMVJuWTM2dHBiVk5DNW5oSE9EN2J2M2VRT04rZVJSRzBuVGVwS0p2YzF4T1EyazFGVzZjcms5NFJCUzdyeFNUamhLY3ZJTU4zRDExUWovOWNhTmozaVE4WFZFcXYyaU1Vd0djMWVGYmRaN1pEcUR2SGJUbzNOSTQydnRjVFV3ckxrOHlEWHZCTEgrR2VaQTNRcVRvUnBUZ0I4Q2FObkJmZnltTC9VOGZaR3BCSjBIblcwV1pKenEzMmQ5VUJUWW5pV1ZNcVZnSDRBU3QyTTRmRGhaaHI1dzR5TWUwUFgxVXNwalNDcFhRZVFZZ0tYVzFEUVZFTk9YOUdXZW1Ya2hydDMwNkJ6aWZFMWt4QTVHTStqci9DMjNHa3FaQXRuTHhIUlRNQkU4M3ZHTnVFcHljZlhPVE0ydG1raGlUMmovVTlPOVZnMDhoN0kzS3NCQ0pEZ1YyczludmFSTUE0b2tNaDdxM25ORUozMVRoQ1p2bXVXdTNOSmFUWXl2dDVVMnd3S29DRFJ2WUJyN3ZCRHd3MlRmcVlvNGxWS0lBYzQ4cFFBQXg2VHJMUUNBREVvdlpVSmRBb2pjd2xFTGgvWS9GZmM4cGFVNzBybUJEMG9sWGo3YVBkdTJNSXFsUHNzdGMvT3FDZGdTVW14L3NqR1UrLzQ2eDRQaUx4U3d3OEgyZUVwWVphRDFkb2FzRUZBTks0M2Y5TmtyN21sWkNRQnJFYlRMZmQxdE1Sb0hGbE81VGlVd3lnWGlwNEtkOFU0WjNwckdFZ0MyWGdHOVF5N2pVT0o5U3dNN0N6VTNMZS92YkhzV2ZKWldFV2paREp3VlNHZjBIWmdTc05WZGFmbXJBV0NXVTBVS0thU1FRZ3AvaEVBMkJ3QUF1TUdrUGZ4c2JLOTlubWZCM2VpSTAwY1BQSEhWczBoVlI2VHpkdWpaV2V3NXJBeklNbVRLMDk5NXFzZXJWNWNyQ2VHK3Jodjl6eFcxRThWTWdSdHRNYTZES05HNUZremNmTTNQVTU5VmlzSjQ1VnE4TlhGREF4ZDUrVjVTZUhVSXJ4K24zSUlOd29GbkIzdStHOGRtSzl2YXVJSnI2RVZGQnprM3lpK0h6LzBpOXJqS24zOG5BMVdBVXZ0MXZPVzB4VVJldnRjaDloWWFtQ1ZJWEQ3Ui9YZHhNY0xxdWtmbWFpQ1hBMmlvQkZ4TVhIc0JwamFOckdCK1BRRFhRdDFuWm0xYzE5VzFsaUhqODRmQ0gvWURBQlZYNzh4TWQ4M2RnSlBoYnFVRWFrRDV3WTVUM2FYK0hlbWNwVzF3SEhrd0dsK3VydHRWSmhHOE9LbjlWN1NOSXhtOFc2d0YzT0FmRjRwZURrWFk0YlRGNG5ZSDhWU3dzKzNNbXBxbWVhanJXOVJrK05Xa0FzZ05EZHgwT3hzWTRGQ1lPMmN6MDkwYjdGSDdGMXFtYXlFbk9kcS9iMjhRQU1Dc2JhNDJkRm9tRU40T3E4bmpBQURwUytSR2RDaVVTSk12RGV3c1pFb3RpbldlS3ZWWmhZenBDNldjWWl6QU5Lc1JkZlhsTU5kL2tEZzJzM2JYV2tJeXlkWm1GWSs4VzZ3RlJxYTdBUWhldnhMV3VtZXpMUnY0SEpWenYwSVlDM2JQMGxsaVhqMnlsUUJYT21INnpjMnErZ0FBVlducXl5VHhuZGx0eGR0MEhZMXFSQ1NCOXJGWWNjaTQ4MGFXMzhtUTV3Y1Rrd0UrU3pQckh2T0JEdG5DbHU4d2twR0JBMG5jc3JhMnJ0WFM1cTVTNU16TURaRUloOGZldmFrUWRRcS9INm1Fd0VjSEJBQlF6RTZxbWw5NjVkWWlodUJUaXA0THRVOVpsRlRXUFhZL0tYa2gxTTVQQWp5ak5NQUhSbkgwcFZncWVXVjl5MVlwWVN5MG41K3NyRy85dEpEaS9XQm4yeHNRcFpweFhIWmhlUHlGd28yUGVKZ2c3NFR0dkpKazhZS0srdGFIR2VNTHd1ZU0zeVF1U210cW1nb0lhVTV2Snc4eHJqOFk0Vk45NXVFTTl6cEhHdStHdWg3L2NGNm11NVJJamJ4K3dKcmVQRFp3STFQN2N6TDBmYSsvOU9Ud25MbFoyMnlLN0QvWk5TVnFVcmE1ZWFGQ210UGI2UTdwR3RaZHM4Ky9ra3lSRnFMV2h4cG9uT01DQjFYUFFLZjFEb0RGY2lCN3UyVE9LOEJoaVJMT2dkaWV2RmpremZFVU13Vk1ZM3pWZFQ3MFlqUnA0Tlo0M2NnUWV6V3FkRnZxMzVIdVN1ZC9ScGN1SElwUzUwM2ZWL01VWnl2SllQdDBWS3VsbE9jSE9wOThKKzREZkphV21lSDZvcTNVUC9aMTc1bnBUYStzTHk1Q3dBMU0wdUZnbHg1TWZMNmlvdTB1UktlS1hiNFlyQXkwN2d3cjl2TEpybS9QRW4yQktVcGJKWEo0V01uSUQ2SzB4YXFhUjIvanlPN2h5TnFTYVJKVTFEWnZBTVljam15dVJwUWV6SG9qQkQyV01HdDNMV2FrNVFvQ2pTSFBESGE5RVVyc0QzUGRrdFlLd0M3MDU1eTlXY1VlQUFEbmFrNjV4dGp0RWFWK21xeEhEYUNCYSs3MGdBSjJ2TDk3ZDF4MTNneTBMRk9FR1J4bzBhV1I4VU9oWjYxWllqTXduVTFIZ1Y0a0doT1JrYmhOL1pyYWlXS09iSU1TOUdwczBCYWRIK2JDY21BQWtYUGFpNG4zWCtxejNJWjByM1drOWdwQUEvTzY3YnU0d29zZlhOejNNaWsxSFdBUTJ1RnI3eDFOWWwyWlFnb3BwSkRDSHgvWU5FTkF5Y2t6WXgvMHo3QVdLK3NldTEvYTlHN3ZnU2ZmcnZJMzM2NUl5bGpLZHhTbXo4cFZrdWFFd2krL3R0SzNiQkZ3bnQyL2IrOU1iRkRpKzlwODBJeFZnUGdoTWlnZWh1RkRpZTJIVmZXdFgwSlFjMGY0eUg4a3htVHJ4bGN2TXdpMC9xNDl4OU1odlFRQWg0OGQzQnRuVFZ6dXMzSzQwbS9GcTlwQmhsQkh3bms1bHNWUUZtajFjaVFUQUhvUzEyNnpkcklRaWJJWmNLNGtaUTdrdkRtcmpjL04wdTlrVEZ0Z2g4T0hrMWtVQXdCVTZmWWFBQ3FHSy96SGljeEJiNkN4UklJc3BNdVhac2FWbVduY0FVUm5lbnUrZVlGcnJ0cWg2OE5IQVo2Um5LVnRZS2plaWNZNVpsM1RMUjVtdEk2UDJ0LzdmYTJNQUFDY2kwOERRWDkvOTk3REZlbGl1U0lwajNYdE9WbGN2VFBUNE5vNjByVDJtOFdPVlNNclY2SmtGT3pZMCsrUzJrYk8yU2xJdzNrZ3hmeGd4dW5qTU4wbTZnQUlCdWhsd2psMHZQdGI0MmJBOGdQQlJPaWdOcXVZWXBCclV5VE1qc3g4bHpXTnVXNlArUGdRRHIwVWpVMHI2cXdpQktqbndQY090bHR4bWhGbE5ZMHJtS1ovVlFyKzc0blBYbExTWUhBdUFnUTROSGxlYTA5c2pRUUE4TllWMzYwWUxCN0Y2N1BzQjh1M05KVXlUYnRqTXN5L255eW1qTUlNdEd5WHRqb1gybmRtRmlPVTVjLzdMQ2xnRWxqdnJGaDVHcVgrSGVrQXJPTEQ0YkZmSmh4QzArMXNFRUNYREhTZDFIUjkrV1g3L1ZrTWg0cmFsbFZNcURuWFBqeWU2TzdGRFVxNURQeWhTTFVNZkFRZ2NpRk9hd2pJWVMwaElXQXhid0JXYWlDM0FrQnY3eVEvUHFVTU9xOFNRSjBPZFQxeHBzVDNwWXkwdE9ZNlJ0b1BaNUlCRFEyOFluaGx1UUM0UEdEelk5NTZ1ZDRoZVAzWXRDRExVcC9sWm9aekJ5cnRXTmF3SVYyTDdUc1EyTHVuOTdYRmIyd2FHbmpGOElxdERIQk9zR1AzVTRsajl3WWE4em54dThPT2ZLR3lYbjVxbkdrZGc4K2ZHVEhybXpjcHB0T3hkdXVOcXExTjVWSkJUbC9uNDEwd0xWU1NWbWpYT0JINmhmTXVpTXJBWTNWQ2hIOTJmTi9VeTg2czNaVU5ES3RBYUgxVmZ2WFFWZHYrK1d5NkhRQUFvT20zaW9tTGJDSjhQeUx3MnV2N243ZzhSWGV5YThkcytsNjZXeTlsakwzUjI5V1cxTjZ1YkhQelFpNXdvMlIwSWZ6ZXFaK2NIWHpHTHE3ZW1abWU2Ym9mdytIdXMwZStPUUxURlg3R2pEdm84cVh2ekN5K1Brc2p0MjJTc3Qva1liM0tBVGwwTEFsdDNPdHk3aWZnSjQ5Mzc1bDUrWnMrSzQ5QTNrT0VSMExUV2VSWW1MVzdzaG5YSDFiUytSRXZLTGhqYkRMODQ4R2VieWJ0dlN1cmFWeWhLVllMWWQ3YTMvT05DOUh2UlFMN0RGUDA3MGM2clVSVlhUUnJkNjFCSFFzZEZNZDFqUy9vN1d6YkQ5T2lqRXd6N2hXMmVwN3AycXBnWjFzY0cyUktJVmM4UkNTdkJUdjMvdUwzMlF0VytwdFdFK0pkQXJEOVJIZmJ1Y1RqcHJsTmg0S0NlMGlwOUJFMkZHZDNzN3JPbWd2a1ZBQlErdEV1N1pzQTMwNHVXT052dVpXcHlFb2dQdUdnTmhEMTQ0MGUwMUZ0UmFBK2R1MXlYREpnVFUzVFBOS3dtaEZYdloyN1orc3FnTVhtYXZaZGlQdzkzWUF4NzlZVjFacGtGM3E3OXB5Y042ODBIYVk2U0lFQXBBaGZ2YWxxY1FvcHBKQkNDbjljUU5BWEVBZ0FvQ0dsZUNSSy8xZFNYdXcvOE1TZ0dXaFpCc0J5K3p0Mno5TExLZmRaT2VpeXR4b2prOCtZTGw4T3VkU1d2czdkTSs0OHErdXN1UjZ1N2grTE9QK1J4bm5aTlZ2cmpIY3BhdUFWZGNWYkZGQjJxS3Z0aWNUN3IvRTNMNUxLMlJqcTN2dHZwYjZkaFliU3ludTc5L3d3OWh6elBpc05iZWN1ZE9UclZLQi9VazFHbmd2MS9HMDBSc0t5bXNibE90SDlTb2xuKzdxZmpLdnNGMjU4eElPNnZrNVQ5QjR3Y1Z2L0xDRzdCbDVSdjd5V0ljd2hVb094ZWdoeDQ2eHBtcWNZZTFnSytzNUFnbkIybGMrYXIwQVVoaUphRjRTK0w1YjZMSGV1Ujl4SmsvS3RLK0M2WEJGNDdMTXlJZzlsaThoa1pYMkxUd2s1SHRxLzkzY3dYZWhDeGo5UEVkcVZUS1J1Qmo2ZlpycXJQMDRJNFZDSDFsbnUrK3RzUmxSeVlTVGNEdERBMDdPTUtnUTFHSHAyZDlKQ2hEZlFtRTlBcXlZaTF6ck5RTXNEeW9FenRqMm11enllZGIxZGUzNGNQWWRMTUVGRG00aCtGdHJ2R1RYcm1pcklzYkYzLytOeFZXM3pQaXROMmVvVEUrSEpmWU05M3h5RDZUaFFhY3dmN0doN09ucGVxWDlIT3FDNGp3Qi9PU3RKNUc5ZVJCdytLUjE0cW4rL0ZaY0FNczF0YVpRLzcwRWdjSVNqRGcwTzdra1FiclNZNlpkVmpNRTlseWQ1WTZJejFwcWFwbm02eGo4T052L0haQmJvMDhBS2Y4czlRRFRTdDM5dnZJVmhRd092R0M2K1N4RzRBZGpScWNMZGJKVDR2amJmNE82bjdPSEpyOFhiaWpmd2l0cmlGVktSMHE3eXQwV2VmTUNCOFA3RXZZRjN5ODRGcU1FaXBla3Z1ZlNzQlZKRlBEUDFMQVN1cEVvVnV2OUFwQ2J1STRDU2NtYWVyMXc1RS9meVdldVByTkNVV0M4Vm5Zakl5U0QwV0FKejgzeUtZQ1RZZWVac1VXQzdLOTJUYXlvcGo4VytITXlobFNVYUEyTWd6UHU5THJrYXBIS09kWjJlN3MyMjJGeVgvQmlDZWpNa0RuMlF0a2dGRk1rTHlTaGQ1ZGVXVlNCZzRZWGgwZThsSGx0VDB6U1BBYTkyTkhYWXBXa2xBdmhyZyszV2hhcjZsUlVBQVAzdDFvdGxkYTJybGRRV1JwTUJBQURHWWxsR0NCZVBIZFEvekZnc1RhYm9nLzU5YVJkZ3FuY3BpMURiREJ4ZUoxMFdSWGo0MEUyRVFxRFViK1VqcUZ0SjBJaFNrUEc2NEtjQUFISkVUaVZ3L2w2NnBtOUFJY2Q3bjdlU2loQlcrWnNYY1oxVksxQkQwb2FqZzRQUDJJVWJIL0ZrWmJyWGthME85OFpRNU5LempidklwbU94bVhqVHJUNnVKRnhFNVBNQjVIQ2lKekJNZS9NaVV1YkZrZEVaR3Z2cXVrZm1vbHQ4SGtuOURvd2JtZUNaKzA0bEE2cVVkSDZrTktORUlsNk9wK3Zkd0FyZlYvTjB6dThSQkIxUkpkb3FmL01pbmZpWEZlRXJVVFpJM0hkYS8rZ1MwdmdDbkl5OHBBdGNNaEhXZ2pCdENhaTUzYXQ3T3c5L0h3Mm9VQkZ0bHVvdDJPcHVVTWduSXZwM2YxOHl3RnZUV0FLTTN3NE0rajNEWXlkbW45SEFJVC8vQVFCWUJGSStFOHRxS2ZGOUtjTUZzaGFKZWFTdDl0Mk1HV0w2ckR3Tm9SaEpjL0k5dnN3QUFDQUFTVVJCVkRQRU4yTVhtTktBVmFoenFFZkczaDBaczQvRWZtL2xQaXZIcFd2MUJFeU9qSVQvTyttOTY1M2JOYzRubk1qbys4eFJHNW5RTDBVOWRtVk9Ka09tcHdNQUlBRXFCUDFtODVCQ0NpbWtrTUlmRzlTMHFDQU1UMDVLeC9SSFZnQ0t0UEFIZXQvYVRZL09JUW1ySW5JaTBaNTN5c0xORUp0SXl0L0t6UFQ1NExMWGg4K2Rta2xJRjFmdnpQU2cyQkNKMlB2U05YMERjZmw2WWhYWEcxaTVDWkZXREE4Tnorb2JyNmg3dE1oTnVEYlVxZi9FdTdsNWllSFMxdyt4NFovRm5sTVUySjZGWWVGemhEcEZ1cmJZaWFnNDlxUjNpM1dMcm1rUFNFblA5WFUvT2N0dFozNTJ4djJnNkQwRW5Ic2RobWNsUENyclZwaEliQ1VBL1c3OHZENnIyQUhUeVhxWHdScVZvbitQdWdiTXpKSFB5bE11WmNwSjdTajBXR0xqeGtjOGVXNnhnWlI0YS9MUzJiZm1HTTQ2SmRUUi91SExIMUJlN2dhVTZucmYvcjB6c1lybXp2ZzBTT3kvbWZqMHpPY1ltKzRGWXRsdzZkSy9sUHJIOHJnN2Ewc0U1Y0h6cjM1N3NxSis1VU1vNVFmeDRzYng4NHlTcngrejVRdHA3cm1WQVBBNkFoODMzR2xGd2Vsa1FHVjlTekZLdGtFQnZrMUtYZ3gydHAycHJCZkxVWEZQMy83SDR3VHl6UHVzTkJCaWswYXlKeTdXNDN6VFJGaWZFZmRlWUZwcE92TllTT3BRWXJ5KzFQZXdXM0w0QkFKN09aR1JVZUw3VW9iSXkxdlBnUElkSVY1TFZ0MzNibkVxRUtFcUlpZGJFbjl6Wlp1YkY3cGQyaGNKb0x0M2h1VTdHNVYxelI5RGhHVmpvODZ2RTQ5VlhWKytGaG11QTVCSFExM1dyS28rQUVCVmpYV2J4KzM2dkNEbjY4ZGZpUkdmTkxmcFp0MnFPNW1PYm41Vkg0QThkVGRJKzZWRWdjcFNmOHV0Z0ZvWk9NNlJTTVRKVForenRBcEp6Y1NQU01RcHhSRDRnNUZLQ0h3RVlKekhibmhtNkRWbVhkTXRMcVpYUzQ3akkyejRoZVBkM3hvMzYxci94QVoyOWxnWFB3WHdqTXl5TTRzSlFQUjEzZkNqTDZ0cFhLRTB1bFZldmhpc01HUVpBT1gzTy9wQWxMcFRFWERXRWNDWlVQY1RwNzN1MisrU1hBNGM2M3BxVnY5NmxmOHJpN2l1UHp4cFgvdEpmS1p1NnVYajFwa0prOXBMZWtRdFJSS1hCenF0ZDcyQnhueUZOQ2NVMWw5YlhXZk41WWlGVnlOc3ByOXR6ZWF2TGRPQWJnbEZqT01WOWZZYXBXVEcwYXpUSndBc0JUNmZscTB5N3lCd2pxQ2lYSkJpT0xFWFB4WTZ5bHJKaE0yUWVGL1c2VmVneHhMZStzYU5xSUdHQkZsS3lZdkJycjFKKzg1TC9UdlNnZk55WkRRUFVRV2pMOGg1bWU1U1V1SmlyTkt0V2RmOFZ6Sk0vYkV2VWJPdTZXNGc4VHNFMUlCb29qZEpNc0FNdER4QVNFdEdjUFRuMGZrenpXMjZoMlU4Z0F3dlQ1elRPNUxTNExtcndoYnlQZEk5cTVCQUM3V2ZUbW92V09yZmtaN2xkdTlWS0lQVHl2dXd1czZhcXhBL0pSUzhPTkNwdlpoczA4NlV0a2FCT2tOdTEwTlhiT053Tk51cnBHM2FqaGd3QTNkK2thUnpKTEUvekF4WWZnSzFRQXJWOVhzeXhGQmVieTNsR2x2T0dHUU13L0NoVnhOK093QUE1WUdWR3hEWndxdVQyajhuOXI5NVhMbWZZYWc0U2VoUHBEbEdVVno5NTVub2taOWpERWVSeEx1OU0wSk1BRDZmcFJuazNJRUU5cFZKN2JuWUtzRlNuK1htTHZsSlJKcHpOY0ovbmF5Q1lHNXVXUVlPNlIrTWpBV1pPMnM5S1BsR3FOdWFFVHJNelN4ZW9MbHp6T20vSWtOTU1hbFNTQ0dGRlA2SFFKTE1nS25GZFhUZXF2VnpHTk1xdytkY1J3WUhMVnZQNUZzUlZTaFJyNmpVdnlPZFVDc2xMby9ZWVdRSzJNcXhNZkhpNE9Bek01WGE5SFRqTHVXbzgyNlhmaWNZN0lYK2puZ3hOdStXNWtvTm9kWkIvZGZ4ZnU1VGF6OHk3Yllyam5iUXZBL2MzTURWSXFJZmlITWpNcmZwT1pTOUtheFV5TkQ0WWtYaWZPTG1rR25pcndpd043YUZZV1o4aThTZFNrU09JZkRWUTllMVY1SllLdDlDQ0JzSTFlbmVDZjJWWlBhQnErdXN1UWJIKzVXa1h5ZCtSbkgxemt4d08zOENCbnNoR244NDJlbnJoWVQzKzdxZVBPdTZwYWhJWTJ4eVlGL2JtNVc1ZWNVYVo1T3hzVmVsdi9VekFKQkdWeS9zLzczc3hVQ3JGeGd0dmhyaC8zN1JTTmQwTktwa21PMTcvZmtuaHlvQ0xac25iWFg0WmhhRmEycWE1bkhRaXNMbnRlNE1RMXZwRUY0T2RiVDlqalMxK2ZwYlF5OUc1d0VVV3h3K3IzY0JWeXZoNnRYWFMzeFdCakUwZ3c2ZlZRUWk0WlNDbE8vRjJ2S3RxMnY5Z25Md3hPQU55MEYyUzRIY0lSenh6Nkd1eDJkdHFITmRpL2FpWXBkNkp4TmR0Q3lXYnN5cDBKQ3ZVcUFPSkdPeEZxM2Zuc1UwdHBWQS9tZmk3N2E0ZW1lbVllQ2ZBdEcrWUFkLzlXYnpXbG5mc3BVWTFqa1UvcGZFdUtvb3NOMGxPWHVBUUxZbkd6dE1KNXVVSmhwUXFXZmpXd2tzVnBFM2J3TkpkU0hZc1dlQThxU3BtUE4yb291YWQ0dTFRTk8wMWFOODlDQmpXcFlCVUQ0ODh2WnJCQlRiVG1PUXpsUDcyajhRcVVEM0k0Qmlkam9uQTRobzV1VzZ1dTZSdWNqdzAwbzZaNTB4ZXZtc2xpdTlkUzIxQlB6bzhlNnBERjJKNzJ2ekdlZVZ3WTQ5UDVpK0RNM2FYWXRRZzZKZ1o5dXpGWFdQTGdPR0Mvbzc5c3hrY1VzRE93dVpwRXk2ZWpGaytodFhJakFaYkcrYjFkdGR0cmw1SVhIV2RQSDYyRmZPdi9yZFdSdTZIR05waFNUNVBtUGppeEhjV20vM25oUEYxVHN6TmNrMksrVjBsaHBobDRacGR4RTZMNzNUODBRWXBsK2ticzVyZ3AxN3ZsL3EzM0VyQTA5SnNIdlBqSWlOMTNYSGFvVnd6WkhNdzNXMnFLOTk3MzhtbTYraXdIWlhGdWJjendqZVI2a1p3ZXhUUGZETU02cDhTOHR5QkxqRklkN0hVTnpXdjArLzZjdUxnOHRVaWhZU3FrTjlYVStlaFNtSyt4b0ZXQkRxM3Zzc1RHOHNSOXlxeGxHcTYvakJ0cGxGczZMT0tnS3dRVEVqekpsYUV1ellQVXVadnFxK3RZb1VySmc0eDc5OWR2RHBtVVdSQ2dydUFJS2NZTWVldjBzeUxQUnVhVGFKRkpMT0VaV2RHK3A2L1BrazUwSGh4a2M4THMzOUJhblVyNk5DUkV0OWx0dEZUa0Fodk5QZnZYZFdkYUlvc04yVlExa1BLbEFuTmRBM0JEdjNmQnR1cVB6Nm1ZTDMzUnhLSFVVSGorMzd4bzJOZUVNRHJ4cGRXYUdVV011Slh1MU5ZZ3NVaFZtN0t4dVVLRWZHRmg5dFAvMS9remtLVk4xajNRWlMxa2ZVNU5QdjlId3JOaE9ORllIbTlVUWdGTElQK3ZmdmVmMW1uOEUxN1lGeE5mWmpGNlN2dzZ1dW1UNHgwOXltanhpcW5nT2JBK0h3cjkvcGFZdTcveHlQdUJjQWNvTWRiYlBhWDJDYWJxZzB0VUlEUEZHUWsxbExFWG04OStDTlJYcGxUV051dWtaZkgvcmcxRmtBV0FKSURBbU1tODFIQ2lta2tFSUtmMXhBZ0h3aUlzNDltc3M5ZjNOdjU1NS9NODF0ZXRtV1IvMG9WU2pVL1VTODY0N1AwampaRzFBNTd3cHdKb3cwZlF1aE9CTGRPSm5tTmgzekM3YUF4Q0hVV0VGRVRENXp2UDFic2NVQ3JLeHZXVUdFOTBVRS9lQjR0elZMdE5nRHp0MWp0dXA1cDZjdG5COW92VXR5ZURzeHFiOXVYbjZaa25SRlo3UlNJSTczZHo0NVl6ZG5tdHZTS0RmdnkwZzRHT3phUGN0eXVyemVXaXFWNHdIZFhTSEdocDVMVEVnczlUM3NSb0lBRWx6c3pYNXpQM1RPWHZ1WCtoNTJwekVuUUFRWCs3UGZlRGsyUGl2YytJZ25JMU92SDhhUmZ6cjc3Tk9Sa2hMTFNGOG9OeEtwaVlGOWU5OWNWOU9ZcXpUZDdPMDg5Yk8xTlkvZXBwQ1hCTnYzL0dyNmN1YXRiMTBQUUpzbTN0TytNamg0RStYN0tXWnBBU25uUGtid3czZDZySEM1di9sMmtPeTlnUjdydXJldXRRd2xqSjg2MkpZMHhpbmMrSWpIb3pFdkVKMU1XK1NVUzZFMHQrWTZWeFZvM1RFRTE1OCtlL2JwU0hIMXprd2tyVHdzUlYvR1V2NUpRdmxxMkRQWDVYSExMNGZhOSt4TmpFblgraHBYZ3NTMFVQY1RyMFYvSzFVdTRRdVRmTzM0d2NkbnhsRVphSGxRSWZVbGJ1aUxBdHRkYzNET255aXBQZ2hsbmZsbFZQTnFDaFl6L1pFcVl2cHlKZWxrLzc3WkxsMm16OG9EdC9PRUZQU05nWDJKYmxFV3kwcDN0a3BncC9zNmRpZTE2d1lBck5yU1ZFYkExbDJkZk84cmlSVCtwYjZIM1RtVS9VVWw2Vmhma3MrUFBvTkhpYjhDWUNlQzNXMHhqRktMbFcrQlVnQ0F2djF0cDh6YVhZdVZFcXkvNjJ3Y082TGM5OWM1aUdLbE15SmVkcnN5YzRTR3hVdzZMNkk0N3dIUVl4a0JtR0lJL09GSVpWSStBcEJrbnVrL0twZ1dVek13MDR0RVZ6aXdZNisvOU9SUWhlRUVsSkR2OVhWWnY0UHBqYjNIY0cyNHpxLy9OSHFmc3MzTkM1RHhZbjA0L0VMWjV1WUZ4UFNGNFhkUHpWQ1QxbTU2ZEk2aDNPc25jVEtrNWkwb0k4NFhUTHludlRMTGlzNzMxVHhOeDArR2JXa2xNZ05ndWpxdTg0aXVJUmpvY250NjkrMDV0THJPbXB1ZXFkZU9hL29oQUFBZDNGdTRrc0ZvaHJ2Yzk5YzVidDB3cjNQK0MyK2dNZDlnN2xWWHd2dzNNMlB6TjY0RWxIbUtZTVN0c3pYQjlsTy9TZnhjbUY0NHMxVE9PaExxZ2xLWUVabXdnL0RNTTlLc2E1clBPTHZOVnRUTHlWNk5qaE82S2RYYzM3cWVJNjRWb1ByNk9oOC9BUUJRdGNVcUI5QVc5VTBuQXdBQXhnMW5IYUZ6N25oMzIweTIwdlJaZVFoMk1UQ21hd2g1eVpJQmEvMk5LeFhSWmdMNWs5Z011ZWx2WGM4SjFqdHE4dDhUcjVtZVZ5L29rT1pJN1IwTlllSE5rZ0V3NVYzOEo2VGd6V2dyUm5IMXpzdzhqL3dVY0V5YkdITzZrODFiTm1UZlJVcjFNMkNGdHBxY1RoZzBjSlUvLzA3RzRYMnBRQkhDMVdNeDFYWUFnSXJSNWF1SmFCMEFPOTNidmZlVm00MnBhUDMyTE9EOEhtVG9EanZPYzhtU0FSWCtWcE9VM0M3SitiZEV1bGVsdjJrMUl5eERVR2Y3Ty9iTVV2eVBQZ2R3dmltczhFVTN6NmpIaUJZTXpmUWZObkNXVjFERG1LcHdKTzNyVFdpejhHNXAyc3dWemdmSG1kWCtNZ1dMNlo2c2V4RDRKUUphU1NJY2ltZUtOTjJTb1dsLzRWRGs1eVFtUG9TcC96Z0lLcFVRU0NHRkZGTDRINEhDUWc4Q3BBRWdjVDA5RFpUNkRZREZNRytCbCtuODJ1ektjZ00zWGFvT05QcFEycE1YZERSOFFyRGVVTmYwNXF1aGdVUHV2QXBpZUpXUThtMkhUaVZXYWIyYm14Y1RNaitRK1BueEJGZWYxWFhXM1BSMDQ2NEpycjk4K3NBVFY4dnFtdGNwSlZuZjgvRzA4Y3I2RnA4Z3pFSUNqV3ZhU0gvbm5oblhwcVUreTAzNTh6N0ZHZnRkc0hOUG5OTUFBTUM4MGgzcEhKeTdHSEtEVUw3VWYvanBCS1gyQnA3bkx2d3pRczdDRTdJN2ZsTWEvWXlIM2JtdUJROFNzSHdLaC9jbG5sT1FuWG1uc09HVnN4MVBSNG9DMjEzdVJYSTlvYndhN05wN2RJMi9lWkV5K04yalkrSGZWRzFkdmxianJMaXZheVlaQU9ibWxsczFoR29pdFRjWksySG12RURMTXAycm5ZajR5OTd1dmVmV2JXMnVaTWg0YVAvcHdYVjFyV1VJa0pYbzBqVnpyYmt0YlVHVzUrTWd4QnNBc0FnQWdEbXVrdzZwalVyajN6M2I4WFRFZTBkamZsYW1zV1ZDbSt3M2RLMWMyTlN2eHQwanJneHQ0OVh3dVc4bHh0b1Y5VTJsaG9ldjdPdHU2NW41SEpkZENseGRPZDc5K016RzJGdlgvQWxRbU9ZYUdqK1FNQ3lZQTFsK0taVm1qNHNmSk13cFZtMkozSUdNNTVKVTV5SU9uOFg0cVBJM0x3SzM4d1VTK0hlSnJSc0FBSlZiMWNjVjRGeThmS0VyOGRqTVBiWTBsU25PNzVTMi9PRXNyUytmcGVXNUYvMHBBTHZRdCsrTnBPMlowd21EenlIU3BWRFg3cGlZdDRGNzZ5UHJHVXJlMTdYbmNGWE5vN2VocHBlemE2N2UyTmh5ZGQwamN6VjN4cDFjMHdiMWRNajFhR3d0azA1dmFQOVR3MFNFaU1DajV4S0FwcXVVaHNBZml0VEVmUlJRbUFZQUFBaFU0ck15a0tDWW9Wb0JDZy8xZHU4OVYxbi8yRjhLaUJ3NWR1Q0pOd0dBU3YwNzBsM0tXQU8yTnVNb3NISGpJeDdkemUrOVluOXdlSGc0d3JrTHQwYmU1YS9HME5HWWthbi9oVTBUblc1eUY0Q3lzL3NtdFJlVHZqdzluaDBPcVFNbnB1MWJZbEcxeFNxWGhCR2w4QTFTbUJQc09QMmFhVzdUM1dCdnRCMTZaWEFDcnFDbVZ3T3FJN0gwSjAzUHVCMGRPSDIyd3hyaHhHcmx1T3lOOWltdDhUY3YwaEZMR2NFZ0k3bDRJc0tTZXRVREFEajVCYmN4cEV6T1dRVmNZUzlFMWY0WnNIb1JEcDkwQVQ1d2NXVHlZRktMbUtqblBGTmxoSFRwV0VUdkF3QmwxalhkSXBqSUM5cHN4dkt1d3QreVdYSlEvUjJ1MDlHWGVFbUpaWUJiZmdFWi8wQkpDdmUyVzRkbjNiOTIxMktEYWJ0R0k1UC9PclBnVHl2YUk2T2RJNlAyUHlSdWhBRUExZ2VzUW1Bc3I3OWRmOGxsU0YvNFhlMm02djJtLzdFdkVxQ0xMbC9hQjlOdUJHbVpybnVBc0J3MTdhZkphUENxWU1GeVJqZ0VUTnZzMkhRc09nWnYzY28xS09UNDBGWGpMZEMxWmFHc2VJc1liNkF4SDRIN2dMRzNRbDFzVnZManhxQzI2VGx6Y3JjaXdaQjB4THV2SDNEUEVvd3ByMzkwS1RMNnMwazF0aWZLeW9paTFMZXpVREdxUm9ETG9jdzNidTRabkorL0hTS1JJeHFuMjhlR0k4L0dxdWhXMXEwd0NXRzlFdkNyV1gySmRZL2R6VFgrU2JweWNaWkZ6OHoxQWZFZ2hHa0FsTXlUbkFiNlkxZ1NTMzJXR3hEOWdPcmMrYmRlaVVsV0lCS2tOQVJTU0NHRkZQNG5ZQW5QekFFQUF4R2tDRjhQaGZZL05WeTFkYnhBY1ZIUVAvRnlFaDJoNGp0SXFyY2k3N3JPY2oxakhTTThIa3ZUWDNOeHhRSUNTaWRKcFdQajlvRkVDbjlSWUx1THViVC9UY0I2UTkxUEpQU05XMjQzRTVWb2E2OE50bHNYdkFHclJGT1lFK3FLdDlDdENEUnZJSWFUNE1DSEFBREJqajF4NDh6MWlEc1pLZG5iZVNiZWMzNGFDMjl4UHd4S0RST25OL3JiOTg1aWxGYlVGVzhoeFpZWUkyTS9qY1prQ2NCYzErSWFRRzFOMkpZL1QxVHRyd3EwZkZIYThrVDAyYk5sVGprak9SVHNmdnhFcVg5SHVzR2gvRG9NZDd0ZGVwWVViRzYvL1VxY1BURzZjSnVVOEVKc3pKVUliNkF4SHhUK0tVM2Ezd3QydHAxWlYyT3RBQVdMK2lMODFZcDdpbGNRVTR2eHlzWFhFdHNncG1BeHpNc1BTQ21majNDV0JnQVE3TnA3Rk5OVXRlMklnZEN6MWtSeDljNU05UEQxRVJYdTh0ak1JQURSdDcvdEZMckY3UkpsYnpMeE84YTBlYUdNTTg5R2k0RmxOWTBya0duemV0UGZuR0ZIVmdTYTc5T1FsVjluMTMrWjJINVo0Vys1bDRqZElvVThsRGp2WlhXdEpUWmprd0JRZFhGcy9IQmltMmRKaVdVUXdrT2cyQXZKWENBcS9DMmJRVUgxeGRIeEg0VkMzMDhxckZoVjE3cGFjZjRKS2VXTC9RZG4veTZxWEtKV2diU0RuYWQrZGJPWVBzKzFzSTVJVFFZNzlUaEhnWEwvaXZWYzRXaGY5NTZRNmZ0cUhtbmNleDJIdTBJeEFwUlRtaHNaZmx1RkQwd01nVTNFRnd5eDRjUFJHTStkWFhFYm9KWVdQUjhSR2FUcU4zOHdVaTBESHdHSVRTY0VDQ0RkSGZFTGljT0s4UmVkODlyRnlpMHRXNlZreng3Zk43T0pSSU81cXlKS25UOCt2Umt5YTNkbE81cittV0Q3N244eWEzZGw0Mkw5TThHT3RuKzY4UWtOM0t4YmRhZEMrWXpMeGt5bDg4V2pPSHdJZXA2TzgyWXRydDZabVpIaGJwWkF6OFptSjZPbzJtck5CeW55ZEs2ZklHbjdyOWpzVndEUFNNcHRMVWVRSDU0NDhQaEZiMTFybVFDOFBERHpZbTdnRlhVcmIyY0lRMlB2dzNrejBQSUFSZUJvLytFcDVrQng5YzVNTjBQdkpFM3NUNFAwZFVxandjSHU1UDNwNjJvYWN5WGhIWVJxZUJpRy8vRnM2T25JeG8yUGVDTFpHWjhZRi9ZQnQxdXZHc2JoNzU5L05ka0xmWXFsUUl6ZHlaQVp3WTQ5endBQWxQaXNEQ0N4WGt5SVEvQlNtd0N3V0ZsQWxvRWs2T3U0SVZSVFVtSVo2WXZGdlVwcHZ3RjBWdmZiK204VHM3MXJhcHJtTVkxOWRsellYMzhqWnNGYnZmR1J1V0Rvbnd0MjdQbEVzbkV0OVQzc2xtQ3ZsWUtkTlFQaUw2OU1udi9oTzRNL21wMm84Vm1hMStYY0Q2Z1doVHJibXFLL2g1emJNdTlFaE1MMzNwOW92WGo4VzdOZTNHczNQVHFIa3l4VlNHRlNvdnZZd1NmZmg2anRFSXFGTnRPRGMrYUlMNCsvcC8wdERENFRwMkhCaUQwc0VBY0FuQ0RBRTBrWkZ3Q0FabjcrZWdWT0JCbG05SGMvUGl0eHNMcnVrYmtjK0lPbzFQZFBkc2RiSnhhdDM1Nmx1NHhQQUJEdkRXdi9tb3hxV0JUWTdwb0RXUTlNWEovNGtTY25ZNVZRTUJDYitDajE3eWdnWkpzUXhmNisvVS9FTFc1Vlc1cktGY0tXWU1lZUw5NXMvT1ZibXNvVXFWRjBhU1UwVGozOSsyTjZOMzJXbHV1eWF3QlpsZ1Q1QzMxMFVzTGNhZFlaQVFLUTZ5YjNUU0dGRkZKSTRZOEltSjR4RDhqeEVJQUQ2RnllaWlGVURUcVI1eEw5N3N1M3RDd25Zb2hERjg3cTgvTzlEdElIeDdzZm55bVVyTDNuMFRsdXllNGp3dmM1WTc4ODgzSmJYREsvK0dNN016TnQ0MjhVeXVmNk90b1NSSDRiZUo0dVRVWGFoYjRlNjBwUndNcmlKSmJTdFVzOUFOK2ZXYXVyL00yTGxPSWVJZGo3aGk3WDlYYTJ4VEVVdllIR0VxWmdrN3B5ZWMvc1RadkZLbXFkZFFnNGhKbytIbXpmUGF1TnI3UytwWmdSVlZ6blEzOXo5aWF4VjlXV3BqSmdjcFVkRmo4OThjSlRNNFVtMDl5bXMvejVkNHFJYkQ5MmNPLzc0TE8wS3JmMG9xTDBvOTJQSDRIcDlrNko2b3dIMDdudTVodHNNZEVabldmVHROSll2dk1GQWpnVGErbWNpR2wzcEk5Snd0ZjZlOXh2bVQ0cmp3eFZyQzVkZnE0c08zOGVDRnpTRzlFN0lQUjlrZXo2cW5wcEVySzNXTVRqMGQzT3FnK0hKNTZyOERkL1dpaDI1TVNCeHkrQ3VVM1B5TkFxT2NISnZ1NTN3MmJkOHJWTVJGNnZyR3YraEpCd2ZHQmZ2QmJFVXAvbFZtU3ZuWXc0UVdpUDJscTMzR3B3ZGxkdnh3M0hDYk91cVFJVlc5dmJ0YWMxL3F0djRPYnd5a3BpYW9Fa2VDdXhqYURVYnhWd0ZNVk1LVVlUK1AzWkdtQ1dPOTBsL2hJUXp3YTc5c3pTTkNpOXU2VVlFYXFDbmJ1L2NyTTU5VzV1WHFJWTFTdEorNUlKYW51M05pOEJSZVdhUS85OHMyUkFxYi9sVmtJb2tXSDlIMk1adldidDF4Y0RseG5CanIydmxwUllCcVdKU3BBcVRyTmlxYzl5WnhwcUE1RTRwS1NSNGNseU5reUNmdmhzeDFTN2lmdFd1VmFORDIyMEV6eWdWSW9oOEFjak5YRWZBUmhBeHZTZmNOTEJsOW0xS3k5ZXZuTHg3YlRGb3Q1MjdPUDkrMjdZaDFUNW0rOGdJQkhkc0JjRnJDelU5R29Temk5S2ZGWUdvTDVlaE9POU95dnFsNitXSkNOTWtnMkdwNG9yR1VyTWdoWlg3OHpNeUhaOUZoazlPOUN4WjFhdjBOcE5qODZSU20yVXFDNEJxU3JPak4rODAyT0Z2Zld0RzRuSm5GRFg0d1BsOWExVmtpaDNvUE1HTmNuMEYxVXlKZFRZZXp6a1hoUlpEMUtlRGgyOG9keWFubVZVQ1FtblBDeDlzeTNrVy8zdHlmdlR6YnFtVzRUTzcxSklsNGhrLzltT3FXU0FuWlc1Z1N0MXlLVzVsa3RIUDVrOHV6c0YzWjE1THdPQTRDVC9Ia3hUN2RKY3FnNVFIWWxtVjAwL3JBQ2w5TDV1clNmMjJvekYwbFJBSE5CZU5uRk9meFo2ckxpRnd6UzM2UzZOZmNZbU9qQzQvNms0aXoxM1R2cG5sWkxQSlgwdWM1dWU2MTc0YVVYd1B1UHF0dUZyd3orOWljVWltQzc3RG82WUU1TU1nSXF0clEyazhXVzJMZjc3NHZGNG1pRUFRSlh2YS9PTmRCWUFKWWVGd2plamxmazFOVTN6akRTNUZSMXgybUNpTWp3bXZoZkxGaWtON0N4VXlLcEk0VVhtNE1sRWNhTzRjZFUzVnhQd2ZDU3lRNTE3bjBrODdnMDA1cnRaK3Y5Q3dMNWc5NXZ4bWVpR0JwNHpKMmNyb1JwMlZPU2ZFdWMxZWs2V3pLNjJJL0NTSnpzOVh5bGd6cm5UTXd5QXNudWJGN3FZNTVOS3lWUFhZU3hPMWJqVXY2TkFNWFlYaEZreXpZYXA4ZGZ1V3FReFhNdUF1Y0xFRGtTVFZkUEFDcGVvQmVUTEdLckRpZk9BUUF3WVN5VUVVa2doaFJUKzJPR3pOTU9UWHduSU1wRkFBTStrTkpkVEU0SHdvVVRtMmRvYTZ6YkdZQmtZN0Fncm1IZTc3bUo2YktGbFRVM1RQTVBSN2lMQUlVYzRweEl0NUVwOFg4cklqQmgvU3B3ZDZPdG9TOVFFUW05Z2xSOUJqdmQxV3NjQkFISkliRUpIbkk2dDVucTNXQXNVVWlrQ0c5Y01VZExidVNjdUdXRFdOVlV3MEQ0NU1tWi9NOWFKSjRvcXY3TVFOYmdka2E0SDIzZnZTenhlNnQrUnJnTTJBT0ovM2l6Mk1yZTJycFdjcnhNS0I0Njk0SWxiLzNuK3ZFcEJkS1gvNE43M3dHZHAzalNuSEpUU2ozWlBQVzlGYmZNR1FEUlltRVZjVXRzWUdiRVBSdHNwaWdMYlhaQ3Y3bEhFN0N1VC9HZkpQaHVtQ3gvZ3FIc0FHREFWZVFYQVV1Q3kxNE9VQThPYXk2TzdlS2ttWkcvUzJHTmFEMG93NVZIRUpYbVVGeTZMN29Lc2pFb0JlSFNnMDNxbnFHaTdxekl2ZjZ0VTdQelI3cmEzcStxS3Q1RGdJOEJkeTVURXdVUzJZbEZndXl2UExSL2dYUDN1OUlFbnJrN1BZNEVCYW1Wc01xRGNaK1VBNDVzZFI4MnlSUzRiV2JtU0dLd0NCZVA5WFdmaTlCN0t0N1FzZHpOVmpVQ1hKR3B2aGc3SHN5YVcraDUyejNXSmh3alkrZDdPdGxsdUFLWCtIZW02Qys5aFFzeUs1YUpZV2RPWWl3YXZWNlFHK3J2M3ZwaDR2TlRmY2l0WCtIOGNpZjk1ZFBvWlo1MXo5ODVpbmVFMnJ1QVhzVm9YbFg1ckRlbFVCcGN1dlFBQWxMWlkzTTRJTDhhelB4cDR2a2R0SWE3ZUVnNHlGMU5sWTBLOWRMTEx1Z2JRd0QzejdUVk1xQklwSjg4U3FiamZ0V0tVY2JQblN1SDNJNVVRK0FoQXlLWi9vRXFjT1BENHhURjNqbnRCZnNGRDEzRzRKOWJEMVJ1d1NnUWpQZFNwei9SeFp5bnhDUXBQSGczdGYybzQzUzBmU1BSaUwvRjliVDRqcmN6QmlkTU1lWTF5c1FQSi9vTm1wcnNlQWtFWHBsVkU0MkZ1MDEyWitzZkQ0Y2xYU1drTG5VbDIrRWlITlZKVzE3cWFrWFQzWjc3WlUxSGZ0SVlweWp5ZWZlWlFOTk5uK3F3OFlwaEQxNjRlMVJmSjVVeHBLcGJ5VmxYWFVzK0Z1b1pJdDBpUWc4blVUMkc2aW8vSXZNaHdMbFB5amFpalFqamJYYzZVR0JMQTF3Qmp3OGNPd05sazF3TUFWQVVldTQ4VTVWTTQvR3Zvc1VSUjBYYVhtOFNkazhCbWFHYmVyVjlkd3Bnb21Xb2x1Skd0clBRM3JWRUlxd0QxNGNsenhyNWtiUlpZVVBDM2t0VGdzYTQzUXJITWdjcTZ4OXBRd085Q1hVYlN2alRJeS9QTHNEekVGQ3prQ2djVGhYcWlxS2g3dElnQjk0Mk8yak45YzVWYm16OEJ0aERLRWFlT0hYRE5ldmFsUHN2dGFNWjZJblpCRWsxTU9WTUFMREMzcFJrYXZ5c3NKbityTkdNSklaeEpwSnRwWkt6amlEbkU2VkJvLzkvTW9vTE5qQ0hRNmtXSldRd1Z0OGZWTEgyQjR1cWRtWXkwaDBDeEU4SE1NNGNUTThVVkk4VmJDS0JBS0tNOXNXOXk1ak5HVjMwS09id3JrUVFoYkE2ZjQwZWlyVEJtN2E1c0x2bFdoY1FqNTQxNFJXV3dtTUU4L3p4OGZmaUhzYTBGc1NqYytJaUg2L3BEQkhUTlZ0cHJVd3ZLRFhpM05wdU00UUpFZkxPMzNaZ3RpSVBJZ05BejY5OVRTQ0dGRkZMNG8wSzVMbTVGb25sQUNnRkJlYklXTFJlb0gwdDBRekpyZHkxMkcycDErTnlaZ3lTZ1ZFcG5MQmhUYURGTkswMW5zQWFaV2o3bVhPMU9GdnU0WFhQL2pEZ09oWjZmM2FwWHRiWDVEdDEyZmhkVjJLOE1OQVVrMHk3MUhuaHlSbC9BZTBkalBtZXlWbVBHTVNBN2UvSmRyVDF1akhWTnR6QkVQMHp5N3lack13UUFJSVNIa01HN3diQTJTNWNJQU1ERjNOK1pGT3pIeVN5ckljcVFVTFNjSS9ISU9lM0YyTGpLNjM4c0lCVFkwdzVKVkttRjF4TG9JcXBUNUsxckxTUENERWVvMXhuSFlycDhxU2MyVHNsUldXV0FhdkhZV09TbmlUWjVVWlQ0ckF4bU9IY3dWT3RIUjhPL0N1MS9hcmlxcnZWVERyS3psMjM5Y3ZiY3JHMmtzVU0zMjdTVzFiV3VWaVF6ZE5BdklObTV3UTdXaGZrZXJ4VDg0dkh1dHJmQjU5T3lpcksyaXNqNG9ZRjliVzk2QTQwbGlzQk51aENLT1JlVFVmR3pSTmJXeWVHeDd0aTJTUjA5dFhRMXZzMUQ5Nmovc0VlZGYwMXNJZkVHR3ZOMWhHcEV1bzVYTDhkUjhiMWJtNWNnZ3lVVGpuZ0ZpZWYyWjUxT1FmdnhEd0FBSUFCSlJFRlVaUHBpbm10aEhSQmNEbmJ0VGlyYTdlSnBUNU1qOS9jZWVES3BiV1BoeGtjOG1ZYitmNURSYUgvbW16Mkp4MWZXTk9ZYWpIM1Jub0NuaytrU3dEU0R3WEFaWDdiSG5HOGNqZEhFcUtodFdZVVV5ZTNMT05VZUNuM2ZxYXkzZkFnNG50amlVbGxmL0xCeUlpOEtUbUhkd0xKaGJmeFFOTG5pRGF6eW80dmRob0Fmamw0K09ZQ2s0aEk5bU9vWitJT1JhaG40Q01BVXBFL0xYbEJSd01yS1VPcU9TV0wvZGJienh1WndYVTFqTGlteGVEeGl2QVJnS2RQY2xrWUY4Kyt6YmRFK0JwbGpWZlV0RDA0cWRlaEU5NTZaL3ZSUy80NTBGM2QvN3ZJays0ZGNsNmRtWkRUeTJ6TXZmeU9PVWw1U1lobWVRdWNoNEdDRU90cG1DL241TEszU0xRTDJaS1E3M2UxWkhWSHE5UEdlM2RkTjMxZnpDR1hoMWJCeHFIUjRTUzV5TnYrcWZmN0ZxS2hKcVg5SE9uTGhHN2ZwaGZUTUJka2FPcFhCZlh1am1VNDBhMXZYS0VXS21CcmpxT1VFSjExSmt3RUFBQzYzV2crSTh6VUIvVWVtQlh1OGRhMWxxQ2hYRWI3TFFNbFErKzZrZnJjQWdONnRsa2xTYmtDcC9XdHdtc3FmZlZ0T3VVQjRNN29CTkd1L3ZoakpxZW50YlB0QjdNV2x2cDJGd0hFckNSb1lIcm42V3F4akFFeG5lN05WenVjQklEalEvZmhNQnIya3hETFNGc25QQUtPM2dsMXRjUXZ4ekwzclc0b1ZzREF6MUJvSDhlMWpYWHZPSlR2UERMUXNRNEFtWjNMMEsyZGUvdnNwVmVLNnBnb3BFRFdOVTI5blcxSUJ2bHhEbGlHQ0Jwek5DYmEzemJ6ODV4WGtWakdpWXlnOUs1aE9xamZHYTNlcVg4L3phVW40cnBEeXdrRDMzcVErdkRCTkdTTkpTNUFSeVFqMEppWVZTa29zdysyUkFTUzRIb3dUaXdFQUFEVHJtcndNc1ZxZytQbnhtTjl0M1BXTHhHWWx3Z09YeHAwUDVtZG5QaERzMlAyUE44NndHS0RqWjRyU2cxMXRmeDgzWjdXN3NrR1RMWkV4NStHYkpWa0tOejdpbVorVitlZEN5dk8yaE9DSkExYmNHTHhickFWYzJpV1NZS0svZTdaNFpQUTVFRlhxUFpsQ0NpbWs4RWVPZ1gxdGJ5NWV1Zll5UTI0Z3dYajR5cGxuVDczeWl6aTluSEtmbFVOY2xDZ244bUw2TGNzS0VVU2F2SG90Um0rb2dVT0IyTVNBcmJWQisvbnBBOStKMjR3V0JiYTdzbVhXWjRDQkNyV2YvaVhBTTNHdGVtYWdaWm1TaW9lbWl3Q2xkN2NVQXpEb2I3ZG1ZcUFGNXJZMG5zNDNvbEl2T0JLcng4ZEYrNW5CeDJkaWw5VjExbHlHOGtzUkpYOTVQRm15M09mVEtqMmJIaUFKazhOWGgvZkJrZmoyMHFMQWRsY09abi9CVWVKSGcvdG51MVRCZE5WYlExWUtvQllQWFJ2KzF4dXhVd00zNjVhWEFjclJVT2ZlRUVBRHI2aHZLa1ZpOHdiYXJjN290WnprZ2pHZ28ybWNid3lqOXNySkdPWkRxWDlIQVNMN0xCRGROSmxobXR0MDhJamJ1V0lMVlpqKytjekxhZU9WZGMzckJLa0xFMnprblR4M3pzZXZ3OGpUWjU5TnpteFlIN0FLSGJJTEZWSWZDRkU5Tmk0T1ZOYXpPNEZvNHRpQnZXOEFBSmp1NmcyTTJCdDlQWDkvL2JiYVhkbE00YTBNOFUxRWZYR3dZL2VzNHRyVWM5SzdKMStkYXBzc0NtelB5cWFjejhudzZNOEdRbjgvTVQzdU5Nd3YyQ2tpOGk4U1k2b3EzOWZtUytJUEtjQkJBWkdUeDJOWUhlc0QyN01jUlN0UmlsTWVYZnU4dW56aGI2RXJ2Z0JqMXU1YVE0QkwrMnp0TzRsaks5ejRpR2QrZHZwZk9SSitQbkFndVJ2QTlEbi9tNVFjQzNYdG5jWEtLTno0aUNkTng0QlNkdWZ4RjU5OE85azlBQnE0QWM0RHdtRS9pWDIrbFRXTnVjUmhvVEpjcjhBeno4aksrcFppaFlMMWRiVEZXSWRiekt5ejc0bzQ0Z1Z3STNNcFhoTGg5cXRubjM4NllwcmJkTXFidDRGSTZhRFljQVFtWHBVMGxNM1JqWEUyQThCVENZRS9FQ21Hd0VjQXhHa0tDd0ptSzNVSDR5eVVVS2xFcFRPL0FuVnNzTWNhTTAwcmpYSUxOcUFUZVhWTUdzTnpER2Vkc3VIWWlSZ1J2OEtOajNnTU1HNmZ0T1ZQOGx5cURoZzduZmppTk0xdGV0cFM1ejRDQ0FjNzl2eERzckdaYm1lRFV1Sjl0NjVYS1ZUdkhPOXVlN3VvYUx1TFhHbWJhWno2dE1tcmhzYmNtN2d0UTFHcWU0bnZTeGthYzllaHBDTWVGOHNBajloME5YeERNS1RFOTdWNXhDaGY2WFFHd1NnZUhiVkRONk5yZWJjOFZzTkJMbE9nQm85MDgzNllwcUF4UmZOSTBPdE13NExRUG0zL3plYTJiSFB6QWlaRmpTUDR2L1Vlc040Q0FLZ0t0TjRGVE9uSHV2WU1UbzluUHVoeVpURGp6VGhxbGxtN0s5dHd1N1lxd3JQUzBZNG0yMWptVU5hRENHbzhtSEg2cDdILzdsNHEvQVRTQ0U3eUh5Y2Ixd3JmVi9NNDBScEd3bzBnenlZcSswZFJkWTkxR3hKOExNTEVWNlBNRDdPK2VSTWhXNG9BNFdTVUw1ak90QUxDV3NuWWxXRDdqVXh3WloyMWppUnppRlE2MStqVzNoZzEvM0tmbFdOQTJ1ME9PUDBJUXVNdVBUbXJBUUNLMWx0WjNJVlZ5RUZUb0ovc24yVkYyTURUQ3VYbm1JWnpPT096RWsxVk5ZL2VDb0QzU2tFLzYrOTRZbkQySjFqTVV4anhNb1MzKy9hLy9jYThMTThHYWNzNEJrSkZ2YjBGR0M2V1RNVE5mVW1KWllDdS95a0krUEZOQkk2Z3BNUXlDckxUQTFMSkVVMnF6a1FCelNyZjErWWprNXNJdUlCSkVhZnNxNVJBSXVRQUFFVEVBRkl0QXlta2tFSUsveFBBQUhPQndFVUlJaUlpOGV1THVVM25IdUhqUkNjZHBzOFZuQlVQajlpOXNYVDhxdnJsUGxCc3JRTFpjYnpEaXF2K2xwUllSaGJNOFRPT3h0Vko3WWVKakRwdlRXTUpTVmhpakV5K0JtQXBzM1pYdHFiRDhpdVRMSTQydmlCMy9sMUMwUlhVc0F4dGRpQTI5bHRmMHpUUERmTC9LRkJkeWJTaVlIcWppd1RMSFFqL01sbmNreVhuUEFDU1J1ejMzRWxkaDRxS3RyczB6UEFSSjVlMDZkZXg5L0FHaW9vWm9UdlVxYjhDRFEyOE1yQ3lGSWhuOTNhMWRVYlBNVER0RG9uOGd6VE9OeUtxdUhqWXJOMjFXT2V1djVLSzlnVTdrMWVnUzBvc0EvTHkvSXdnUTZJNkVYeEJlN09xSnJ5VUVXYjBkNy94Y2labGJsTGtCRy9XNWxEaXN6SWNGT1dNY0lnVDMyanI0bEM2UjE4TlJCUEJycjFIWVpyaGlnUjI3M1RzTmtmVDFpSmlGaUV0UytZK1pRWmFsakdsemJzYU1RYW5ueU03aStac0JKMy9LcGJWQy9uNURaTGdwY1NZeXF4cnVnVThuaW9rTnNCSURzV3lVdGJVTk0yVE9PZHVSSGFXTk5jcTV0QVBFMXRBelBybVRZenJEd3hmSC83aDdIaTdnZWRucFcxVmlqNFk2SjdkR2pKMVNnTXZ5UExjQjRoWHIwVDAvMi9XY1orbHpjdksrRGhEbmhPMlI0NG12UWNBVk5VWDM2OFlUZGdmbnA0UnNEYnZzL0l5WE16SEl0cEE2Rmxyb3R6MzF6bEljR3Q0VW91N1QyVzl1RlBZOHBJRE9Hd0k0M2FTNHNUcnp6ODVCQTBOSFBMeTFtcUllUWdxUWlweTlHYU1VNVhTZlBxRGtVb0lmQVJBb015cFB6RHUwRVJQYjdzVlo1ZFdGV2krMTFiNDJrd1BUWjU5dHlJNEY5ci8xTGxjbDcyUktUWVVPdGdXUisrNUpUUE5xNEJmYyt2c1hzbmxRQ2ltQ2h3RjVjM2JRSkxsNDlYTFNUZVY1Zld0VlVRTUdkTVdTaEtoNkQxeWx1ZjhMMEc4cC8vdzJXdlpjM0srRUE1cjNUR1VLM1NuemZVSnRJK08yL29RSnlvQngza2hsdEtWNW5MN3BhQXpUT0RXaXlPakIyK1c0UzNmMGxUT0dNMEQ0bGZ4MHVVUWdLWE11cVpidUpJTFFvNTJrQnRZZnpuTVhyNlp2U0FBZ0diQTV4blI0V01IckRjQUFDcnJtdGRKQldxNjdZSUFBTkxjN285ZG5kUmVUTFRCUVYzZlFxQWlRb1c3RXYxOEFRQXE2aCtyUThDbEYwWW0vaVAyMnZLYVI2c1lZWWxpOU51YkpUcXlYWjRkUlBBaFNQN2ViSnVpRzFCU2ZsNUllTzcxNTZjMnRwVmJHcXNSR1RGQVE5bkpuUWhLL1RzS21JNTFpRWpzMHNXWkJidTB2cVVZd0ZtazYvb0ZZRVplWDJhOG9qQzZsUWxNdmFlVDlyRnJZZU5RNkZrcnFiSXNBTUNjT2M3L0t3VWJBc0RmOVhWWnM5b1ZxdXBYUGdTTVZ1ckRveitlMVJ0WllobEsxejlGeEo1UFJxa0RBS2p3Q3grQkpvS2RiVzlXQkZaWFNjSklySXB0UlYzakhZaXNta0Q4TnJHdjM3TllmbE5KT2hiYXo1TW1XUUFBM0lWaUV5SXNsS2gzSmRJRmk2dDNabEthNTI3R1NDa21Cdm9QUHhGWFFja3VYT0xSWGRtcm90TkdRS21NY3dvcHBKRENIejg0QWVZQ0VFTWdFV1oyWEZ4Z0ZoUjh3UjRWaHhqWFNRY29HK1h4OGMzL3o5NmJ4MGR4bmVuQ3ozdE9WWFdydFlJa3dKZ2RnWVFBYlMwSlk3Q3RJTkNDWTJjbG1ja2ttZHlaaEpuSi9Yd25uc25ZRm92VG53RTdNMGsrWitJN21YelpydU5NTm5zODlpUXhXbGdpTDRsdHBKWUFHN0VZMnhoakRBalEza3ZWT2VmOS9wQmFhR20rbThuYzhiMi9URDkvUUt1NnFycTZ1cnJyblBkOWx2TDZuYVhHaUZvdkh2dFpkL05EeDZjYUU2Zk5kOWRKWUo2eHJHazArR0RqanFWUzJndnB5cVhuRTI3enhoSzN1YkhJa1luckJodnUvMk0yZkU0UVpia1I2NFdKY3JuZ0hhR0FkdVFmYTZPZkNyZnNTVHArcUtyYlBwL0F0WWJObzhrU2tTbzJiZitRZ0NtNk1CajU1K3RGL09Vc3lmNmlJSFdKdERrOUticTNycW1JTkphWUs3MGRRTWhVREMxYktWajV1MXAzalRNb2d2VTdQOHVlZWhPczU0Nk11TTlPMUk2dmFReGxDZHRYVDR6WHVseXJKZUhPUHdsYnRzaU1CZVoyajUwT01MS2paKzFEUU1pd1k2OC9QelR5WWxWOTBVZU00TGNUMHRNa29FQ2FiaElHcnhFb2kzc3ZOZHNlbGpCQkpZb0JsUTA3Tml1UGp5ZitEbTY4ZHdFZ3FtSDRjbWZMN2w5TTNXRnhUV2dPZ2RiMXY5SDNYT0t6SXN0ZVI2eU9objh4NGZPcDIvbDVzTEM3NDlZMEtqNlRXS3NZRVlieGRiYmE0MnlRb3RxbVhFZFNOVXV4anhUTmdUSm5YNTdTNEtpbzJ4a1VKRzdxalovN1NySUNUMW5ka2pWQzBLTFl1Vk5QWGVlY29HcGcrVWZCbEJNMTh1bGtFbzBxbi9vVXdQTmR4Si91YWY5bVVtUHd5c2I3R3cyaGV2RDAwQk1KMldkeFRTaURQTFBKVmZHV3hMVnFwMlgrdDNjSFI1NmRtSXhRMmJEalRrL284ME9EZmVmOFV0N2ljYVE5Y1cyVVhpMVl5aVJMbUtBR2FhaDlpcC9IUklJQWlGTGp0ZDhWS1Nyc2V3QkRsQ1V3Mm5xY1hOVUtpWW82WGE1aGVvKzI3WDZ6dURqa3BDL1VhMW5ydHc1N0w3eFpXYis5aWhpNlkvK3VTYzZ2WmUvZnNZd1ZMU0NZY3dDOU1OMm9MeVJLNjcxS1NhaTdvdHl2dmpIZFRJYUNqVHVXR09ZYmlLMVRtclRxM3YrM2I0OVJ2VzVscmZZZmRlWFZpczJGalFMeXh4Ty90TUhHSFV0WTZ3SDFkdUNTYjRHNWhTRk9oZmMvT0lBeG10bE1ubkducTgyTDBwSFZPamI0azNNdmZqMktKQWpXYjd1QklFdFlJdEM1OTRGdllXeWlCaUhXYU0vckNnYjBaMVZrK0tkbjJyK2VWRHVHNEZhN1BDLy9UNG5FK1k2MlhiOEJnSkxHMER5dDNNenVuQlB0d0JPbWNOMDltWmxadmorKzBELzh2WE12UGp4eFAxVFJ1T045aHJEWWRmbXhWdzlNclRSdWtSVWJsMWNKNGcyRGcrN3VhdzZ1SVZHMUdTWE0rb01lcVI4YzJadkVpSzhtWkpXbm1VM0ttUDJXb0p6T3NXT2JpdFhyNzV2aHk3SWVVZ2JmUytpd0t1cnZLd0RiQWNNbTA4QjZLVm1Sb3FEZ0xwOHQwdjRBUUtDelJYd2o0VGE4c2o0MDB3ZTFjdVJ0K3hlKytlcFdFWTkyb1htc2lGRVRzc3B0dmM0eU9ncWdyRS9hRDE5UGsxZlFlSmN2VTJkdTBPQ2ZTMmtXZFRhZm5IcmpvdktHK3pjd1RNSGwyTG43ejd3NDJTQngxRlZZZjRKZzNqM1V0bWU2SzNCTnlLcEk4eW9acEx1YmQ0VkxhNXVXUyswdDdXcmJNODRDQ05ZMUZSSEptMWpUTTExdDEzUjR4VFdmejBqenpieWIySFFtTTdwSkhGOUZ3N2JWQXJoVkUvK1BvMjJUWlFMWXNrV21EL2x2TnA2T0VXaWtlOTlrOWtKSjNSZlRwZUUvR0x6NGNnU2plZ0ZpWnQvWVRZZVJRZ29wcEpEQzd5Y1dMYklKbkVja2lKbTlxNmRQajA3MnQyeVJ3Y0VWdDdJUis2UmxzV2ZVS2pMZXIwNjNYZXRBQnpmZXU0Q0FlbVB3dzRuZVVLTUlpV0NkcmdKNHZZbU8vR080L1d1VGl2SEJtbEFlb0paZWRzV3Z6b1MvN1FFaFVkN2d2ZytRdmE4Kzk5QVlNM1NMTEc4c1dNK2FYN1VzUFZjcjNYTzRmZmY0R0tHZzRDNGZLKzhPWnZuYTRaelhwcVVGakw3UVZ0c0lzWVVJKzhNdHV5WkgrTldFcktvMHZjN0FySTY1NWx0VG5ldVJ1TC9uemFwVjhINHA0Q3NMdHo0d0xoTXRxZHV4aUFTWGgxdjIvQVFJaWZMR3BtSXkxdnhENDNMQ2tLaW8xK3NNbTFOQ2lqeEI1dkNVWmhFWmVMY1pTRDk2ZXgrOVhpSkErVkJCdFNmRTJ6NDJ0d3RsOWc1bUQ4aksrcDJmSGxMeC9iT3kvSlVHK3ZTUnZkZnhxeW9PT1duejFHWVY5YjRqSEd1VmNhMFhaR2J1VWlLYTA5VzI1eG1NeVRXVnAzb1BIL3p5V3hpTC9IWnQ1ek5HcTU2NE8vRGkxSEZBU2QwWDAvMlczbkJvNzY3SE1PYnRsT2RYZFViaHRhNzkxOUs0cXVwV2JJWXc4em9tbUVZbnR2ZVIvMk9lTU4wT01PL1EzdDNqQnRVRmpYZjVNbzBzTnpDZEdCb0tzSk9XMzdWdjk2UXg1YXE2N2ZOQnFEZWUrMC9KREt1RGpUdVdDc2JXanFqMVdmUThNZjJjMW9Tc1lKcmF3SXdGWVBYVXNkWTlWNmVzUWVVTk8yOENzeVdKbmdzM1Q3MjJ4OTVIdzQ1Q1puTkx1R1gzZmRlV2hrUmFtcm81cHZtRlY5dStPcEpJa3hxSVJyNDVjVnhkMXFDRG52TGVIbEQrcy9selpxMDN5cng4dUhWMFhGNVUyNVJyMmRiSHlPaVhZN2JwUFAxTWN0WUhBeEVDQWdSS3hVVC9qa2d4Qk40TE1ISkdIMHdxWktHa01USlhRTSs4R3JVUEI0TmI3YlI1dXB3TStqdmJYanRlWnRlc01nS2lZOHJFcDN4VGFLN2xpUktDOXpveDNNNldrMU83dDFSWjcxWGFKRzlUcEw3eFJwSk05cUxhcHBuRUtMUkE3N0l3QytOblpSZ0FCK3NLbGhtU3NiRHJPMTNwOHlwWTA5c2RlekUrb1NyZHNQMUdhTDE2WkZnZjlzL3o2Z1dydm5GbVFrM0l5dkt5eWhYVVNaczRuem4reHVIMnJ5Zk5neThvdU10SEpEWkR3QXBINUhlUm9GZGxPcHUwd2pGak80dmp5and6aVdZMTVUMVc1TTJxRlN5cHMzblg5ekVXNzJPUktsTlIwNFVubnRCckdrTlpHUUd4Tmo1MCtVZFRiMnpsdFUwM0VVUU5neCtmU2lVSGdQTDZvbFZraVdxdDRuOC84WVpWc1ZFVkdxTTNzTWJQcjNmRHFYVGNJc2xtQVRIOG5TM0p2UVdDTmFFOEo4UCtsR0hyMGNNdHV6b3dTckZmQWxnRkVDYU5CTDEydUNWMEp0bTIyY3V5YndPeGQ2Ri8rT0dKeklsME1sVXczT0ZmNkcwaHFEUFhjb0MzeUtDamc3YUVxNFJoQmg4N1BhV2pQeEZaeUNvZmZjUUZyb2tkbUVwcHJHelljWnRrWHUxNTFvK1QzSHpJNU9aK3dCQ25EWisxZjVKazkxVHB1RVVXUVhVMzczcTJwQzQwU3pxaXNHTkNNYUNnTVpRRllkVVJvenZjTmlFdXB5WmtCZnd6LzBnQTV6cGI5L3p3ZXNkZldyK3oyQ0xScUtBZVRaWm9VVDVVVkExd1BwZ2o0WDI3SnhrcHJXa01aZG5TdjQ0Tlh5QWFsUXpnbWttTm5McXZGRkpJSVlVVWZuOHdpekt5Q1RRejhmZkM1YXNiWnhZVVpKWDNMeThYeE1OMEdlZkpyMjVWd24xMVlwZHk5ZnI3WnBCbGZ4d3c3VjM3cldrR2ZKVWJkU2tSYmdQTWQ4TVRJb3NCWU0yYVVCWTc2cVpvTkg0MFVhZ1Axc1dYU3dPbnUyWFh1RTQ5dUxtb21MU1VndmxHQTNFbXZQOXZ4eGwxYzRPaFFOYVNyQThLRnRralE3SDlVOW1RQ1ZUa3pmcU1ZZk5XWjVLa3FmSUF5dGp3S21uRXZ5WWJGd0VBNWVXWEd4aHBDVi9SdTcxaTNLVytkTVAydVRaaldXZm1xY2V4Wll1czNLaExMVmo1NFFuZVFsVzFzVVhFbkF0Qk9SN2h0Y211OGtEbHBxYWJZYWhNdU80enlSSVJBS0NxNGY1YXcwSUxiVElCUG5SUk93T3pNdFBYZWtxOUZCQytmRWxXN0xvR3p3RFM1M21WTEVUVThzbFNjcU12a1U4dkZENjVLTno2NERNQVVOMndjeTBKbVNiN3J4N0dXQUhFeXdwc2hzRWxsM3dIazNYR2ZaeFc2UnI1RzF3ckJ0eEVUSzlQWkVjRzY1ZVZHc0dMcHhZREN0YmNsU1hadVFuTSs0V3hac2ZVTlFwOTRicDdNclAwakRxajVhbTRnb0UvL2ZiaEVmZkF4SUpFK1lidEMvMGsvbHl3L3ZuRTZ5R0Jzb2I3RnBHaGo4U0cxZDNYWWJOU2xlMnVBbE9SVWZqbFJDUEVhOGUrclp5TVdjS0VkdzVOdUI0bnJSUGNhdHVnZXJqeDcwMWEzdURkekpxdXZOcTI1eHdRRXBtY1U4Rk1oeWZHZGxjMjZsTEF3NVdSK0lsOHg5dEVIbDVQWEJ2VnRVMjVHYmExaVJtbm1QQnFna2w3RFFHQXhPZzhsam1PVVVaMmlpSHdPeUpWRUhnUFFKU0lIZVJKRlFFZit6NXNEMFZmT05NZWl2R00vQ0FENmxDcmZLV2lmdWxpVzVyY3JtWjdrcjZtY04wOW1aWlFKV0ExcUNDeU91TjIxelJYOS9yUVVnamFKRHp2KzllTGtrdTNxSjVBdlViempLeVlPTkRURTNLRHQyeTdRUWlyVXZSZTdBd0dkTkF3WlhTM25uZzFNZWxjc3ZIZWJOc1J0MThjaXJWbVpqcEJKbkUyM1BwZ1YyS2ZaYlphTEN6eVMwaWZJZW5yYm4zajFldDFWSE9XNVh3T1RHbHg0VDJWU0FRZ3kxNFg0WkYybXppZldQWk45RXVZaW1CZFU2RWdySWllRTkvRG1KK0MzOGcvSldrZFRHaktEYXVOY1NPT3ZQTENQMDQyYmFuYlB0OXlyRTNTOWY0KzJZUng1ZHJRVEFHK1V3blYwcjN2NzhiaklFc2E3NWtuYmJyZGdJNkUyM1pkUno5Vlk1R1FIOWVlZXIycmJYZlNHRUlBSUwvNkZJR1BkaldIWHNLWWN5ejduRFZnMVF1aXQ4TjdkeVd0N2djMzdGaEtRQldpMWhNVGl4ekJ1aDBmOUpndnNLQnl3ZFE1OFVlOWZQUHljakp3NDU2NkFwYnAwMklCSis1Lzg3MnJwUkVMcEJCMjdLenZsMU0xV2hWMU96WXdpZFZrZFB1UkE2RnAycjd5aHAwM0NTRm1oYVBXZDVKUkRVdnJkeFl6V2ZtSDl0cGR3ZUJXMnlhM0t1Sk9UaTdJVXQ2ZnN6RVhPN0ltUisxVSt0VjJBOTFydEpkVS9vS3htN0VsOERGbHJDY1B0M3g1V2tHbG91NitJSUZ2a0pBUjZuT2VuL2hjTUxqVk5zcXRJcVZISUNsYmVVTVRKRHJzUTBGQnFpQ1FRZ29wcFBCN2lubnpWczVNOThsT0JtMGNYVUlMU2NqSFpzK3EvSUFsS0tjajgwUVg1ZWsvR2VvYmFKK283eTR1M3VJNEdmWTlyakhObzFUdnlSTEhxcnJ0ODFueSs0VlMzNXM2Q1M0b3VNdW5aK3BQeDl5cjdUM3RYN21BaEdFdTBkTHpWeTZQKy8rVU56WVZDOFBMaEVBR0M5TXh5ZlcvSm1UTnpWV2JCWW1GbDJQeXNldEpOS3NhZG55WVFMSzcxWjVHRzYrbzJ4a2s0NjRpUWE4ZWF0MlYxSEN1c2o1VWJRUm1Fd2s1T0JqYmV6NDhKamtzRGptMlF3MEQxc0N6ZU9JSlhkbTN0SVFjelJQOWl3QUF0dDNBZ29sajFuTkhKempQWTB6cVNaWllxNGoyVDB4U21IeU1POTRmTitZTkljd3dnMVZINjY2ZVhKOWJ6QllQU3BKU0dKN2RFWlBkMTVPWVZ0VnR2OWxJbWlWZzVPVzQzVXIrdEZ5d0dmYzJxS2piR1ZRR2JtZnppWmNTQlFtVk4zczVneFpkaWN0SHB5WVVBVURsNXZzM3NURFJ3eTJodHdCZ2xsK1hzOUVYT2laNFJpMEozcHZOSk83d2pQenAxTzFuekpoUnhkSzhyb0V5UUwyYllEUVcxM3crSXl2VDJUUW8rNTY5T0RMWTZ4ZGlEV3p4eENSNXlpMU4rV1RUNTZLUVgrdE00aFZSMEhpWHoyTDdFNnpSZkQydnBmSmJtdktNbEIrQlVXM0o1SjBWZGZjRldZcTVFRElTSDFaSml3RUFRTFBtM0VOR3Z4WSsrSlh4Y1ZONXc4NjFyR3pWTmVvTnh1WDFlclhVRUowdDF2allzWHJ6OWtvMmxPT2VmZjNJckl5MGp4dWpua3VrRWdTRFcyMWwyNVhFdkN3V2wzdW5mbmNBUU51V0pDRkhKZG5nQkhNZzVTSHdPeUlsR1hnUHdLQk1tc0FQS0dpOHk1ZkRXUjhlaWNVZTc1bDN6aTNkdUxOY0NNcnNiSHRnMzZyYWJiTkI5dnFPbGdjZW5ieVhrTWhNZDI4eUREOEo0WFluNlQ1WDFXMmZEMkgrTHdYOTdjNGtNU3VMYWtMK1BKKzNKYWI0aU0vaE9WYzg2N2x3ZTBpVjFZUnk0TmRiT2xwMlBWTFpjTTl5YURNbjNMYm5tdjY4Sm1UbFdxcldpdzA5UGpzOU94L1E2STVmMDI4SE45NmJ6UlpYYTVodU10YXFydFlISHAvNjJzQW83YTVpc0hBVGpBbEVwUDFZenpPNytnQWdlMGxHR1lqZTlYbHA4N1NrbVYwdG9hUTBlNHhWRERYc1R5dHQva2RQVDhnTkJyZmFJaXZqam5jdXlXK2VENGNpODliZW5UWW5KLzEyRTBmM3F3Y25WN2tMMTkyVGFZVDRJeENlQ2ljNVB5VjFvVmsrTWlFR1B6cUJBVURCamZmT0oxZ2YxbXhlajhmc2w1TVZPdWF0dlR0dFZsYkdYWWIxOFQ3dFQ2cmRXMVFUOHVlbXVaOERpd3VkTFErMFk4d3NSaHA3cGZEaWJXekxEUmxSbVZUalZWVGJsRXMyZlZsRnZiODUzTDQ3VVYybFlQMjJjc0I0Um5GVUN1dEs1NzVkNHdPRmtwclFQR0p6UTBTSmpuU2Z1cU9qZGZkM2t1MGJBRmJYM3JkRXNMWGVHSDdkd0gyMXAyZjN4QWs5bGRmdkxCRmtDZ3pNc1VRVTBrU1Vid3JOSmZiZUYxZjh2ZW1WNkpDb3VGMFZTc2JLanIwUFBJNmFrQ1Y4czJxTnBMTW5XbmRkd1JpVkwzMkIvb1NCY2NLOXZmK0N0dEZDMTZoTUlQZVRNT3FZRWR4MU9BbmpCUWtKaHQ4MHVWbzllYlJ0MS9RcTk4WjdGMERJSllKWVJGMjMvZFh3Z3hNcG02UnpacFl4Q1lZd3k5N3QzdmVUd0V5NjdkbzNsbnh6SXhGNWZ1cE9VMGdoaFJSUytMM0F1WFBIcmk0cUtsVkVTTU5vSThjQXlEWHhnYlVkanZYZnFnWUwzd2ZsN1oybzBTNHUzdUlFRmhSK1NtdlZjblRmUTlNbVpTVjFvVm1HMUY4aXJyOTdxSDNLbUtNbVpHWGI2allKK2RpMXpuTklzR1Z1RWpDbno0KzU3Z2MzM3J2QXNGV2loRGxOeG5hN1drTVRKMFpVbHFiWGtNR0tQdEgvOTJmYUgwa3FCYXhvMkZaaXdNVUR3dnJHNUFselNBVHJzSnlFdHh5Z2VGeEhPNU9NYjZpaVByUVU4T1lUNDZLQkdVeE1UTmMwaHJJMG16L3JiTm45RldDTHJLcmZ1Vkl6MzlnMWdmYStkdTNkYVc1Mnh1ZU00Yk5zb1h1cUZMS3FKalRId0t1QXdadmRyY2s3MEJVTjIwcGcxTHZ4RVhNNVBkUFpGSXZMdG1CTktKZklLeVJ0ZDVDRDZ2RGUwRFJYL01UeEIrdWFDcG13bEExNjQ4cDA1d2VRdzVwWGRiZWRlaHBqWm81Q3dqK1JPVkZTOThWMGkvQWh3ZlJVRW9rbEJUZnZYQVd0c3pwYjkrd0RRcUp5b3k3elFJSHV0b2ZHMzhPcTJtMnovYlo0bUkxKzRHamI3bkcyYlRDNDFhYjhXZXNNcXo1Qklrc1FuTTZXVWVmL1JUVWh2OC92cm9IaGp0TnRqd3hXTkc2L2lUMTZjNUxuMDVZdGtvYmtoNG5OdnlRclZCUTAzdVhMUnZZWG1Ma252SDkzOGdiVHhudXp5YmErQU9aZmR5Ynh1UnFWd0loWnhoaFBFTDJUdktnUUV0VU41Z1BHYU81c2UzRGNhSEUwT1V2bmRPN2YxWXd4T1N3UmxYWHVHNWVZb0d6VGptV2VFZGw5Y2ZIcjNQa3IxZ0dxTmR4NmJYeW5jbklYTytEMXd4NS85L2dFMlhJQzg5YmVuVGJUR3ZuejRTdWRObzlldEw5Z3JaK082Y2oxRXNsUytKOGd4UkI0RHlEQTJXTVBDUWlKREpXNVFwTjlwS2M5L1ZMNVlORXFLWkhSMmZiQXZ1cTZIWXNkRzJWZExidW1PZGNIRzd5YklTaFBFSWE1OTlJMFE1S3lodnNXR1pKL3llQWZKSE4xTHk0T09UTjk4U3JEdXNkeHJJVmlqSjYyZHUzZGFaYmpycFdlK2xGUmJkTk13ODdpZmpIWU1uSGI4b0JYeG9yZWxMNUFHcEZleGNyclRrejZWdDkrM3d5MmZCc0VVNmN3OXVKTGc4UFRERmNTcUJ3dUtpR0JaWjR5VC9lTUdTdFcxVzIvbVFtT1VyRmhXTExvLzYrelhsVGJsS3NkNno0aS9YUkNkODk1czI5aTRpUGp4WURzOURYR3FNUGhnNU5ORmd2WDNaT1ptZW4vS3dLL2xLd0RYOTdZbE84VDZrKzFNUCtjTUpMQktEUGdSaUdkbXd6UUsyUDJpejFKZnBpQ3dhMzJyT3owUmdLdURnK3JYeVRUNTg5YmUzZmFUTWQ4QkV3WE9sc2UrQWtBRk41NVQ2YmZRUVVML2JheDdUb28xZGFlaE5hMXN2N3VtZWtHbmFTc0FBQWdBRWxFUVZTTy9Dd1VIanpjZnEzelhWVVRtaTNnekpTS1g3SXNXaGJ4NUxpcmEwWER0aEk3VFZVeXZKY0NQbStOTlJqN3ArdWQxMkQ5dGhzY2FaWEEwQldTZUdzaU13SmpuWDBwRUdTaU0xM051dzlPTzNlM05PVkxxYjVnUVR5VGpHcFlVWThscE1TY2pyMjdIZ2VBQ2tmZHFnWDNYL3NjUXNJL1Q2MW5RYjYrWHZVSUVuVEI0Rlk3elptNUVjQ2dFWFFxV2RjLzhmcStUUHR6QkxRZWJYdm81YW5QQis4SUJTQ2Q5V1NJamFkZW5KWTRzSG43TGJabFpVdUNJRVpya3Bmd3VabVpLWVpBQ2lta2tNTHZNWWpOUFdDTVR2aVpZd0FRSHo1UFFVY0hOVk5meDRIWEo3RUtBd3VLUGd6UXlKQTEvTkxVZlZYWDdWanNDUFVYQnZURGNQdjBDVmVsSCt2QjlPNUVVOTd5T20vOXFCUjBsQUd3ZXYxOU15RGxhaUl6UWtwd1YwdG9VdmUrc3U3K2pUYnpyVnJqbjA4M0o0L2ZMZCt3ZmFFa3F0TVFyVlBsZ2xXMXNVVUMzaklpS2JUMm5rM20zRjVjOHplekFWVUE0RzBRQmJwYW5GY3hsbHFrWWRhZDc3M3dENmdKV2NINlphVmdrenR4REZmUWVKZlB6VW0vaGNCeHdEcVJoSlZKN0RlM2t4QXVYKzc5ZWJManI2cmJmak5ZWmc5Sy8yc1oyYjQ3dE1zdjI4TExac2ZVR2tXSFFXWnBPSUxrVFNnQXErcithcDZBS0FYa29CTFdxMzViNUxCUjFaRzM3VjhBVCtqcStwMmxaRm01ZHYvd09PTjFVVTNJYjVQL3J4alUwWkVrSWFxOHNTbVBqWjdiMmJybnlWR052VjRqYko3UjNmTEFlR0pSc0NhVTU3ZkZuN09odjU5a0xGMFRzcENmdjRZRlJVWGNPUy9ZV2p5Mkh4VFhmRDVqaGsrdFp5M09kclR0ZWJ0ODB6MXpwYUdNSzBwT1lHU0dST1Z3MFY4STRPMXc2NFBkVTQ5dHRPR1k4eUVHcm9iYmR2L3IxT2N4Tm02SDQvd2hLM080cytYa3RESFBrbzMzWnJQbFc4SGdxNEJJNzJ6ZU5lMTFBS0JxazF1aW9RczdXL2M4TlA2K2cxdHRvYmxZUlNNdllveGRDNUtyd3kzWGlnSEZtLzltRGtteElLN2lyK1hhNmxZaWMzNGlBNkNrTGpUTHNzWEhOS3UyNDdtbnBua1dGRFRlNVp1ZGxiWUJ4cDNKeGd4ZzFPL3BUZzk0NCtMcnIwOHp5a3podDBPcUlQQWVnREhxSWNBRUFZU00rNDdUMDkwY09sNjJTUzBsNXR5dVZ2bnI2dHFtWENPd2ducWQ1NmM2cTFiV2JWdWxGV2NUaE93VEE4K0hKK1MxWW13eWE4UCtNNDY3MzdyZUY5ZWE0NjRpaGt0a3JWYzZjckJqako3bVpxVGZvbGljUG5UZ29Tc0IyMnFNeGEwWEprYTFsRGMyRlV0RGM0ZFpuUlVRNzcvc1dRY1QycmxnY0t2dEtIR3pNdUxYQmx3Y1Y2b3ptUkVOeG1MNG1IRTdzM24yeUlHSFJrMzA2bllHUFFCUytsNFR3cmMwOXZiMCtMb0U1cTI5T3kzZHR2NklOWDQ2N3Z5NmFVZWRnSWtuS0VqNUdmNXF6OVBucCtxZ2lvdERUbGFHczlVWTk1ZWRMYnVuRlZNQVFFQitXaGx4dUt0NTl3U3EraFpwRzE4RGs1R1dhMW82MmllblF5VEF1Yk5MQ0RRUGx5Lys0SHAwdmRtWjZmVWt6VWk0WmM4VGlmZVRwWHovTmVhaWkxMDk5OExBME5QaDYzUy9BNVJ4SjR3NDFMbC95bWZyVnpmM2lmZ1JkdVJmWGh5TUhrd1VLeW8yN2xnQmx0bmhadXZuVXR0bDJzUGhGNi96dVFDQUpsRU9vcng0bENkVEVjYytmNGZOS3NPbUx6TnFUU3NHekZ0N2Q1cVZidjJaZHFQL2NLaDExNUdwejY5ZWY5OE1zQ29LeDhYekFCQ3NDeFVaY0t5cmVjLzRBS3EwUHJwQ0NxeHhPZmJNRytIRU9RaUpZUDdzZXdsbXhBREh1bHFTNStaaXl4Wko2ZkxETUthOVk4TE5lQ0xJVTMvSXdwQUxoS2ZxN0lLYmQ2NzJQQjdVUlBOY2o0OG5vNldCMkpjUmo2Y0tBaW1ra0VJS3Y4ZDRVK3AvTlREZkFkZ0ZVU1pHdzZGcUJjTlBWeTRlblNqUkxHL1k5Z2RnenIwd01QeXZVK1B0VnQ5KzN3eVcvQkVEODFSM2t2dGlaY09PelI3cGdZbEpPY0hHSFVzRnljeHcxdkZ4M3loZnB2MGhaa0ZzeE5tdXRsM2hLZnVvQVpubHJPbTVaTDRGR090UWsxKytuMW1jT3h5VGs4WVAxYlZOdVpDeVNndXk0OXI4Wm1vaklJRTB2MU5QTUpjTXlSdWpiNTFzVHpBTXBOOXNpa1NqM2VmRDM0NlUrL1JLUTlMWDBiWm5raFJ2aHNwY0lSaEJ6K1ZmaHR0QzA3dlFEZHMvemF4dDl0ejl5WHdEZ2czYjF5dUcyOVY2NGpjNVpONFhGZTRMZnA4OVpObGM1a1hjTmxnVVZDYnl3dlhTbmdBZ2pRSU5nSVNPZUwreHZhalFNUE02WTliZW5wNlFXOUd3cmNRemxEY28rZzlkR3lOdGtUUDkrcU5NNXUydWx1TkpJNjhsKzlaYUhuY0NRT25tcG1Wc0RCMmEyaXhKVTMvSWJEb25lU0VCcUhSUXhFWkV3M3QzdmF3ZFZleDV1aE5qWTZrMForWkdOYUxDaC9mdGZnMWJ0a2dwbmMvRk9mYml4Q1pUUmIzNUM2WDVYR2ZteWRaa2JOVWN6bDVMd016WVd5ZC9rRnkydTBYNlBMdWVqQmtJZS9aVFUyWEhHSTFZL0FzaWN4cVFOMUR2cGFSTnZvTEd1M3hzaWR1OXVQZlV4TmVoL1B5UHhyUStkcmo5Ni8zQjRGYmJObFpwbk8wSjhkZGZ5QWtZM3djczVndCtzb0lqUm9jbmp6dER3aWIxS1dGd2hDNWZlU21KSHdabGNrNEZoS3gydlpISEVsSUJBdHlZaWFhSW5QOE9wQ1FEN3dVWTJXTWU1UUlBZW5wQ2J2bm03UXN0NXVxTzVqMC9LcTRKWldoYmJJanh5SUZqNFllbnVNLytkWjRoV1d4WnZMQ2paZGRYcHU2NnVyWXAxN0Q4UEFzNjJOV2VQR2Fsc203YktoYTBsQ0JHb216OThOaG9GWmdxTm01ZlF4SnUyc0RJdWNyNm5aK09lYnExcDMzWGVBZThmTk05YzhuSU5YejUwajhGOHZQZmI1VDMrSm4yM2VNL1RDcHZ4bkxCTkdSQlZaT3hqNzk2SUpUVWlLYWdNWlNWQlhNL2daL3NhQjZkMkFVM2ZtbUJFSnlqVFB3bHJlaDlXbkgzOVNKdUFORHNyTFFOeE9nUHQ1MDRERUJVMW0wclptbWhzemwwS0JqY2FpTi8rODFFUW5VMzc1cGk5aGNTZ1FWcW8yRjZ0NnZ0OVdsVTkwVTFJWCtlb3o4QjV2NzRPVEZ1MkZKV0U4cXhIZjFaai9Dc01NSjBIdGd6VFdLQUJKV2ZlYk54K2JIdTZ4amhWR3pjZmhNRUxRazM3L3Ava09oWWUrYjJqcjBQZkxtcWNlZHRScXUza2haU2FtcXNDbWY5clNDVGg5N2VIMTFiSHJLQ2Flcjk3TkdiMlphb2lRMnJoeFBiVjljMjVXcHBsbHdjakI0TTFtVlVRU0xTM1RiZEt3RmpoWkxBZk84T280VlJ6T0dqejAzVzlRVTMzcnVBV1JhQk1HZVFCcjdWMWY3SU5DbkFuR3p2Zzhid3E5MEh2emJ0TllwclFuTWNuL3A0dUhYMzN5TlJIQ0N6MUhDOC9kcHJmR2tCRWYrRk1mekRvMjJqdXN5Q3hsQldqdFlmZFUzMDI1S2QxZkZ6SjVMNkhoUVhoNXpBUVB4T0NCNmN5T3FZZEo1c3RRRnNQQWw1cXF0dDE2VDNWMTIzWTdFMnBraFlKR0xSV0V0Q3d6a05USDdQNzA4VkJGSklJWVVVZnAvUjArUEdacGQ4eVovRDJZTHdLUkQ1QUxPczk4d3ZCcFRVUlFzS1NnMlJOb0g4a2xJZEg5elE5KzRMRHhyWHpaKzN2RlJicnFkamxrL2JtWG0yaUh0L29uVDA2TVdUVDV6R29rVituRG1qQVdnZ2hQTDY2T3E0VVJkZmFmdnkrQVM5dU9iekdVYWI1ZUtLOVN1MFBxSG5yYjA3YlZaMnhzZEp5eE5DS0tlelJVNWlOVlpzM0xHQ21Rb1kvSHJYdnVrR2dVaTQxMHVyaG9IOHpwWmQzNXc0YVZ0VnUyMjJ0dVFkUlB3OEc1NTl0TzNVTkVPNllEQVVrUG5lRnNYNjF4QnlCVjI2OE11ZW5pZTg0QjJoQUxuNm95T3M5aDFIK3VYS3hwM2xETTRQTjA4MjZTMnBDODFpcWYrWVBYei95TUhkNzB6ZWUwaFViWXJmWWd3RklQaVZaSVo0d2JxbUlsWlEzZnYzaEN2cTcxdktSbC9wMlp0MkxuaTd1WTIxdk9CTHR6N2hubzg4ZXZSbzhqejZZSEJyZ0hKbmYxSUQvV1RvSmR1Qk1kSXExeWErSCswUHFvcjZVSUdBbXRtNWIzSWpJVmkvNGxZUUxRczM3L3BTa24zYWxKZC9wMUdxcC9QQVExZFcxVzZiYld0YTNabDlhcnlaRmJ3akZHQmwvb2cwajBSY1o1S1BRbkRqbHhZd1ZFRlgyKzZuS3padXYwa3d4YnNPN240SE5TRXIzKy9lRENXN1hubGhkeDlxUWxiRnNHblU3c2lqUnc5K2JmejlWVGJzdU5PQVJ3NjM3azdhUEN0cnVHOFJrOWlnVmV4YmlkaS9LUkRCeHNKYVlzeUtEZXNmNG9VOWs4WjBDVG16OE14M3RFVWxBaFR1U0pKU05qZTROUzNiQkQ2bjJYdDk4TTNIMzVvN2QyNGdGcGh2M2JpZ2FwMFhIN2c2OFBxemZZdFhyWm50WlZnYjRzTnZ2OVozdnR0ZXVIREZEVHBqZGpvajlvR1JxeGRPT0w2c3VzalFxVjlGNHhkbjNsaFVtdXN3a3pGR3BNODhHWFNqbWN2NkxyM1lCdVlWaTVlWGs5RmVPbGtpUzdQSkRtVE03eVUxY2t0azhQelo2T0NwUndUUlBBQmd4dVdycDA5ZjF6QTdoZjg1VWdXQjl3QkVpWlNCMFlKQVpjT09RaGdzN1dqWi9hUHEycVpjWlp0S3o4U2ZQZGIyOExTNEQwb0wzRWtNUzNqNisxUDNXOUo0enp6RGNndUE3c3NSOFh5eWFtQkZmYWpBc0xjWWJDNW9RMFBIOW9YNk1HYk14MFE1a2JQV3djQ0M5SnNOZTc5NTljQ1h4eWYwd1R0Q0FZNnJpa0V4OEdSVzN1eWJOT1BVa2YxL08vNWxLOXUwWTVrRkxpQXArb25NaFVON3AxZC9NWlpCR2lEMUtXS3hMMkV5czd3bWxFZVdXbVhZZER0V29NR0xlNjhjT2ZqUU84bTJCNENLaHZ2ckNLalM1UDBEOElRT2JyeDNBWkdZMDlsODdBQzJiSkg2NnN3eWFZVFhPYVVTQzJ5UkZYV3FVUkJXanJEOHp0UkthSEZ4eUVselZBTUlhVU5EN21NbngzVHp3WnBRSHZsVnRZWnBzNFExKzNKTVBJOGtLRzlzeXBkcy80MUgvSk1qKzNZbm5YU1hOOXhmUzlBcnd5MjdIazRzbzdoN20xWjBxTHBoNTFwUFMrNXUyNVdrdWg4U0ZXbnFWZ0dxajJ2cmEwY24vQ2hYK3RWNndYUlJDUWhTNHNRckwrenBBNEN5aHRBaXdKUVBrRGd3TzVNWENvRmxIYzI3a2tvRmdzR3ROdkxjZFNRc1N3cStjRFVxSjAyNmd4dnZYVURTcWlLd0U3UDBZOG1pWGlycXpPMEF6UmtlY2I4NzdYMXZDczIxTEJQc2FCNHRCaFN1dXlmVGwrNXMwRWE4ZUhUZjZBMjh2TEVwWDBCL2xyWDUxM0RiZ3k5anJFcWV3MnE5c2ZHaXBkSnFqQ3Zia3QzWUZ0Vjh4dTlQOHo0QWxobWRMU2NmbmZvOEFDcTE5R29Jc1lKaG51OXMyZFUxOGNuUzJxYmxtbWdER1gwNUR2R2JhY1VBQmswSUJRazRjU3YxVzVsQ0NpbWs4SHVPaXhlUGpzeVZ3YiswTTkyM2lPVG5DYmdCRnYvS1poRmdHeDVndWZIK2szYU1UUjhJNngyZkV3YzREcjhWODRQajBodk1pdlNHWnlpM3I4T1huWC9uUWtaTUZKWEdHUlFuOFVzZXZwZzExNHYzSDE5VVdGTE5vRGhBY2JmdjVHeHQrZTFvNUMyMW9MamNwT2t6eTJMOVBrZEFWRVpIenY3NnhxS2hBaE5mRVJmUzFqUG1WQlJvTlZCSVJsd2RIRGovNGxnQ3pyUXVyeVg4OVF4T2o4ZTl4eWFPRGF0cm0zSzFoVXJCcHBXQkNrZmF2NW82TmxxNzl1NDBOOHRkQXlPZWczQ1d3NGpqNGZDM3ZaSzZMNmJEZGF1SjZWZUJLNWN2bDgvTUw5TXM3TzZXeWNXQTBnM2JiN1NGL2l2VytHbDQvM1NKWm5XZFdzakNXa21DM3VuYys4QTB6NlhLeHZ2S0NWWlduK3gvcWF6bUM5a2tyRlVXcklNVmpWNDFhV0kyaUFoV1A3MWVNV0R0MnJ2VHZPejBHallzQWFzckpqSHNZMWxtQyt0WFI1djNqRlEyN0NnRTFBMlJtRFZKYjE3VnVQTTJack1jb0NRVDdwQ2dXYnBha0htcnMzWDM4Y3FHSFlVQ292aFNURHlUNkdJSGc2RUF4OVVHSVpEaktmN3hwQVpiL2M1U1NXckpvWlk5VDVmVTdWZ3NKQlYzTnN0SEFhRENwOWNhTGM2RzkvL2Zad0VnNk1RTGhCWlhPaVkwV3NvYjdxOWx3a0lURmNsU2xtaGx6ZWVYQ3EyL0VJMmMvOW1WQzRmVXZPV2xOMW9pYml1WGJDSDh0aFN1Yldjc0xvb1BuNzhqUHZ6Mk0vR1JpeFdMQ2t0c1EyU1Joa01FVzd6YnM3UWY3QmcxTkVzNnVjVnU1T0xKaFVXbElJWU5nbTgwaU5uWUZIOWx6dERsN0dvdjB2c3lmRG0zK255d0hhSFNJNWNQTDlEZTBEa1JFRnZKbUp6SWxjTXpsUnJwRGZpa1JTUnRnZUc4b2Q3dUhMRFJzU0V2eXN4MzJYQnNCa2tRSkZuU2lnNmVUR05tMkJCL3pFUTJCRXNoUjRkZkZnU1VOM0JzNE9MTFY0MktMaE5FYzY2ZEFVeVRpNmJ3YjBOcWtQc2ZqTGx6Z3dHUUhvdkJvQXZCamZkbU00c0NYTDdRRmd5R0FzcDJLMTFQSFg3MXdGZW42VjRxNnJaL0RNeTVKS3dmSGpxd2ExS0hldlg2KzJaWWJHL1c0TmRGNzZYbU0wbTYwNnZYM3plRG9SWVJBQUVSNzlwbkh3WEFLK3RETTRtd1pJQ3VITWhZa0ZOSzJ2UjM3WnZNTHBDZXVVV1JPcEZ0WmdUSnNOdTFUeDVQM0ZSS04yeS8wWklVVkRIckpmSzdTN3ViSDV5ZU56OEd2MDl2aHFFckhTM2lHU1MwL0g3MUVYdGc1REUzSzNQRHlKRDZ6ZkhuSDVwTzB4NURzR0g3ZW9LcDkxeisycEdERC9VQ0lMTHN4ajRhZUJSNFFwY01iRnRGZ25ncUxRc0FWVFVVZm9DSmducFkvL2RqejA4M1hrbGI0RlhEMEEyUitOVWZuUHoxdFRnWmtlYlZhbytPQ2lIWFJzNktmenFUaExrUTNIaHZ0b0Q4dEdidkYwZGFIa29xMDZpczMxNnREUzhNdCsxNUpISHVLaHQzZm1GSXhSOVBKeXRQYTVuWnZlL1lnV1NGbkpJNnQxaXlmRjlmWC8rZWlTWkc1WnUzTHpRS2doVmZJbHNVaGZjZmI4Rll4ZCtCVzNpVmh2WUdvbW41NUZpTE8yTFRYVzBUNE56WkpWTFFMR05ZNHZMRjMweThmb0lidjdTQUpOOW0yUFN4NU03cFVTOUErZWJ0dHdxRGVsYmU5cWt5aWVMaWtDT0VLZStOaW4yalM3Ykl6Q3pmbGtoVVBKNlFOZFRVaEt3aG96L0NyRi9zYkh0d0g4YWlrMlpuNjgvR1BQMHpuNUMxdUN5ZlBod09SYWErTmdDYTZadC9KMm1PZDdaWlR3QlBUSE1WWG4zN2ZUbU80VDlTQmovc2JuMXdFbVV6V05kVUJJZ1BFdWo0WmRmWE90WHpJZTJHbVRhcDJHeldpY1dVNXRreTlWdVpRZ29wcFBDZkFPZlBoeU5BOGQ4dExCSXpBZndsRWVXQXhpTm8wNWsxQUdSY3F4a1RRS04vR1IySDBYRUFWQWdBZ3NiWEFCdVB2ZGhWUThTYVNXZ2lOc1RRMnJzcWxjdHh5VklCek83d1d4WkFndGxFd2V6YWdDRy96NERaUlBxT1pUR2JPQmdHckhZdUtpb3pJRERZUk1FVUF6aEcwdWNNbkc5UGh6RURXbzFVTHl3cWpSQTRCa094L3FzZEJTbysvTG9keVAwREwzcWx5M2lSbklXRlpVcUFQVU9zRGJPNjRoMWZnc3VJZzN4bElCT1BEcndWbWJlOGVLWTc4RlpaVE1VdXhRWmV6d3JrcmE2aTRSR085aDNybmorL2NLN3IrSlFkMXlvOWY2bWZ5UHQwWEhtUHZyTC80YVNHZGxyUXh3WDRWRC8zdDB4OUxsaS9yWUlnTTBmZWtpK2U3bm5FRFRidStJSTdwTDdOR1dZUldPUjB4cTM5YUEvcDY2VllBWURLREpTRGVaVlMrTkdSZzZGM2lvdEREcVZkZXY3bDhMZTkwdHFtNVVSaStidjlRL3NuTWpQTEc1cldHbzNZOElqNzQ0eFkvelFmcUtyYTJDSW80VCswNzhGZmwyKzZaeTR4NWw4VmZYdlB0RC9pelowYkRFVDlmYmFiL3U0NnFkTnVHZWwvNDRuSTFUZjhjNWV2TGhJQ3R1T2ZNejl5OWRXQ3lOQWJKeGF2WFBPUitOWEQxY1BSaTJjV0ZjYi9qS2swcmYvY3ZodTFpa1FYRlpVR3dFanJPLy9jRWpheHdVVkZKWGN4WUFraGZRUG45czFubytPczR4OWNWRlJpQVdRQjhHRXNJamw2NmVYTW1IQnl0WTV1U0xPSkNCQWd2N0FjRmdBTGtDMjgySVVNTDNhZTJKZ05RcElnSmlFQllvc0ZnWVFYditvQWJBQ3lWUFFDQ1RCQUpFQWdacFpFSUVDQWRSUmVKQW9BcTBra3JtOE40dzJQZGxJSVlQYWd0UWVpQ2VGcVJvRnhqWlNRZUM3eDc5ZzNhT3lyUkZPQzJoTzdpS3hNOXBtem9hUm0zaW44OWtoMnZsUDRYNGk4dk1MTWpEei9TMFJVekd5KzRicnFhN1ptNzYyOFd5NEg4L0xXc3hZWGtzUjlpUEpOMnl0SWlBM3NtWjkxSDV4TStTNVljMWRXZGs3bXh4aHk4R3BjL2p5WmlWMXhUU2pENzlPYkNkUUxDd2cvODhDdk1KNDBZT3FKZFpmcmlTekh4NFVkTGJzblJybFJlY1BPbXl6bWRCZjByczIwb0xQdGdYSDMwRVUxbi9IbitlZlZrZUZ1STdEaFNzeitXYkxYeDlnUHJDUzVJU05xL1cxN2UwZ1ZOTjdseStLc3pUYlpCMkp1Zkk0bE1TUGM5dENoNi8yd2w5WTJMWmVPdFJrQ3ozYzlzeXRjVXZmRmRKOUkrOU4zYlBuZDg3OElSVmJXM0ZlUWxtYVZkVGJ2L3VlcDIxYldiNjltSWRlUXh5OU0wOTZQVFFxSjdFOFM2LyszWXl6aXNMZ21sSkh1VTF1VXh3ZUZnK29CR3Z6NVZHMGd4cUtDc2d1eTdtUURweXY3MUUrVFpmNlcxTzFZN0NQK1ZGLy80TmRQdi96SVlIRnh5RW1mcnpZb1l4Mk5lekFCdjZyb1RKSVVnWVRycmwvOUYyYjlRbGZyUStQc2hGRTZWM2F0VWU2Ymx1M2NlYWg1OTk5T09PNzFwSFRIb1FPbis2dnFDemNabUNOSjlmQUFWdGFIWnZxaFAweUMrNmVldS9KTm9ibFNlRldhMFNjSnNTUlVmS3JhSENwVm50N0EwdnVYcVVaL1pUV2hITXV2UGg2SldUOGFtL3hUUmVQMk5TcEdmVWQvTmFZVEMyNjFLL0puM1NGQWVhNkovdWhvMjFkSGltcWJjak50WDJOSFMraEh3ZnB0Tlo1UXIwMk1kcHI0K3VVTk8yOFNSR1VYKzRjZVRTYTFLR2dNWldXejF5UWgydysxUEREQk1HZUxMSzB2S3JMSWZGSUJ6eHhwMlRQdEJyS29KdVNmNmNRM1J2dFAzQjRiT3ZzK1FDOWhSb2RtMnZMMnllNlVQaTJGRkZKSTRUOEo1aGFXRlBvRWZRZkFHb0FTK2VZZWd5YzFhQWhFZ0V4anFHa0ZiR0lJZ0FTREJRaUNtQVNJQllNRWpUYmxDQUF4c3lDaTMydGZMMmIyQUtFSkJnelNBR3N3RElnMG1BMFJnWWtrbUdNZzFrVEN4d3dQYk9JRUlSa21EbUlOSmdQQWpHNEx3eUJOZ0Eyd1RVUU9rWjNQN01XWW1RbGtNYkVGaGczQUpxTGZ1NXg2WmpBQVF3UURac01nQTRJaFpnUFFLTitSaEdSam9nVFdUREJnWW9BTkFReGhCOWg0ZzBTQ1FNSUhvd1laWUJDWnhEb01Fa0pZV1d5MHgwWVBNWkVpd0J0bHA1QWlOaDRUYVNZaHBQQmxHaE43RjJDUEdXa0UrQUIyd0pRR1FqcUkvV0JLSjFBQWhLemY5bjA2Z2JrL2pvKzhVd2dnbllpS0Vzc044eHVSSzE1cGIyL1BOTlB2Rkg1N3BMcGUvOEc0ZlBua1VQck1zbStTeEg4bjBBYkhzZGNSNktXeW5NQitTUGw2Vit1dWFmcm80TVl2elNQTHJHY1B6VjFUaWdIbGpVMzUwb2hiRFFrbGhYd3UyV1I4VFdNb1N4dnZmWXB4enBiQ0hubFR2b2dFVFR3TkRjWXpKNlhQdGkycGxuVTBUeW9Hb0twK1p6R0RaNWk0ZFVqNjNXQy9HSnBrbEpMclgxaHAyUFFKUzFRYjl2WmVyeGhRMXJDemlnanZZMHMrbkhET3o5TFo2MkJ3UWlHYVk5dDJRU1IyOWJuckZRUEtOMnhmS0tWWUQyUGU3R3crZGJpazdvdnBQdkt2alhyNlorZGJka1VxTnU1WUFac0xraFVEcWhxMjFScm0yVERxMWM3OXpqUkRuOUw2blN1SjhDZkUvUDFFTVNDNDhkNXNJMVdWZ1dtUmppZ0VjRFJaTWFDazdvdnBEdnR2WTRNOHRuaHZzbUpBWmYzMmFnYnFUVHoyelVSM1AzQmp2QXF3M3U3ZUZ6cGYwWEIvZlNSbWRVM2REZ0FxYnQreHduaXFrRUJ2dWlNOEtjWW9tMmY4QVlpUENzdFpwaTNyRVNTTWdSeDFDMnNPSHpydzBKWEtoaDEzR2tGdmh2Y21Md1lFNjdmZHdNTGJJRFNHVERRMnlXQXhXUFBYZVVLb1lzMmtpWWc3VzNkTjArVlhOdXhZemtaWGs4V0h1NXNuRndPQ05YK2RSMzVWemNyN2FVLzc3bUVrcmlkbXZ6MTRhU3lmTmlUSzh0VW1BRXUxanYvbzZMNnZqcFEzTnVVVFU0VVg2LzlsVmNQT1NtTVFPZHJzSkp0OFUwWEQvWFVDcG9ROTk5dkppZ0dyMTk4M3cySDlYM2hLTWFDb3RpazNRMXFiTkpERHJMOTNaSXJ4Sk1hMWYrb21NbUllZzU0SHEvY3owUWlEbjN6NzVPR1VjMjBLS2FTUXduOGluRDk1OU9UaXhTcytaWHpPUnl3N2ZiMHhyczNHdlFTbWNkbzJNMU1nZS9tdG5qdndtaGU3T08yK3BVblpwTWsyR0tWbEU2UkRNRFlKSjlQMnp5aFMwYjZ6YkxRaHdDZWRyRVVNRGloMzZCMWlZME1JaHcxc0lXVVdNOXZFMnZBb1M4RUc0SUJoUThBWmUrd1E0RERJQWRpbTBRS0d3MkNIaVB6ditjbExBaUt5QWJhdmRYOXBRcnB2WWdtUExSdWJobzQvbDlEeFRkeG0wbi9qajVnOUFNaSsxb0dtLyszdFQyWm9BQzRBajhCeEJua0F1d1M0VE9RQjdCRTVBV1k5Ukd4aUlCNGJHNU1abS9BendBeUFhZlFrTVJnTUlRTkMyaG1zb3VmWXdDT0NCck1HV0J1UUlSaXk3QmxGeHJpWDJVVE9HNFlHRXhPeEFjQk0wcmJzOVBrNjNuK0t5RW9YbGk5WGVZTnZ3SUI1ek9DY0FTYXdUVEt0Z09GNjRGaVVpTkxBbkFaQ0dqRUNUQlFBNEJlZ1hEWXhBbk1aRWZtdUVRUW1mZ2JKUHc5bU5nUWFabUFZNEdFUVJnZ1lZY1l3QVNQZXlLVi9PWFBDK3ZtaUl2VW5BRzloSmduQ0FERi9LMVVNK1BjalZSQjRENkJWdkkyRWI1Q0lWaEVBRXZiOFNQL3BuNTRLL3pJcG5ZcHM4MThCL0h5aUF5M0dKcVBDVURVSnNkZ1QzdmU2bnRrMWpjb2RERzYxUFJNdk5VYjJXQkszdnRzLy9PTnpQUSs3QUVDelpsZDdzZWhyeHFNTHdzTGFpd01qaytKR3ltcStrS05ZTHhDWEw3ZFQvcXcvMUxISWs2ZmJyMDJLSyt1M1Z6TjcyV0JCclBWdnVsc2Y2azEyL09XYnR5OFVtamRFWS9Idjk3Ui9KWUxSR0x4Nll0TUxGZThsWDJDemE2SlA5clIvTTZuK3E2VHVpN05JaUZ2WXNNOGQwYzhCVDJoSDdLaFNwTSsvZXVDaGk2VWJ0dDlJTnVhSE0wNU42N0JYMXQyL1NaQjR4OERNRytqckN3T1BtTW43RHMxeVNIOVNzL2VQRTlNSVdOcHJoWlk5YlBOQ1V1UjE3anN4YmNLNHFPWXpmcHVjR3BKQ2tOYkh3bnZ0dDZlOTk4YW1ZbWF4Zm5nby92V1R2LzdhVU9LOUd5TXZkMldkT0ZIVnNQT1Ruall2OTdRL01NM0FyblREOWh0Wm03bUNTREtiVXhOelg4dnJ0dC9La3Q4Z3pkbXV3U3RIZnhHS2xOUjlNWjJsZlhOTXVNKyswdnpsdnFxNjdUY3pNQmpldTJ0YUhqSUFGS3dKWllIVkdtS3hNakkwOU5WakwxN3pyRmhlRThxVFB2MUJUNXJEUXN2TWNPc0QwM3dUeWpkc1h3Z1cxVXc2VHBmc3lURkxOU0dMQXFaY0Qza2QzYytQcFZCc3ZIZUJKaTY4R3JQMkppUUpwZlY2aFFWc2pQTEk3bVA3SHI1YXZ1bWV1WUx0VFFNa25wcmhrL005Tm5QbGxkNjl3TGVueVFESzYzZlVBbGprbXRnM2orNVBwaDBNQ1Y5QWY4Z1FIKzVxM2pWZXlDcXIyMzZ6SmVsOWh2Rlc3OER3RDVJYU9HN1pJbmxRQndXNGN2QkMxMXVlKys1dUVNMGlNTXhvWitHNkxzWXBwSkJDQ2luOGZ1TE5ONCsvaFpxYWJ4Ujd5Lys1di9kVUpLcXVlSDF2dkRHZUNGUmNISExTWnJnbmVxN0R5THNlU3V0M3JwVEE0YTdXWFM4QTRPQWRvUUI3YnNGZzM5Q1p0NDQrRWdHS0JSWkZ4RnpYRlg3L0RiWk85NFFZa3F5VUo1US9MbzMyaXpTamhmWTV3bWd0Zkk0V1dsblNHQ1BZdG9SdHRCaDlMSVdsaFFRQWo3V2ZDSTRnYlJsTnRpRExKb0p0Q0RhUnRobGtrNEh0QkdaVmFiZi9YYTA5Q1VJNkFRRm1CRUJJSjBZQXhBRUdBZ1E0SU5nd1kvK0RIQWJaQXJEL1R5cEUvSjhCcHJHQ2lHU0dBNElod0l5ekhRQURWaEpBTHNBVEpCR0pxZ2d3VmdUQVdLbUFSNWRveVFZMmcvSkJHQzJuQ0NZQ2piRlRCQmsxbkdWWVIwYVZMVVRFQ1kwTEMyWWpWWHdBQUc0QmUwSjdIaEVFSUVDWXdsb3gzcWc2ZEZ3R1FOY3FNdGNJL21aOEhXWm1NQVpBTkVqZ1FRWmRCZk5WQnE2U3dHVmpjSlhBbC8wWjgrZXlVV2U4a1hOSHRYRThiUmxsTVh1ZVo1VHRhT1VaN1RsdVFMMTVKaElCZXJ4b1g4ay9jY0E4SFdCRFNwRjc3dHl4L3ZmaUUveDlSNm9nOEY3QUhUb0h4M21TbVQ1TkJHbTBwOXlSc3h2bkxpaytlLzZObm5mbnpadG5HVE9ick53NXZyelpLeit2VFBUSTRkZWY3Z1FjYSt4THowQU5KRHMzRWNuRmNXQmptczhBQUE5SFNVUkJWQzBmZTZWNWVqRUFBTHpjMlJVV3N5MGxOWGEyblBpSGhGbE0rZWJ0QzdYbU5FdmlWYmFjRGN6cXBZa1RvK0xpa0NNYzd4YVFmWnhtNTMrRTlmRGV3KzFmSC8rU2xUWGN0NGlCaFJyeWpDMjExM0c5RHZUR2U3UFowR2VZekZPalJtMGhVVkdueXdsbTVFcmM3c2wxUklNVTh1bWp6Y25OWUFvYVExbU84VzR4Z09VQkxhKzg4UHBnNWFhbWRkcXc2VzU3cUNkWTg5ZDU3QmZyTHZZTi93TE5rN3Z6RlEzYlNxQzlpTWRXaFlIMzdFVHRQY2FjZkgxQ2YxU3oycHNvQnN4YmUzZmFuT3owVFo2blR3RGE3Mml4c0dQZnJwOU5PN0NhR211R3ZLRWNMQzhiNGpYaHRqM2ZtTHBLNllidE4xcEdmQlJzL3NmSlgvL2RFTFpza1pXRHk0TU1qSVRiWkhmRnh1WFYyamFuRCsvYjg5clViY3RxUWpuQ1V1VlF1QXdMczhJdEQ0NHpDRW9hUS9PSTNUUVlPUUFvZWJSdDk1c0liclZ0Q2xSRDY4Tmp4WUQ1REU3dmJObXpMOWw1QllEc0hQY1dRVlRVUitMTHAxOThlUHpjbE5SOWNaWlB4TmRyWlo0UWtPczlqa3lMWml5cEM4MFN3cXVHMERDZXQ2ODd2R2VjR2hrTWhnS1VwalpyY0VmMzg2TkZvdXJhcGx3bHhOcXVsdDNqNTdLOHNTbmZZcjVUd3p4NnJQWGhxNnRxdDgyMkphMDUxUExBRDFiVmJwdHRwRmgydUcxUFVqT2ZzbG9kRk9CU0hSdjgzdEgycjArN2Rnb2E3L0psRzNlallZcDNOZTg1dUtnbTVNK1c4UVcyWTYzWG1nZU5VZUZJMy9tT3lOWGYyTE9YbG1SS0dKOEEreXdwTEhmWU9aczNVTENhMWZEdGtkandUMk94ZDlPbFFNSG9uc2tqTXFtRWdSUlNTQ0dGLzZ4b2IxYzlhSi9taEkreDFDajA0TjlVREFBQVNiUzhxK1g0enhNVHUvQXZRaEVBRStKMWU0QXp3Q2psNEQxWHEwMHpDdjUzd0pxeFpFbDZ1cFdad1NxZWJ2bEZ1bEhJRUpBWllBcXdSSVpnQkF5RUE4QkhZSWRvbEFFeHhvWnd4cndiSElCOUJEZ0c1QnVWQ0pCdlZFZlBmb0FJRExyV2UrYXhPZkVFZ3dlQXdFd0ptUVpkb3c0UU13dUF4T2hzbUluSHBCNGdIdDNuK0NRYXhBUUNFdnRKVExBbkxwc09Bc1puOGhNZkF5eEdKKzVnd0lCQU5rQTJNM2lVTGpGeFpXWVFqUlVDa0NnTE1GZ3BBcXpFK3FNMUErTFJSZ1l6ak9vbElzT2pNZ0ZPeUFFSXhNU2NZQUtNTGg4OVFRWU1wbEdhZ2lHR01zd0RJQXdTTUFDaUFUWThDRGI5QUEweTBhQWdESGpLREVyb1FTTlVmNHhvOFBMSmswbGp1Q2VoSm1TVitXUHpobW5rM1RlYlc2ZXhjcFBoNHNXakl3Q1N6aUZTK04yUktnaThCemgzN2x4MDBiSzhiMER5SW9EZVI0UzVnUGlTNHpnZldsUlUraVFCK1dDVkp2aHE3dkNWN3FWZTVPTHpDNjMwbTJnRmFlSlNZMEFHMU04RDV3K2tTenN3dzR2MTVTMHFLbU1pTnN5c3dHUUliSmhzR2IvYWRWTkVSOTgyWHV6eW9zTGhyYUJTQXhKaTVHTFhDaDBmZWt2Nk1tcU44YUlxMnV0ZnRLTFVHR01NRVJubGY3bHc1SW9VaGswUlFVZmR5SVdTQlN0V3JZSVdSdGgreSswN3ZUb1d1M0FpTFgzdWhyNnJwNTVmdkx5MFdwRTJRZ2hEU2hnbGxFbno1YVI1N3BVdEpoby8zbmZsYUd6ZTBwVUZUdUJnV214ay9xeDQveHV2WmVRVWJvNjdQUHp1eFhEMnZPV2xtVVF4RmtJd1JZbUpCRWVFNFBUb3hUcVA3QUNyK090WGVwOGRYSG5MdXB0Y05aUTcvTmFMenhhVzN6blhFMjR3MW5mMjEvR0JZM0wyN0pKMEtTK3pFSUx6bDMra0NpcWVabGlRTWU3Snd3ZStkaTdoNDRPeFFnVnMrOU9HNmNLZ0dENkVNYjM0akFDcVdNVlBzZlRlc1lXdnZDTm1Qem4xOHlzdTN1TDRuR1cxa3VnS2cvTGpjVFd0WUZCYXYzT2xEWHpDTTdGSEQrLzd5cWdNb1c5SnNiRWh1cHIzdkxDNk5yU0VKS2VGbXgvODFkUnRWOVZ1bTIzYmFwMW02Nml3VlZsbnhzbkhKejd2c0tvd1JneEwwZ3M2V25jL1BscG95Qy9Yd3JzWWJuN29iU0FrU0pqS21IU25UZVFUcUc3WXVaWUpLendWZS9MMHZqM2p4WURDZGZka1dzSmZ6akRIaEcwM0tIZ0hreFZyYk1OK0NNQ0QvZktSZlh2R1J5ZkZOYUVNVGxQVndsVmQzUWUrUENwdnFRbFpScHBxbHQ1NGw3NjZ0aW1YamZ5RVlSeVBuWE5PQUNCSWNvWmo5ajdVaEN6SFV1VTZiazA3L21Cd3E4MTVxbFlRVm5BcytvT0pSYW9FUmowRFREMWc1dmFkZi9HblMwdHFWdG1SWXpVdTFKeW8yeDloNGR4aTRnUERSa2ZmbjJWbHpBUTRENUM1QU9VU2tKNjlZT2xYVGZSODJVamY2VXF0aG1jVHVIY3NFQVFNZUdCS0hrZVlRZ29wcEpCQ0NyOER1bG9lZU9wLzl6RzhSMUI5Yjd3eDBBY00vQmJyL25zaEFFZ1VGSWg1c1pqd1BFL29uQnloUFU5a3FuU2gvSEdwdFYraytaVFFXZ3VqZk1LeFhXbU1MWlJIdHZTekxUelAxa0pZZ3NnMmhpeEJaQmxocElDUWJMUmdJYVEwTEF5VFpHSXBBY0hFMGpCSktWZ3dpOS9SQjhJd0dUS2FtSWxHeCtVQU1Sa3lobmo4TVVnempSb3NHQ0l5Wkl3QkVST1IwVW96Q1RKRXdtaXREUW1qaFpaYVNhT0VrbHBMcllWbXBhVFV3bE5hRytPUmtNWjJ0SXE1cnJaaXRvNzRYR1VORFdtZno2ZlBuWnV0Z0hEU09PMy9aV2dQcWNQQW1kOWl6UlQrZzVFeUZYenZRUE1MQzIrUThPOGtRWDkrYlRHN3pDU0o4Ry91UW80VzlzaGdsTG5EekVSanVpQXdzeDR6RStGUlN4RWlCbXVDa0dEamptcUh3R1B6WlNaSVAwTkhDZEpLUEQ5R1ZXSXdFWWdzTUNzbUtEQXpZV0wxa2taWkRFU1N5SjVoZFB6UzJOODhKdnNhclRpU2xjbEdSWWhZamRjOXIza0k4UC9YM3YzMHlKSFVhUngvbnNpc3lxcnVhbmVQWjh5Z2tRZVFWbHAyUjBLN2lBTUhicXM5Y0VPOEFONEd2Qm1FdUhQanVOSktuRURpTkJLN3N5dGhzV1pnWmhtd3dYWlhkOWVmakhnNFpObXlaenhvREFaYnpQY2p0VkxWaXN5S2pDcVZGTCtNM3k4a3FYVERkYVh1MDhiejJDbnVWeTNqK2hEdTdhZm9aa1pQY2RGSFErRnVlQzNaMzdQNzQ5VHh2cFFXUDE2ZndMT3VXNzdlMnVaTzBqYWE4c282bGY1WWRYOHV1MFFxVWo3eTQrZTR1Si9mU04zZGtmdVYydjdCazllV1NwbWRXV1ZlMi9aUnJubHhmeUsxYlV2YjJmM1I5SUhWanl4WHQ3dUZYT1pwNDFVcDNhSzE4ZnpKYTgrdlMwcHIrN1dVdlNPN3pLNjE3TzhmUnQvdTV0ZGIyOTM5OExVZjZycmhSdEpxMm5ndnltUEw4VDF6NlpkSzNkcjlVV3U3cDY0OG1kNWo5a3ByK3cvdDFqQ2RuN1ovOEdUYitWbnE3dDdEY2JMTFVNcjhlbXY3ZThrMEJwNEtMYldIN1ovMjN0UFlENTlKR3g4a0h5M1k5TEFQcFJ0ZVRkM2ZqMnFkQ3RXVXM2Uld5OHNwWjFHemp4c2JsK0dCTXBha3JoSlZXVnRMUjVMVVd2N3pZclA3MXAxZi9zOHpQd0VDQUFBQVhuWUVCUDcydXMvLzA3OTh3OWEzSGIwbCswUXVGNHAvSFkyam8xbWszdFlzaDhJeFZobW1XYmxtU1hvL3NZL0hpNU1wQkRFbUdtMFhwVDA5a3VqU1I2bFAxZzk4N0I0aVcvRWhNY2xUWVpFUGZUY2ZKU2c5Y2U5K1BMdnFzWjc1NzcxYUw1Ni9KSkY5NVdndjViK2k5dDNiLy91ejc3L29mZ0VBQUFCL0xTL0Z4UExUNkhPZis5SXJYcFp2Rm5mL05sdTgrazUvOXEvZisrMy8vL0JpS1oxVURTZTlzeXJTU3A2LzBwWFpqVnF2U3FUalloMDMrY1RKTlVzcmxlRk5GNytpMW9aa2J5bUx4RWR5bHBhUC9wcjNrS1JKdXBCOVdkeDN0ZTEvSy9uU2FoZUt0NUkzdHZjcS9VelovYTZsWFVyZUZtdmJtamRTdHJFM0pSbmREVWZ6NDg5K2RidCs3OGRSMnl0eG1ZSURVMDVXS1Q3a2RVMTFHUlVyY3R4MWNqdmtVcVZNK1dKRi9oTlBoRjhTdGt1Zmp3dWkvSTNNbDYvKzgyNTc3eGVIalpPZnFwK3ZYaDkzNnc4KzlpTEpVa1ducFR2K2g3U2QwL2E5cEd1MnIwbmxNMUtPcER5MzlLUnA2eUxma2ZQN3JqOCtydVBsMjVIdXVPV3U3SThXRFB4NGoxSktwSHhkMGs4bHZhT1creTM1NmJzLy85a3ZubGVmQVFBQWdKY1JBWUVYeTY5OThXdXJ4ZlUzeGwvLzVBZlBNcEhwYjk2OE9kUHBtOHZqMVJkdTdoNThjTC8ydTA2YisycXRsYjRyZmUzY2w3MW5yV1RWRjUzVnRGTVhuNnAxWjFJN3RYMnE2RXpXcWFSVDJhZEtUaVZkLzNNcXd4NVdDOVFrbzYxUmNZMVRMYmVwVVB1MEhVcVNlbWhYWlZkSFk1VFI3dmJ1aHE2T1Z6KzNjdDZTUzBzWHNpNFRYY2psMHFtWExicFF5Nlc3L21Lc3VYUy92WEFiTHM0MzdmTCt1L1ZDZW1mM3JIMS9nUjZia0w0WVgvbjM3NXkrZC9zLzVxNmJvM1R6VmUrc2lyVktseE8zcklwOXJHN3hlc1pkYjJzVlpXVnBaZmtreWttazR5SVBrZVoyZDNMWURyY29ubG1heVZvazZxZENQWjljaTBaTDcwbjZwZFJ1eC9xVnBQK0wycnN0L2sxVXRpZEhOMC9rZnJmKzROWjdyZjFoOC83NzcyK25QWEdmM1p0Zi9QSWJ2NnJuZDNYcjFpY3FhZ01BQUFEOFBTQWdnS2M2ZWVNZlh6dGR6czRjbjduem1ZclBISjJwNkd3S0pQalV5clhJMTJXZFdWNVo2YWZKbi9za25lMHVTU2VyYzlURjZoeDNjcnFwYnNMRDQ3UFhUL2hUa2x6SjJpamFTZy8vc3BHOGpiVlZzaW55TmcvL0gyOGxiV09OZHNha2pGYkdLWGloTWZGb0h3SVhLV09jMFVsdHpwUXVrVEtXTG51MzFLVGJ0NUxScmRWRSs5SmxiSzBiUzVjeGUrMUs2YW9rMVRMMmx1WlQwWnJhcDgyNzVuRldpbnUzMXNmdVMzUGZpcnRpOTBuckxNOWk5VTc2V0wzbFBsRWZwM2ZjV1pyRjdweDJPS3BQMGNwTks5dXJLQ2VTVnJKWFNrNm1KL2gvZVdIUkpHMGFINCtPOXBGR09YdEwrMFNqNWYxVWUwS2psRXRadjdGOEp5Mi90M0tueVhlYjJ0MHk1bmRhenYrd1BQdlMwYWIzZjkvKzBmYzN6K1VMQVFBQUFPQ3BDQWpnZVNrM2JyeDExSjN1bHE2em84Vjh0dGkxY1RsTHYxQ2ZRZkV5OGRJbEN5VUx5UXNWTDVJc0xRK0hKOGxMS1F1ckRFb0dXWFBGUTl6bVZwbkxHZFEwcUdodWVaNldRVVZ6U1lNMHRYM2V3WVZQZzBSWGNqYVN0b28yaHlES1J0WldtVkk3SkcyaUhGNTdVNXh0azdiRnVXck5HNmRkTkdsZGl0ZXQrcngwZFYyamRZM1hibDVmakdWOTcvYmJGNUkrU1lyRUMxODVBUUFBQUh3YUVCREF5NkxUVzI5MU54ODg2TGJiYTkxNHN1bWUyQ2Ftam1XY3o3cFdhNW5QeHE3VldXbDE3TnBzVm1hdGxkYVhMcTJWV1diZWx2M3hMR1doWkxBMFNGNDBhVkRKSUpYQlUwRGk4ZjFySDdXVEh3VXNCdWtRdUxBR1JRdEpDMG1Eb3FXc3BlM2hMN25oUkZkV2FxeHBwWUUwUnRQUjlwZzJwVjhrR21OVlcvczBWVHVqNHpFK25QUHc5ZFJ1dEhJNFgzdFpWNG5XTGw2cnRmTVdyeTJ0MDlXMTQzVnAvZVZZYXkybDFYMHByWXkxZG4xWDkvdXhsbjVXKzkyK2J2cWhkdjFWdTloc2FqOE1kWDUrWHQ4L09xcTZkYXROKzl3eWVRY0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QaVUrQ094TWR6UUUxU1V6UUFBQUFCSlJVNUVya0pnZ2c9PSIsCgkiVGhlbWUiIDogIiIsCgkiVHlwZSIgOiAiZmxvdyIsCgkiVXNlcklkIiA6ICIxNzUzNDk2ODE2IiwKCSJWZXJzaW9uIiA6ICIzMCIKfQo="/>
    </extobj>
    <extobj name="ECB019B1-382A-4266-B25C-5B523AA43C14-4">
      <extobjdata type="ECB019B1-382A-4266-B25C-5B523AA43C14" data="ewoJIkZpbGVJZCIgOiAiNTAyNjQxMDQzNzkwIiwKCSJHcm91cElkIiA6ICIyNjIzMDEyMzYzIiwKCSJJbWFnZSIgOiAiaVZCT1J3MEtHZ29BQUFBTlNVaEVVZ0FBQkZVQUFBS3RDQVlBQUFEbWNsR0ZBQUFBQVhOU1IwSUFyczRjNlFBQUlBQkpSRUZVZUp6czNYZDhITmQxTC9EZnVUT3pCWjJka2tBU2tzQUdraUNCQlVoUlZJRkVFRVhGTGFaN1lya3hUdktVSnlVeUtUWm5MUllWNjhWeEZEbTJYaFRiY1J3NW9Vc3NTMEpoRWRRTEdrbUpvRWpCRnBzc3NaTWdBZXp1ekwzbi9iR3owQUpZU3FRSy9SeWQ3K2V6bjFsTTI5bFpBSHZuekRuM0Fr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hFSHlYNlF4L0FoOTI0cWFVWEI3UlJtcEhRVVBHNDdrbmtlRjc4d0lFRE1RRDhoejYrODhCQllhRTlPcFp0NStURUxUY1VzanczWUFYc3VLMDl4OUsyc2gxUFc4YTJMRnVUYll4UmJCdmxNQk96cll4bEZKaUoyVkxNSUp1Tll0c21acU1zeFFwZ1lsYUtEU3ZZRmpHelltT1VCU1RuSzFhV3Z3NFVpRG50WndCRW1nRmlRMlFBWWhDWU5MSDI1eE9SSVUwTTBxd0JCaEVURVFOZ0lzM1F5aERCWDFlejV4R1RJa09nNUxxZXh4NVJjcmtpUS9BRzlrRWVNWkZuaUloZElvWkxySlRSbm1WcFN4dFBHK01tSE8zWk9zdU5lZXc2dlFudmNIN0NSWGQzL0EvOW9Rb2hoUGovaW9YaVl2dkN2bnpMZGZ1VnprK29QTTlUcmh1eWROaFRSb2RVTU9CYVJnY1ZHMDg1am0wWmJSUWJyWXpqS0RaRzJVWlpxWjBSYWVNcFpjaHpqVksyVnBZeWlZUnJsT1ZvWmNWTkxHNFp5dzVxcTcvZldGYWZPV1hieG5JY0V6aVZvMzhmT0dxd0o4c0FYZTZIcEozendTb3NET2VyRWFHQTBrR2JPR2dSQWdlVXUwL2FBa0lJY2Y1SVVPVVBvYmc0aU83dXhKZ3hKZG5abzUzbkNUVGo3VlpuNWhnQkxnTWVBUjREMnA5NlJPUXhjL0k1d3dOQkErd3hrMHZFaHBrOEltZ3dheWJ5S0RuVnhOQk01SUZZRTVObVprMEVqNG0wWWphR09RUlFrSUFBQ0RhWWJDYTJDTENaMlNhQ3pTQ2JBSnZCbGtJeW9nQ3dnK1I4aDRIa05MbTlBOEFCMkNhaXJQTjNzais4bU5rQU9BMlFDeUFCY0J4QWdvQ0VBZUlBNGdURXdkelBSUDFnOUlPNG40QitBK3FENFpnaTdpZENuMkhxaDFZeEVQZVQ0ajZQVEF4YTlVTnpIOGowOTF0dXYzMHlkT0pnYnA5WEdJdXBBd2NPOVAraDM3OFFRcndOcTdDd01BQUFCdzRjU0FEUTczRi9CRUQ1VXdKS0NNVUpLdkk4QWdEUDg4aVljYVMxUzhaNHhDTTFHYTJwd0JqeXZHd1ZEOFpHMkJUSVZiRHlGRGlIaWJMQnlHS2lMRXNoeklhendDb0xpc01FWkRFakc4UmhzQW9UbVd5QXNnQ0VtSkZOaEN5QXdza3BuUGZsYkowSERPNkZnVXNFbDRFRUFQZXRCN2tNNHhMZ0FzcGxacGZBTGtnbEdPd1M0RExEaFVwT0NmRFhSWHlnZmNOd0NjcGwxaDRSZWZDM0lXYVBsZVV5MkNVRGp5MTJHWlNBTnYxTUtnYlNNU2pkYnhKV3pIYnB0RzMzbXVNQVNDa0dBR1ZaQTRFaG96VUJBQnRESXpBQ3B6a2V5bUl2Ykd3cml5M0tBcXV3clV5WURXV0JLY3dLV1lvNHpJd3N3eFFHVWRnaVpETWpDNVQ4eklsTUZvT3l3TWhHOGpQTkFwQkZoR3lBQXNOUEpNZGh2SG12N2Q2eDdmeCtna0lJOGVFbFFaWHpiRUx4ekVzdFc5MEJwcWRjTjc0bEVBdyt5RXpUazhFR1dNeXdpY2hLQmk1SVBoL3h4NE94SGVCWEFjb3pYbUxaM3U2dTdlL0RoWW9RUXJ5dlJoWVg1K1haV1g4Rm9BNU1CUEJEWHUreEh3ME5CbDk0NFlWWlJIbGh5ZzZHb0wwd0hCV0cwV0VZSzJ6YktnUmp3bEFVSm9MRHdFZ3c4aG5JQVNoTVFCYkFJWkFLZ3prTGpEQVJoUmtjQmhBR0tBeHdGa0E1UkxET2ZMVHZLdzlnQm9NWjhMTXZtUWt3NEdSR0pRT2NuQ1NYRTRNQlppQzFUUklSQ0F3RkVCaFFJRTRHazVnVUFRUXdnVUFNS1A4Y0U2VUNUa1NLbVJVUnFmUDB2dDlYek16K1RZbGs4SVhZQXlmYjA1UU1yQVVaQ0JCUjhBOTJrQWJmTTRSbkV2SDRNMis4dG5PZlpBUUpJY1FIU3k3YXo2TmtReTduKzBSWURMQmhSZ2VBQWhER0U4TmlJb3VZTFNTREt0WUhIVlJoWmdaUlA1ampBT0lBeFFHTyszZUl6aGtCQkdJRkpvc0FZaVlGWWdWQWdhRDhCcGdDV0JHZ0dPei9qTGNlZmtPTmlFTHYvenNXNXdNekd4RHRZbTMrZnUvdTdmL3loejZlLzRIR0F2Z2JBQzhCK09uN3ZHOENrTG9RaUgvQURmRVFnSUprRmhXT1pWZyszcDhlZkpmSFlTY3ZJdDkzQmY0NU92Z0I3RnVjQjBYVFpuOGZvRDhqUWhpQVp3emZ0WGVYdStiQ1lzeHdiT2NyaWxIQWluTEFIRXArMWhRRUpiTTNBUVNKT1RrUHllVU1PTy9sKzlxL1NPOERxQS9FZlFEM2dTbm0vdzNHL0F4RGx3bHVNc3NVT3BsMVFacUpQV0o0eE9RWjRtUVdhekpEMVFQWUJReUl5R0pETnBKUkVvdEFDc3dXRXluRnJEalY1bEQrZkNaRnhCWkFDZ3dMQkFzTWxReUdHSnVJTERBY0VOditPUW1BS0FTWUFERWxBd3BBRmhPcFpBcXJIM0FoRUVBRUpFdHQvMWlES3YrL1l1WVlnSTFFZEtNL3kyWG1GdU41dCt6cjN0SDFCejQ4SVlUNEgwMkNLdWZScEttbC82S1Urc3A3M1k5aFBxMkFFd3ljQlBnb2dVNkIxR215SEUvcjJCNHdUc0RnQkJOT2dIRmNHKzRqaTN2aGNWOHM0ZlY1VnJ6dnhKNDlQVWk3NjNRK2xWMjVmQXh5Z002R093K2Y0NmFCY2VOS0hUZTN6OHFLQlcwdkZMQ0NUc3oyWE1keWJHVjdybXM3dG1VWks1Q2w0RGdtMGVzcFJiWlJ4aktHYkVzcHkyaHRLMFcySWJLVklkdVFzWldDelVaWlJNWm1nazNHQ2pCN2lzaXltZGdtaHMxRUZvSHRaQ1lSSEFiWmxHeGMyZ3c0Zm9hUm5Wb0hCRWNwWndUSXlqSTZkaEtBbld5RStxVlJ6QTZVUHc5d2lHQXp3d0hZSVNpYmlSMHdRbjhzalU2LzFLaWZtZDlVU2wzNjFnTHo4OWU4dmk5SWJmZFpzLzJMOWdJQUkvM0hVUUN0YWV0OEdzRFBBTFFEcUhpZlgvOHlBTS81enk4RThNYTcySWNEWUJtQVgvdUJuelA1QW9DZkFIZ0NRTldRWlNFQXFheUJNUUNPbk9NeFhBUGdSd0IrRE9DYjU3anQyL2tNZ084RGFBSHdzZmR4dittc1pDYkRXWXY3SlJMaUxFeWFQT2R6eWs0R0k1bTVCMEF2UUlmWjhCT3djRWlCMXB5UDR6QnNUaE9vTHhsTVFReEVEdGc0Z0hJSTdERGdnT0FRcEZ6Mmc4Q0dlMERvQTlEUFFEOUFmUVQwSVJtWTZBTlJQN1B1QjZrK0VQZXpScThpaWdIY2I1ajdpYXcrRVBkcjVqNmJWQ3kxWDJPTVJXeENzRlNJbWNMRUhGS0tRb1k1REhCUWtSVm1jSmlaUS83Tm96QVlJUkQ4QUI2SFFTb0U1dkJBUUk4NURLTGNkOHBvWXVaalJwdEtaVnZ0bFB3T1NjMC9HUE42WjczWjNYMnViUzRoaEJCbnlmNURIOENIeGNTcHBYK3RsUG9LR0QyR2VRUEF6NUdpQ21MY0FPWW1GY3cvVHJCNkRjeHhFeisreHhqMEVxTlhhKzRsQzcweHovUnlVUGNlMmJYcjlOQzd0cVZWU3dzRFFXZGVXOU82WDd6WDQ1dy8vOVp3WW5RK3RmOG0ybmZXR3kxZWJFVjZKbzl0My8vcVVYUnRPR09XU3lTeXhPR3hZeUlXVkxDMVljMFRRNWNYRjk4Y0RCU09jcnBhb3FmUHNJdkVoWkViTCtoOGJOMitZMmU0Y3oxbjBhckpqa1V6V2h2WC9IdjYvS0txYUdoRTBMdkNlSHJmdHMxMzdzNTRmTlhMSmlvbmVHWHZYdldUcnE3b2tQY1JWZlBxK3k3Y2Z5anIyTy9iTTUrYnN2cmxZN1MyY3Jibjc5bzNvNmN3UDZTeUsxd2RlMlo3ODcyOVp6b253eTIySXBFUnFyMzlnZlNMSkd2Y3VIR2hZREFZSU1vT3hZbURLaGdJS3BnZ3NSMGtjRENRTlhxU1R2UzRoaE11Z1lQR2tCMElqcmpVZFU4ZEp1TVpKdGpFbkF3YUVWbHM0QkNsQWtBVVVzeGhCb1doa2pYYXhHd3prb0VpWms3ckd3ZE84dmxBdnprT21CMENqcmtHZFFkMmIzOTkwclJaODRtc240RDVFZ0xkV0dSbkwwTlIwVDE3OXV5SnZjMGIvekJ4QVB3Y1FDNkFIQUI1YVkvc0RPcy9EZURLdEordjlxZU5IOEN4alVsN2Z2UmQ3dU5lQUg4TjRFc0FLcytRaGZKQnF3SlFDR0MxL3oyMzRuM2E3M2IvTS9zb2dCb0F6VU9XL3dEQTllZTR6MjhBZUNqdDUwVUFHczVoKytVQTdnS3dDOEJGWjdsTkNZQjk1M2ljZi9RbVRaOStBVEdXcFg0bW90VGYzUVZrVWVuNVBCWkZLc2YvWFhyTFFBeWRNdDd4U21hMGtDR0NBYk5oa0FHQktSblVab0FNcDBwM21KZ0FrNnowZ1FISUFNeEVTRzdIL253aXBtVG1yUEc3Umt1dXgvNTZ4QXlHSVg5N0poZ3dtV1JuN0p6YWx5YUNZWWEybkt6eFJzY1BNWnRlQUV4c1BBT0trOTlIQ2dNSlpRWERsaFVLNjBUUEhzTWNJMUFjU3J2TS9uSllDUVlTekhDSldCdG1UekY3UnFua2xPSGFnWnl3bCtnN2JvZnlROWw1UlhNVHAxNS9vZS9VNndlVlpXdlBzT3Q0Mm9zN0lhOHZsdENCYk04OWN1cVVSa0dCVnpMMitwR0ovdXkrL0Z3dWFOLzBMZjl2WUxFVnFaNVcwdThkZmEycjVYdVoyeDlWVWJzc0hCL1IyWERua1RObHpzMWR1SHlVWi9PSWpuaG9EMXBnaXV1UjA5MFFQVFY0L2FnQ29weDVINHN0WU1NN2xjeGFoWVdGZ2I1UXlBa3BGYkQ2S2VEWnlyR1VjdGpSNnZWWFg5bHo0WlJaOHdPVzlVc0NwaVA1ZXo0dWFHZC92N0N3OEF2UzM1a1FRbnd3SktoeUhoUVZsWXlIVW4rT1pBdWpLWGFjLy9mQmc5dDdnY2kvVFpnYWY1RHRpMzQzYmx4bEJWbFVwSFg4a2M2TjkveitiUGM5ZGNIUzNFRFFpUnlKTzQrV1ZQMWxUbGZMOTNyZmJjcCtwSHJaUkpmc0JmNGQ1ck5XZm5wS3BURW1PT3VDUy9lLzFJWGZaVjVyc1VXang1U0JWRy9yWTJ1ZUg3cTBlTjdOZVNORzVGZjN4b1pkcEdCbXpjb0pDdkZqUVN0Y3dkcjBENzBZcUtoZE9iZHZ2N00xdTlBZFo4aE02ZDBYK0svQmIyeUpNeXBrYnRUd1dyZHR2bXRQcHFPYlUzZDdrUUdWSGp4eDZwY0h1cjR6TERBMHUxWlBUM0F3Ny9lNWVEUFQ5cVUxMGJHSzNhdVZjWnV4WVlNTzE2MWEzRy9zRFR2T05xQlNWV1ZYQkJlVUc5QklIRG0wT1gxUldYMTBhaUNST1ByQzV2VVp5dzJtTGxpYW01TVR5ajhhVjV2M3RrUmpBRkJldldvNkZKK2tvNGNiaHdSb3pwYU5vaUo3VEcrVzdXYjMyVm1CZ08zRUxjZTF5TEV0eS9ZVU9aWUhSeEU1Um5tMlVsbk9nZDNtRUFEc2ZlV2xGeVpPbTMyTEl2d0xRT01BdnNXRThqb0IvT1pkSE1mL1JDNkFhUUNtK0Q5ejhtNDVVaDBPYmdQd0pvQ1QvaU05VzRRQTNPQS9mL1FET0xaVVVPVVUzbVVaSUlEMWZrYkhKWDVHVGQwZklDdnU3d0M4QnVCQlAraXczVCtXOTZyTDMrY1NBTjhHc0duSWV4dmxCemJpWjFGNkZQS3pVaklGMGdEZ1ZRQWQvdk9KQU9ZRDJBMmcwNTkzTVlDNWFlc2ZTeXZkeWlTWVZsTDFSNUVCOTM1alkxMUppaWVta25RTm81dkkzTStHWmhKUkJjQWFJRzA1NFF1TjBUMnNZNGNBMGdBOE1HdmxaSStEZG84WmRudUlvSm5KNDFSbjc4VGFzc0lGUkVwNWJ1K0IxTHhrd0lFMEV6d1ljRERuZ29nWDYzbkZlS2NPTWlsTnpCNHphU0xXUk1vakoyK1ViWWZ5NDMySFhpWmxORE1saUVtVFpRV0NPUmZOOHZxT2RIbHVYdzlnbUpReXhHQ3RUVEk0UWpBRVk0STVrOHUwUG4wZzBYZm9EU0pqeUNQMkZBeVJOakEyQlhOR2oxVEt0dHg0NHJUbkhUbEdyc2RFeW9UeUxobXZiQ2Q4NnNncnU0bUlsYVdNaXJzbVRzU2tiRU1xeGxiY012M0tNcVFVVzFiTTJMR2dQbVgzbWhFWWdZSkxycTJHTVgwSDN0ejMxT0dkRzg1MGN3U1IydFZmajhINnJ4MU4wV0VCMTVLcWFFNTJFSmUxTmtVM25Xbjd5cXJvZUFTOU9hMU51em9xNjZkZGtVaDR2OW45OUk4ejNpeEpOM1A2VGVPQ05pSlpJWlBISGowemNEelZKUmV4MG1PNnhoejJTMlFXVzhBR2s5NldxZ2g1TmNidzdqTmx6VjFTdlN5ZkhWVm4rbnNmUmN0ZFhrWGRxaXBLZVB2OC82WCtjWDlqdkJjeU16b2JzV1hvOW5OclY4K09KVGptT011cHZmbk9Weks5UmxuZDZ2bkhZMWJubnBab2Yxb20zeUJGUlRlRjhvcEc3eis1YjJNREVVMVB6U2VpYTFYV3lNdG4xQzd1NVAzNXA0ZmZPQkpDQ1BGZVNGRGxQREFocDBJQkZ6S2pINHd0eVlBS0FMUzcrM2VoTFZMN3lYS3dkeW16ZnVIdEFpcGw5ZEdTaE1HYjZRMlIzTHpBWDU5NDllUzlJeWVQK0poTzVIZjZqZTVCaXFxaW9kR0JSSEZiOC9xdU0xM2NsRlJGYytEb20waWJIN2FkUTViS25FVXI1c0NvaVpaQ1hGTjg1NW1QZmNaVXhlWWlqL1d3Y29JTEkwdXk4a2ZtZjdFMVo5ZjNacXZpUytmUHYzWC9jODk5cHg4QVpsMjNiRmJRbzZrZWg3WVpqNFB0RzljTnluQ3BxRjlkcHNpWXZyRlFZZUpTYVAzMDBNWkMrZGl4VjNxV2ZuYmJJM2U5bnVuWUl0WEw4aFU3WDRKbC9mT0I1KzRjMWxDWlhydmlBbHZ4VmUwTmEvODUwL1pURnl6TkRTcnp6WDIvank4N3VQM2Uzcm0xcTcvS3l2cjFqc2VTbjFOeC9jMTVCVHAzUWQrQndPWXpOV1JLMWVXbFVMVElUdWp2djVnV0JKbTZZR211bzcxTFh1L3JmKzFNNXpZM04vQjFkdFQ5ZTVxU0FaVVp0ZEdSaE1TQzlxYjFBLzJabE5XdW5xM2lmYSszdC95ZllRM0N5STNSTElycno3UTFyL2xoYWMxdFdkdWI3KzBENEdIUEh1OHdnTWpFSlE1R1hYanBTZXZvYTNzYjdodFd4ak8zYnZWOFRad3ovbUk3N0xuWFRXdmZ0T2FsZmE5OC9MR0xwLzMzVXlCOGtrQWpGR0dsQkZVR1dlaFBlL3hHTi9zWktRc0EzQVJnNnhtMm13ZGdBb0Q5QUlZRko5OEhxYURLZThsaU9Bamd5d0FlOGJNdVZnRzQ0MzA2dm5QeEl6L0FzZGJQSUhrYXdJSDNZYjlyQVh6UkQ5b1VuQ0VUNTM4QmVLZitoSDRPNEUvZVpubXp2eC80UWFyNWZnYkxMZjY4bTRZRVZlYS96YjdJZjcxUEFIamhYWloxL2RFalVob0d4NkJRQUdDZmR0MzZBNy9kMFoyK1NubnRpc1ZRbk4vUmNPZi9UZDkyenFKVmt4Vmhha2Z6MmtjQW9PemFsWk02dDZ6Ym03YUtLcTlaZFIyUmFXOXZXcC94L0piV0x5ME1JUGpKdG43cm45QVN6UmgwcTZoZHRiYXRhZTN5b2ZQTGFsWmVCVks3TzF2WGJDdTdMbHFoRHY1K1c2YUFlZVM2MWJPVTBTKzFOcTdmUEhRWkFNeThkdFdsWVFkelBNTEJ6c2ExVDZibUYxVkZRem5aNWhMZDIvUE16dC8rNHNRWlRtR2F4VlpsM2VRcXcramExN1QralV2clZuN1dVNXk5OWJIMVo4eVlMYnR1NVNUUytMVHFOdy90ZUhKTnByOGJ5Z2w0VmE2eE96SXN3OHlGSzhZcHh5c2d1S1hhODVxblZNMFl3ZXhsRDgwK0xiOSsxWFJpc3RzZld6T28vREFjVUgvRmpEWTNvWi9jdG1YZFFIdUFMUE1SSGJmL0hSczI2Qm0xMFpGQjlpN3ZhTVlqcWVVVjlTdnFLVUdIT3piZmxmNjc4cGFxcUQzUzlwYTBOcXo5TmdDVTFhNnFKc045clp2dkdyakpWRngvYzVBbzlMbk94Kzc0KzZHYno2NWRQY05UWmxvb1lKM1dNQm5mZTNudDZrKzV4dHUrcDJYTkdUTStTMnVXend0YTFzZGJHOWJlZnVIRnBROEVRL1EzQSs4UktBaUdSOTRTUlBEK2pxN29CNUhsS0lRUUgyb1NWRGtmREVaQWNZaEFjVTJERy9XbE5kR3hCTGZhS041MjZHVC9zS0RFN0d0WFhtVFpWTWJNYjhLTFo0ZU9IWDBWZm1aSC9vaThXcS9mdmovMzBvSnAwTnlkcWF3bGNtTTBTM25tUm5NYVR3SXc4K3FqZVZvbkp2WWRDT3hPWGVCUFhiQTBOeHpTWDJMREw3WTJyOXVmNlMxRWJveG1JV0htR2VVZVZJWkM3VTNyTzJZdHZQMFN4N0ptYXVqRGdOcXp2ZW5lUThPM1hHeFYxRThyVld5S2pQRmlybU4yRFg3L3QyVTdWczRDbU1UUEswOU5yL0pjOTQxVVFDVlN1K0lDMXRaMEwyRTFxNkIzV1gvY2ZqcDkyN0pyVjA3U1RDUGZQTkgzN05qODNLdkpZRy9icHJ0UERscW5kdlZzMXNiYjFyQnVJRmhWVkJVTjdmRXpPbVl1WERHT0hQVlZEZFBROGRpYVlWa29aZlhMeDFpd0ZySDJIc2ZpeFJZMkRFN05MYXFLaG5LRCtvdmE4QThQYnMvcEw2OWZlWmx4MGQ3V0ZIMFRmanF3TWFxcW4vb2U3K3BhbnpHZ1VybG94UnpZOXFjUzVQN3J0czEzRHBSY1JDSkxzcEFkV0JqM3VQWEFjOS9wbjFOM2V4RzdGTmkydWZ1M3dBWWRxVjZXVDVaZG5UQ3hIMi8vemIzSlFGaFYxTTYydk10ZDVsK25qbTlrd0x2Y010YXgxZ3dCbFpLcWFBNG52Q3NVZUdORjNhb2J0YmJiL0t5SmdXT2dNV09yZE1MZDBkMThYN3k4OXZiaTE5OTQvWTJEMjMvU0MvOUNRek9OakxIMVhNaDRsNTN1VHp4WFZIVlR5RDY2Nlg3UHhTZFNLZXdFbWpleHVHVEd2dTZ1SFpuT3dZZlF1NzI0Lzd3L1BlTDNXL0oyZmdmZ3Y5NWhuYUZTL2VHY01ZaDNsaDcxK3pQNW90K25TUXVBSi8yeW1jbitPdVgrZEFLQTI0WnNuLzdkOUpkK3Z4UHdnOExETGtyZXhucS9YR29SZ1B2OTEzK3Y5dnZuS1dPUU5vT0FYMktTOElOb0h5VGI3K3ZsNTBQbWY4c1BxSFFEdU5IUHBQblEwYTdlWmdjY0J1QWF6ZDg5OE5zZDZabVZGS245WnBXQ3lYN2pSTytnOHRIQytiZUdMUnNYOS9mYkxVQlVSYXIxREdYeE9BQURRWldTcW1nV1daNnROR1ZzVjBWcWxrOGpkcGIweEhyWG8rWC9EQXVvekttNnBjQU9aZGQ3TWZ2ZW1UVXJKd1NOUisyYjd0NVhVaElOQkFyZENpTEZQZXJFYTVWMXF6NXhXaWVlMjVraG9GSmV1L3hLcFRuYjd1a2ZWbDRML3pzVndNZllZR2ZjdFo5OGEwbFVqUTBscmpaYWRXOXQrWWUzQWlxTEYxdllBQXd0U1luVXI3cFVBVGU3VEQvZDJyVG16YkxyVmxiQTBQalQ3RHg0cG5OZldiTnlBbXZjQ0tPZWFYMXl6YkIyUmxIVlRhR1JvUXVuR0UzSE96Y095d2lsOHVwVjA1Uk5WeHFvSXk3cEZ1V0ZuZnlRcm91YjJLOEdyVmV6dXB3OFBiNjlhZjFBSmwra2VsbStjb0oxSHVNSkJ2ZHMyN0oyNEc4M1VyK3F4c0MwYlcxWmM2Snk0ZTJYa0tVdmUvR3hYZitaMmw5WjdlcFNabk9xYmZPYTFobTEwWkZaN0U1cmJWNzM3TUFyVmtYdDhxQlhyWFhpcDBCVVZWVEhabXVpM3RhbXRjOE52RVpraWNNWThVblg1ZmFoNzJ2Mnd1V1RIY09Ub05SdXpSeG9ieDRha0Z0c2xkZFBxVFNlM3YzU3hzd1pMTUJpcTdKMjZqV0c2TExXaGpXM0E4RHZYOXUrYTlLMDJZOHJvbXRTYTJuZFAvbm9HOC91eXJ3UElZUVE3NFVFVmM0RHBkZ0RLY05nVnZ4V2g0S1I2bVg1aHR3ckRhbERURjdIQVQrWU1MQThFczFpMnkwbndGSzIwbTBONjU0RXdNWDFOd2Z6ZEg1RjNEVlBoaTJNWk9JUmZPVFFNNWxlbTF6M281cDFhOGRUZDcxUlduUGJXTVBlRlpZVmVERVZVSW5jR00yaWhQZG5IcHU5VzV1Y1lhVTM4Qy9NMlhNWFFsTTNzeHFobVE1SHFwZmx3M0t1TmF6ZjhGUmd4L2FHYUthTFJDcXZtenpEd0FRSjNFT01veTg5ZXRmeDFNTGkrcHVEdGc3ZW9CSm9SY0N1WURhN096ZmZ1V3ZnTmVITjd2Tzh6VmtoZkV3bmVHTjZYeXVSMmhVWEtLS0lHMU5iTHNnUFgyNmdlOXVhMTcrYy91TGw5U3N2VTh3aFBuTDRtVlFhYjBYZHFxbUpXRjh2Z0FQVEZpNGZGUXlvSmNSZVkwZmpYYTBZb25EK3JXRkxVd1VzMkt3b01EU2dBZ0NqUXU2WE5XaGZaOXplVm5hdE8wRXhoZnArYjNYQXp4anhsTGs4MXQvL1RGZkxkekwySzFGV3Y3ekVzUDBwWXZQRGJRMkRnbUtLUjQrN0FiQTZ0bTJKdmw1UnQyb3FqTGtrWVNXZUJEYm9rcEpvQUpZcDE2NXUyNzRsR2N5YVZ4OHQ5SXlaN1huMFJtZHo4Q2l3MkJvYjBtWGFvOE90bTZMRE9neU5SSlprSWVUV3U0YmFvS2pTTStqY3ZqRTZFSHdxS1lrR2VJeGJ5MnkvMUxrbHVyZThkdldWTnNFcmRNSjdENlorUDhtYjZybTZNeFRRQzQxdFduWTljOCtwOHVxbG56aUo3Z3VJQnBjWWtHVi9ESUFFVmQ2OVhEOUlBUUJsL3VQdE5MMkxvTXBzZjNyMmZTcWQyVzErcVZJQ2IzV2ErS1VNZ1kxTC9GS2FNL2xXMm5OOWprRVZCdkExQUs4QStJaGZpblN1ZDJuUHBpVHlTMitUaVhVOWdGOEMyT2ozdzNLMm5MUStONEp2TXkvZC9YNXAwam8vUXdnQUZ2dlBEd09vOTZjZlNzcDJ4b0VSWmtLQ2trR3hnY3pOaXJxVm56Rkc1L2IwdWc4Ti9TNGVueHV1QXVOM1hTM1IwNUhxbFZkQUtiZDNmM3BRQWdnNk9zSUdJelE1d3o2WFNOWHlhYkRzVCttNC91N3VUTUh0a3NVQkZjZ3BaODk2eHJGaUl3bFc0VW1uN3dVZ3FzS0Z1b3dzMWMrSERyNWNNR2JzQXJqZTFwMmI3eHFXQ1ZOWnMvSkdLR3RPN0ZUaW4xNGFjdnhJQmZqSnJtTEZ2VnA1clYwYjF3NThuNVpYSnhaNVJDYzdHdFlPWEhEUFhMaGluSE9DSm5SaWQyZjZmaUkxMFdsZzgyZk0raisyTnExdEs2dGRYV296ZmRMVHNYL3MzcmcyWTlBd1V2VzNvMW5SZFdEMXhnbjdlTnZRNWZQcW8za3VKejRDMkwxSFhOVUFSQWRsMUVhcWwrWEJwbzhhWTNiMG5PeDVBaU9CZ3FDektHNnM1dlEreXlvWHJaanR3V1IzcEFWVVNrcWlBVlplUkJ1VEJhSytyWTFyQmdJYnM2OWRlWkdDR3RIYWNFZHpSZDJxcVdCTWVQSGd3UTJwSUZKcC9kS0xDRHpxSkhxZWlVU2lXYVRNdkxpT0R3cU1SSUxtU2crMGY5dkdlOTZNMUN5ZkFxYXMrRDVyVUh1Q3g0eStsZ3lIZzZkUHY1Zyt2NngrK1dqbFdVWEdSa3d4NTdmbjczcHE2TG1wcUo1V1NnemQ0VnJKOWsxVjFFWkxDNENXZ2NCY2VlMjB5dzJaS1liMER3WnR6UGgzRUFhQ0txd1RGN0dKU2NmSFFnanhBWkNneW5sZ0RPMjNGSjhHSWQrQVp5VXZkcUlLdGp0TE1aZjA3N1B1N3VwYU15eUxnVVo1MXhrb215eHViV3RZODl2VS9BTE9yMDBvN0FvZTFURWU2MzYyTFdmM2ZXZ2Nmc0ZmV2J0NmhvSFozOUYwVjNkSjFUZkdCNnhRVGU5ZTYyZHZsYUJFRmNXOTZ3QjljR3Z6blE5bjdvc2xxa1lGRS9PVnBxMnN6RFJqNC9EV3g5WjFWOVN0K2lhQVhWNnM3NW50TGVzenBncFBtWC9yaGNyZ0lwZHcxSUp5V2pldTNUYXdNTExFS1VEQjE5NDhkZnJCOGZuWjg5aTF0clZ2V2p0UWNqQW02RjNoZ2Q3SURUaDFzVVRpeVplMnZGVzZVMUlWelFIMDllYnd3Ui9iWThaZVl0ZzI3VTEzREFvcVZkU3Rtc3JHaE51YW5DZUFCd3dBektpOWRTU0RTN2UzdlBiTFNHU0pBOGYrdEdmd3kyMU5kMlc4MEI4L0l2YzZBRm5zcVdjN210Y011ME5VV2JmNkx4bWMzZG00NjFFQXNPcW5mYjR0NTVXNzBiVkJveXBxQnpneGp3emF1bHErbmJFZmxxa0xsdVlxWTM4YXlqelkxckQydCtuTEtoYXRudThadlh2cnhqWGRrZXBsRXcwd295UHg3TU5vU1Rha0FoZDZsOE9pSTUxTnlmVHpzbXRYVGtwb3ZkQ3lnUFlHcXdHSW1ya0xsMDloWTV6MlRldGVIdnJhUlZYUmtBcDdYenlPay8rYVIvblhHTmdkMjV1amcvcWJDVTAwMTNpR3RtNXZqcjVXWGgrOWpBeDZYMnlNZHFaK1Q4eVl4RWNjbHpzb2FIMmtmNi85WUZkWE5GRmU5ODJQNjhUeEE5bzdkV3BvVjR0RU5DL1RlUkJuN2N0K1lJWDljcENocFh4L0RxRGFMM3Q1MU8rWDVWd29BRFA4NTlkQWZXNUtBQUFnQUVsRVFWVDRQNytYdmxDTytBR1VsLzIrWWVEM1I5TGlQNi93TTIrNi9XQkFPanN0MExJcUxYdnEzUnpQS1Q4WUFRRDMrR1UxNTdJZk95MG9ORlJxTkk2MzY4c2s5WWR3cm4xZExmRWY2ZjdTZjV6SmVnRFhBbGpwQjZCKzVmOCs5UHNaS3BuTEZ6NGtqT2NlVkFHbkg4empvZkNWU2RPblA3bDM1ODQzeW10dXY5WjRHTmZoT2YrRVo5WU55aUtaWGJ0eUxvTmo3WTFyZDFmVXJmNE0yUHl1cmNscVM3L3duM1hGN1NNc2k2ODNUTC9wYUlvTytsOWVXbk5iTmxuV24zQ2NmenFrWEdoQThJSnBFU0o5UXR1ZUlyWVdkRGJ0L2c5Z2d5NnRXWFV4RzZiMjVuVmJLMnBYVmhwRHB6clNTa3BTS2hhdFhrQ0tyenk5VjYzcTZyb3JRMFprVkdrN1VRcmk4cE44WWxWM1dobG5SZjNxTW1iVjI5N3dyWUZ5d3VMNm00TWhqZkxUMnJ5WW5xVXlkY0hTWENMekJSanZQOXFhMTc5Y1doVXR0T0QrOWVGKzU2LzJ0TnlUc1N5bHVQam1JQVd6UDAwd2VTYWdmdEw5bStFbHBOcTRpNGhvYkh2dXp1OW1hc3NvSjdpY3RmZEVlK0xaalhpaFJWZldycXIxWE4yMmZjc2RBOW14a2VwbCtVYmhJblhrOEtDYlE5bUZiZ1VydWxqSDNiYk94Ky9lL3RiZjRXSkxCYXhwL1FtdlplcUNwYm5NcHZoSVBMQVpmZ1pRVWRWTm9RQUhQdHVXdSt2dnNRR29yTXYvbStPdzcrOXV2bmNnY0ZSV3YvcHFOcTYzcmVuT3JqbDF0MDhpVnBWdHpjblBibUNkMm1XekZlekZmT1ROdjNodVVIWlIxRlprdmtvMk54SnpmbHV5Rkd2US82V0ttdWhNaGplcHJkRitHSWlha3Fwb1RrNG9zZUJZL2F5VzdvWmtXNkM4ZHZXVmxrSzFjZTBIT3pkOWExREFWS25FWmthZ2wwRFpBTUJzc3BYbVdYSnpRd2doM244U1ZEa1BkRzk4cDhvTkhnUFRLR0tNQVVBbDFmMkZnRDAzenZTam9mMXNGTmZmSEN6UUk2NGxZZ1VQZTl1YjEvNHVOWCtFTitJS2FHK2ZjZ01IYVN3V3RUWFkvK2gzcURiSUpkWEw4alhwUXM4a25pNnRXWFd4dzVpYzBQMi82T3E2ZCtDMUttck1RbFo4SVE0SC8rVk1EZjZLV3JmQ0tFVWFtR3c4UHR4LzB2dHRwSDdWMTluUXF5NWJXN2FucHdxbkthdGZYbUpEelhKWnZ4QWdhMVpydzlxQnU3aEZWVGVGeG9iR1g5MXIxSCtNeTgwcFZVRDh4WUZlK0lFNU5Tc3YxNlFzeFo2bHRmWEtTMm1OeUpLU2FDQTc2RjNSQi91WDJRV2o4Z0JWRk9PK3A5T1B2N1IrYVNHeEtueXpwL2RaWUwwQlFKR2E1Vk9aVmFTOWFkMVBJNUVsRG8wWjgwa20vdjIyeHJYREdoY2xKZEZBOWdUdkt0WTZTelAyZGphcndXVlZpeGRiRlQzVGJ6RGdVSHZqMm05SHFwZmxXNEhBOWM3SitIMW9TRGFtS2tMZUZheXNBKzJQcmNsWVd4K3BYcFpQdHJPRWpHbHFiVmczdUJGZUh5MDAyZ3VldGs2MXphaTlkU1NNTTYzM1ZHSWpubW54RUZuaVZJd2NOOWNvNkZTOWVHVlZkTHdKbUxrQTU3UTFyUG5INUdlN1lxYW4xSlNPeHJXL0hQcmFwVFczWlFlc3hGVXhaWDZXYTNJdXRXeTdwK1BSd1gxb1ZOYXVuZ0dqVDNVME8zc3JhbGJNMUJ5bmpyenViUUE0RWxuaXFORmpyL2FnOTJyYm1Sd3o2ais3dXVCVjFLNmNhd3p2Uy9RZTdTRVZuZ3d6dEkzTmVabk94WWZRWlFEK0ljUDhFbi82YnhreVJkWUN1TjEvVGdDZXl0QXZSaXFMcFNGRCtjZlptSnpXYWVvWVArang0anRzODA2R1p0Q2xaM1A4cVI5VU9aRGhmSVRTZ2lvL2VCZERLcWVyVHd0K3pBTHdXU0E1cE81WmV1SU0zNVdML1V5Z1V4bmVaN3BVeHRhNUJvUzYwb2EzdnNRUGRPMUk2MHRuTW9DcmhteXoxeDhwYXFOZmRuV0xmeTQvN3ZlbDhxRkdST3hQRlROUGhIRkNaZlhSRWpKZVdjeXlmNGhOZy9zNW1WdXo2bUlvWEhqc21MT2x2RzVGamFkajdWczNmdnZWOUhWS1NxS0JRTGIzWlRDLzFORzBkbENtUVhIOXpjR0F5YnJKR0g2eVk4dWFRZi9uVTRjVXVYWkZHVGs4Z2hOcWwyM2IwOXVhNy9nSkVGWGxkVE5LRlZEVTFoeDlwS0o2OVJ4RmVrUmIwNXFtb1Rzb3JWbDFNVm1Zci92dGU4N1VaMWZsb2tTcFVlb0t6ekwvMFAzSVcwR05rcXB2ak5kTUl3K2Y3QmtvWjVtNllHbHVOb2N1MTU3dWVtWEwrb0Z5MUprTFY0d0xPdlExOW5Sais2YjFPeUtSYUJhRnZNV0ptUHQzZTFyV1plN25veXBxRndUZEc5aGliZlVsZnRMYXVIWllCdHpzaGN1bkFKZ2FZK2Y3UTdOQnB5MWNQaW83WUgyVm1iZTJOYTl2Z0Y5eTZqSDNkVzdaUFpBZEc2bGRjUUVydXNyVDhVZTJ2eFc0b0VqTjZybkc0Z2lZTzFYUDhhNUI3WVNhcVJNdEdPMWFGTWpORDExeDZtU3NlYzh6NjJOSVpmVUU3T3ZiOXI3eTNUa1RMNTJnNmdNTFd2dWYvSGJxcGdZQWlseTNlcVppb0xYcHpxY2kxNjY2bElBWmJVMXJmNUorL0dVTGw1ZllaSCt5dGZHT3I2YlBqOXdZSFUzYTFKT24vMTFiTlBuUXlkN25odngvb0lxNlZWTU1FaGQxTks3L2I2Ukt3UVB1WE8zcExkMmI3b3NEaTYwNU5WUG1LU0Rpd2Z2UHprMTNEdXNIeXlBclFXeE9namdieWQ5N3o5REE5NHdRUW9qMzBZZHlCSUR6TGpmMWhJbUpGUUFPT29GcTdWSEh5ODNPa0xyOHFNcnhjcWNieGVPWTZmaXB2U2M2a2cyQnhWYXVsemZMTUI4NmJwL2FhUWRNWlN4aG5ocWFKcHRTWUFWcXlkTTdneHlZYkNsemlYYnRGOVBUWkN0cXZsa1BaUzQzWkI1cVA4TVF3ZVYxMzZ3MUdncEd1OGJEL3NUcmdhNmNMS2VPTkE3cnVQWFk5dVpvaGo1VWtsa2lCR3Y4R3lmNkhsYkdudG5UNDdhOHRUU3FSb1luTHRKZWZHZEllUlZzR1hxeGNjMUE3WEZwemFxTExlSVJDYU83eUxKSHhRNVlnOHBXc2laNjFaNnk5KzFvaXA3UWpycVdZMnBiK3Z1SzFLNjR3RUdnb285UGRmb3AzRlJSczJLR2docmIwYnp1cDFpODJNTFk4Vjgxb0hoN3c2NE02ZnBSRlNyVXN3eGpza2UwUDM3QWVYN29PYTQ4T1dVZUZFK0lzZldqU0dTSnc4cUpKSXo3N0RQUDNITUtBQ3JydnJtUXdkN1FUdkxlZW8rM1paUGovQzhHUHplb050c1B0dGh3cnpZSnV5UC9VTndLSSt0S1krdk9YY2w5MDV3eDQrWkFHYmVqYWMxVHFmZkxZZThLeFV4ZXd2d0NBeGxLYW15bWdFcHgvYzFCbThMWHM4RlcyOUFGRmx0RmgzdlJrZjRleTJxWHpkYWtDNDliUGUyUk92ZHlENVFYMzlmZG5tcncwdWd4WllicEZMRTlBWnBlMnRFVVBUWjdJWXFobEdPVWV6U1lNL3B5bU1GdGUyYnpZeXM0NG9XS3VsVlZoZk52RFdjNkx4OGlCWDZIczBNZnFmOFVzeklzaTZhTjNBSi91T0NoSnZqVGpDTmNuWVdocFNrM25HRzk5OXU3R3Ezc0hLVGVSK29DY2RYNzhOMlhDK0E3L3ZPL2U0ZU9YMU1CbVhjYUtuV294d0Y4MVg4ODRNL2JsRGJ2aDJmWTdrMi9JK1NkZmw4dVd3QThmSTZ2L1Q4U1c4aW1nYytEWWhRWUdXUjJaNERwNlIxTjBlUHA2eGJYM3h3ME1OUGlobDRkTVFMVmxxR3VvUUVWQUFoUDhxcFk0MWhiMDdxZkRGMDJRdWZkekVCWDZ2LzFVSkhxMVRPTlRUbGsrQ1ZqODBVbnJPTmJBQ0JTbTVpanRNNXRhNHcrWExsb1JhbHhUUERGeHZYREFpcGw5Y3ZIT0VwOUxaSHdIbTV2aVdZTVBGYlVyWnJLbHZxb01mVHd0a2VjZ2QvVHlJM1JyT3h3ZUdHLzYyNU5sVHNWMTkrY2w1TVZtTTlLdjVLZVZWTzJLSHBoS0tDK3lxeWVhTi9rUEF1QWFZejNWeHIwL1BhV2U4N1l0MUI1d0x1S0ZJMGtUei85UXNzOXcwcUVJOVhMOG0zSC9oSkIvWHJvU0VCRlZkRlF0cU0remF5MnRqV3UrVm5xT0J4RlpScng5bFEyeU94clYxNUVScFdaL3Q2bTlMWkFlVjEwRmhFcVNhdFhBaWY3MnRNNzlaMC8vOWF3UTJZaGpIMGtvS3dTVHNRMytkK3hLS3E2S2FRRFZpU2greHNqazZaT2NOZ3VQblRpMUMvVEFpcUkxSzRZYnpTUE80NFR6OCtvalk1a0I1UGZQTm03TWYzNGkrdWplY3EyRnZXNytwL1M1eGZPdnpYTUNhK0NQYmVWQ1hOTnZ6MnM5THV5Nmh2amlESGhXQ3p3QlB4MmtYSm9lZzg1bTl2OWZ1TXE2NmFWMjhxYXBZSEhPeHZ1N01wMC9yTUxwazVReWs2TktnZG1IQ0dpZ1pHSGlxcWlvUm56YngxNXBzOVBDQ0hFMlpPZ3lubEVSQnFzVGdEQUtaejQ2ZFpOOXBOREw5aG5YUi9MdDBsZEErZzMycHJWNXU3dTVGMmx5b1dYVG5Jc2ExVDdwalV2RitqY3F6VEZENzE4aGlGMksrcFdYUWZHYjRGQXZxc3BxN1B4MVphdExkR0JqSktLbWhVeldYRmQzejc3enM2R096UFcxMWZXcmE0RTFCc2dYT0FsckVOYk42NTlOVGpSWEtrc2RVRUNzWWIwL2FXYlUzVkxBUUV6T3ZydEo4ZmxadGRxclhlbkdpc0FFS25UdHh6YnFUWmFBWHVzTWU3QmpvWjFBeW5Ia2NpU0xJZE1pWTczUFJPMDFSZmIrdFRqNlhmZUlyVXJybWMyYjNZMlJIZFcxSysrcWErWG4yNXRpUTZVT0JUWFIvTVVXYlU0ZE9qUkhVM0pQa3htWHJXeWtDeTZ1TFY1M1ZNQVVINXF5a2VnelJzZGpXdC9OYlR6UFFDWVVYdXlRQ202aWhSMmJtMjBueHcya3REQ0ZhV3c2Q01ldTQvc2FJb2U4L0pHVEFIbzVOYkc1RkRObFhXcks0M2kwKzJONjg1MDU1cHNGZnFDTnZSSWUrTzZwNGN0ZFFKZjYzbTE1K2RiVzZJbk1XYmMxL3YyT3cycHp5aFN2U3pQWWM1dmExclhDcjlCeldRdGhPRjlockYzMjVaMXI4K3JqK1laNktJZTYrU3cxeThwaVFZS1VQQzFIblhpMTU1THlvSlYwcGE3cXluVmFTOEFWQzY4L1JKaVowSkg0NnViOG5YQkhEYXFmMnZ6dXVlNnVqWWs0TmUrTTZ3eFpLR1NsZmQ0KzZadjdTdXBpbzRQMk9acURXKzNCZXZxNDcvdmJHYldnLzYzT0RtRnZ5a1lmMldjRGZVUGJVQitDRDN1QjBDR1BsSjErTFZENXMvMUF5MUl5ellveXJEZlNmNzAzUVpWYnZTbnFjeXNQMDByWFRsYmV6SThwcHhoM1hQZDk3dVJsOWFIeTEvNEdTL1RBSHp5UGU3M3UvN0lRcDBBN251SGRWT2xRZTltYVBPek5jVVBIcVVlYy8yZ1Q4enZFK1lyUTVhZlM5OHUvMk5ZaEJ6bVpDa1lFY2ZkL21PbkZTeXZ2ZGxxSFJyY3krV0NjcU5VMkNaVDByc1BqMlRxeEgzdXd1V2pZREN2ai9Xd29GVmx6VGMvelV4ZDdVMTNQSjdwV0tZdVdKb0xpeWJhd0d1czZMck8vTjNQZERmY0Y1KzJjUGtvSWpXK2JlT2FaMU1sTFhUbzhOQU9UbkZoSkpwbEdmc095NWovbTZtVGVneDhSK0R6aG1sTFo5T2E3ZW50RGZMMGt0NjlSMzc5U3FwejlLcW9uV2Z5TDRjeUwzVSs5bFpBcGFncUdyS1Uvb0xSWG1NeU9CUTFGWFdyL281ZC9XcG40NXJuenhRVUxWdTRlajZ4R21XTTZXNXJYcCs1M01RT3JFcVlSRU5yMDVwaHk4ZUU5SmNWNk0yT3hqdWE0WmNSV2JiK2hEbHk4RmVwNEVsUlZUVGsyRlpwditwOVByMkQzWktxYUE2eG5zdk1COXFhZDI1NWJzaDNUbUpFenNlaDlRdXd6QVR5NHMrM3AzVndQenBVV01QRysxMEFnYkVNZFZscjNxN0hCMzluUlcxUzFwYzY4M1k5M3Qxd1h6d00vYm1PdUwxcDZQZGFBZlRkQnRReXRKMTJRWDdPcDQySi81YVV1b3FQSEg1NGFGdXFxT3FtRUllQ2Y5b2FmN3BsVDBzMFZsSVZ6UWtvVE5jY2U2NjdJZG9EQU9YVkt5OHpyR2NUdWE4a1A5ZmhabDF4KzRoUXpnVi93WlRlT1RiM2E4L2JEeitnTlRLa1A3UGp1ZThjejdTOUVFS0ljeVBsUCtlQmlWTU9RcFNzNlNmREFOQ2RZV2phT1ZXM0ZOaGU0SE5HbWIyOXA3eFU2UXBLcTZLRkNIZ0xYMnhRRDViV0xKOXJvSFJuMC9wdHcxOHBtUm9MWTF6RHFrY3BUTENPSDM0cVBYaFFXclBxWWhCL0pHN012Wm42Y1FHQTh0cmJpMEZtUExRQkc3TnIrK04zN2k2cld6M2ZKbHdkVSs1M1htcDg2MjVRdWtqdGlnc0kxcUs0NmY5RldTaGNxWWlPYjJ2MkczdFZVYnN5Wks0K3pkNURvNmJ6Ulo1SGVaMko4RnNkL1MxZWJLbmVzVmNSK0tBSzVkNFE2emx5UDU3KzU0RlUyL0xxVmROWThkR09CbWRyMmFLVkVXM1F2dk9wdDNySkx5NitPVmlnRS9QNktQRHdqdllIWENDcUt1cTh5UUNWdFRZazczSlYxcXk4SE1xYStNYkpVdzlrYWdqT1hMaGlYRWlwcnhwajJvL0Y3V0VaS3JNWExwK2lBdmFOSHVtZmIyMjRhOCtzaGRGTGJNZXRhRzljODJQNGQ4eTA0ZHhqc1FQUG5xbWhXVjY3K2dvd2puYzJXVU95V0tLcXNsNWZ5Y3kvNlM1NzA0dE1YclZJYWJNaDlSbk5XN2hpbkxIVWRiMzc3WjhDNEdUSGZxYmNNOTdXZ0xKbXRqZXQrZG5jaGN0SEdXMnFZWFJqZDlQZzM2L2k0cHVEb1FuZU5TcWhINHIxMlNvdmoyWjUvZmFtVkxrUy9FYVd0Z09UZTAvRm5waXphT29sVEY2Z0l4NXNUNzJYa3Fwb2ptY1NOeWhTTVplOVI3WTIzblY0M3NJVjQzVFFMSHJqK0tsL0gxK1FXeFczRWcvSEVpZWRMSWNHT3NOalpoUEtubkFETTM3UjBiem1RMStDNEkrOGtxbGo1OVRmNDZFaHk3L2lqeUR6aU45SHhqeC81SndOYWV0Y2tqYThiOFlNc25lUTQ0K1NBd0QzQXZnYlAvaFE1UWVCenRha0RQTUNHZWJoUFpURm5JdlBBZ2o3ZmJyOEdzQjB2K1BibGY3NWV6ZFpNbi9tZDB3Yjh3TlBHWWZHVFpNS3FwenJpRHQxYVdWY3FjeWs2OU9lcDUvcnova1pNMmN5ZEhqbm93QkduK1B4L05GampXeGxzUTBRMkNEdWVKN1gwWGpIcjRhdVYxb2ZMU1QyYWdEMXZHdjZudTdxV2pmc3UzTFdGYmVQTUxiOU40cnczNitramRxRzVOREJGY2JvVVRqc1pPeThlRTdWTFFWT01GaEQ0RjFzV1plM05kenhBNlJHeUZGVTA5YTQ5c0c1QzVlUE1yWlRZNUY2OUlVaEkvMUVJa3Njak5hZjArVDlXMXZUblJsSDZvcEVsamhzckJzTW9hMXpVS1pNVkpYVnVGY2tZdHpRMWZXOVpHZTFWVkc3d29uUFk4dCt2ZjJ4OVlPeVdjalRud0h6eXgxTmQzVUNpNjNJb2ltZklORGV0czEzL3ZlWnp2UGM2NVpQWVlOTG9Zenorc0Vqanc3L080dXFpbHIzNHlDOTg2WG11d2QxK0Z0YWMxdTJyY0tmTjREZFBwQnRHVlc1eFlrckVyci8wZTBEZlo1RVE2UEMzbFhHZUsrbWJxSmdZS1FmNzFOTTZsaGYzOUZOUTIrZWxOVXZMeUZ0NGliZ1RQSml1blBibG1SQUpSSlo0dkRvY1plQnZLUE1UclpSZW54SHd4MkR5Z1RuMVVmekRPdFBITjY1LysvbkZNM0lkV3FuZnJ6MXlNRWZvUDBCTDMwZERlOW1HTlBZMmJSdW9KMFd1VEdheGRxNzFuamU4N1lWbk15eC9sOE9IUko3VGxXMHdBbDdpMU5ETTBkdWpJNm1oSHQxLzhtK3gzYzg5NTFlSUtvcWFoSWxyRERWWXF2dnhZWTFHVWQ1bWxGNzY4aWdzcGE1OFZNUHMwbGNTcUJMQUlESWNqaG9rZC9SL1JWeFZtZm9TMDhJSWNTNWtxREtlV0FGN1R3Q0J3QWlRdWJoRmt0cmJzdTJLYmdRWkR6TGNHc3F1Nk8wZm1saEVLYXNkNi85NDBoTmZBcUlzdHFiMW00NTB6NlVwYVlaalY3YndrVnZudXg5N2tEYWwzWnB6YXFMSFF1ZjhqUmFocGNkSlVXcWw4MVNiQlV4azdhMDkwcnI1cnQrTjJmUmlqa1dtM214MC9vN0x6MTlWOGE3R21XTGxsNElvMlp5eVBxNUUzY21Fa0cxcG4zaFZ3YTk2Z1M3KzhOa2pURUdZdzhlUGZSc2VrT2s3TlQwS29hSkdTREU3RDcvMHRQL1BQQTZwZlZMTDdJTUxqcU9ucWNxcng5VlpEd3J0MysvR3BTSmtYOUpmbjBDMk9hbkVGTkZEVXEwNFpHZHpXdC9obVIyemlLak1BOTk2dnVaTWlWS2E2SmpnK1I5aElGZHJ1MjlzS2RwN2FBYThTbFZmenZhY3F6cmplRW5PNXZXdFVXcWwwMGt5OHpxMjdmN0lhUUNTaFlxdkQ3N2lUMHRQOHBZWHg2cFdmVXhVcWFJRHprUERBL1lvTml3MFRoOCtIY1ZOTzB5YlhDd3ZkbCtIWDREM3pObWRuOWNiZWpxaWlaS3F2NHl4NE4zTFF6dER5bDdzbmJVdzZVMXQ0MDF5cXJRNUc3cGJCNDhyRFN3Mk1xN2VNUjFiR0l2dkxqNW5xT1JtbFVmVTh6dEhlbDN5Q0pMSEhLY1JURGVNN2w1d1dJTjVQWGc5UE5vdWRPRG43SWNEbmpWQkxJOGRuKzd0ZWwzK3d2bjN4cldqb3A0ZlQyL0dadVhleU83OGVkZjJuVDM4VW1UcGw4QUo1Qlc0cU5ZeDA5c2V1bUpIenlTNmJ5SWQzUy9YKzd4RFFDai9IbVJJZXRVK3ROM0c3VDZsQi84WUwvZmt3a0FWdnNkcFo1TFVHVk0ydk1YQVZ6OE51dW0rams1MTdLWWMvRjFmL296UDJqMVR3Q1dBaWoxUndONnAxRjlocm9jd1BmOTU5R3o3UEF4RldBODF4R1ZMazBiNGpxbDJIOE0xUWhnYVBiZ3gvMCtWeDVLNnh1bjNBOEVEZXQvNGNOQUtjcGlnazBBUUlqMVcvYXdnRjZrS2pxYTJQdXNaOHl6cDArZWZLSDdoZnVHM1VRb3ExOCtSaG43bzhaZ1o4ZEdhMUFXU2RuQzVmT1ZWblZ4VDMvdjVReWx0WE9xb2dVcTRGMlJRR0tITXRaNEZRajhCc21zbHlsUTFzV3RqVHQvVkZhL2ZJdzJ6bHhEN3FhMmhqdUhqYWpEWThkL2lqeDlNdjU2Y0ZnR1N3cU5Ibjhka1ZGRHkxTEtyL2VtV2k0ODFYUEk3NnRzc1ZVZTlLb1pkQ2k5WkRWeVl6UkxlZDRYbWZGNlcrT3VKZ0NtWXRHMEJTQ01pSnYrTS9aSlZGSVZ6ZkcwbmtNV2pPdlpqLzYrL1lGaDV5QlM3MTNNcEM0NmZUSStxSVN0dVA3bVlKRERId2VRYUcxYzg4REEralh4S1V5cWQzc2laejlTTjFGQzNyVWE5cDdPcHJVRG5TOFh6NHZta2EzcjJXUEZybnFpcStWN3A5UDNYMVIxVXdoc2x4cmlCQ1hjN2R1MjNKMXFCNUVaT1dZMk1mbzAyd0hGQ1BYdkR3ejZ2MWRjZjNQUUdHK3VaK3htRkJVaEVETHpkTXorRGRMYVdDVWwwWUJuRXA5aVVqczdtdFlOL0crSlJKWTRjTjF5cmN4dTI3S0tQQSt2YmgweUNsUlJWVFNrUW1aZTdKVDNjNlFDZTlwTTc0ZnorSTdua2tHajhtcHZLaXlyWERHZmVyRnB6YkR5M3RSeGhqam5NOGJ3NC92M05UMmJaMmQvUFpVVHlLeDdMWTkxOWlTM1ZzUFpPYlRrU2dnaHhMc25RWlh6UUxISlkxSUIvM3ZOeXJ4T2VBN1ptSE9jdlgvc2JrNldleFRPdnpVYzBQYjAzb1I2UEhjU1FxeXRhYWYzMjQrZDZYVUNjT3BodEtzWlBXMk42OXJUNzBDVVZIMWp2RzJwejVIbnRtemRlT2R6bWU1T3pGcDQreVdzTUVZck5Zbzh0YVZ0ODlwOWthcm9hTEs4ai9aejczMDduczZjSmxwU0ZjMGgyMFJncTgwblBkajVzS2FkZVBWRVEycDVSZTNxUHpOYXRWaVdGMUFHRjdjMTI1dFRJL0lBUUhuMXF1bXMyVE9XT2E2Z1JyWTMzVFhRU0NxdHVTM2JNWUZQdDhidDcwYnNyR3hqNnh2YTgxNjVIMTF2M1gycXZHN1ZseEtLbTdjL3N1NzE1UDZXVGdQTUJaM042emJCSHhuQkVGOU5odzk5YStpZElmaU5tWUJ5RnpMSXRQWGIvNDJXdFVQdlBGTmVLR3M1MkR6WjFyVDI2Y0w1dDRiSmRtYXlGMi9wNnRxUXVLUjZXVDRydWdvSEQvOXlhNGI5d3kvSk1nWVh0L2MvY3gvYVd3YnRmOVlWdDQrd0ExNXRlOFB1NzVYVlQ3c0NaTGl6YWQxMkFGdzQvOVp3QUdZVzYvalRYUzEzbnk2Y2YyczQ3SVEvYzdvbjhaKzVXWUVyZGN4NjZpUWQxZm1jUDZlZjdlZDNOSzRkMWtpSzFFMzUzeWZwK1AzZERmZkZLK3ErK1ZuRGlkYldwcnNHcGJKSHhvMy95NzQ5NnNIc2lYcTZtd0MyYmw3elpQcnZ5QVY1MlZjejBWamo4ZmJPVGNrUkZDN0lYLzNwM2xpc01UdVUrN25ZYWZlaGw1NisremdBNkdCQUVaQTFVTnRCSER0MWVHZkd6Q3B4Vm83NFFaTTMvWXdTejg5V2NkSktTaGI0MCtmZlpqOXY1eFovdXRGL25SLzdmWThzOWpzOEhkYVh4TnNjYThyUUM5WURRN0lqVXY4THEvMnNqelBKbE5XVGZSYkJtQnNBelBHZnAwWVhPdWIzVDNLclArendJK2NRMUpubUI1eFNBY01ldjErVFc5SkdOOHBraEQ5OXUzVXllUURBMy9yUC84UWZ4ZWQ3QUpiNTh6NmZGdUI1UHNOblgrUUhWWnI5YlpFMjNZQVBJU1prS3lZYkJCQVFzNTNFa005K3NVVWgvUWttYk52YUhOZ00zRGNzNkZKY2YzT1E0TlFBakk2TnJ6eVUzbEY4cEhyMUxMTHdxUlBxeE8zZG00ZG5vNklxYWxNZ01UOFJpMjBMaGNOLzJsYXcrMjVzMktBajFjdnl0VVdUY2ZqTjVwS1NHUllTM3V4ZXVNOFB6WUNCLzMwS3hxaTJqYnYvTVZNSkt3RE1ybDF4RGNnc2Fvdlp0K0M1Nzd4MTgyTFIwZ3VKYVVGcnMvMnZxZS9nOHBxcFY3UExPenUyckU4Ym1XaXhSYTczcDlyanpvNU55UkxkMlF1alU1VGlKZnJJRzEvZGZvYnZPUURJQ3BtL0FOUHZ0S3VlM3I0eGM3OXJCTHFyWDF0L25sNGFEQUQ1WFBEbkhzeGhiZUlEMlVOK09WUjFlNFB6UGY5bUJJMjROUDhhVC9HT3pzZWlnNDY1b01DOWhvRGkzdGQzMzVNcVdVMDNLamh4UHNCakRlbUhPamJkUFZENlhIcDVkSXhsbXpITU9vY1N6bS9idDJEcjBCc2YrV1pFTlhudXE1MmIxLzYrb21iRmwvdGNQUHB5eS9wQmdaSHdSUGVqaXBVK0hCdmNUck5Hajd2TWd6NXBHV3VteDdScjI4WTF3LzZmamc3cnp5VzA5Y2hMVDk5MXZMVG10dXdBZTZWOS9mYVRYUzNSMDBpVkhpdWVaUkk0ZEV6YkxVTzNUOGt6QlI4bG91UHRUV3VheG8wcnpjSkllaXVvUmFRTHhsLzIrVGpvcDl1Ym9oa3puSVFRUXJ3N0VsUTVEeFNzWEFBQlpoQXhEd3VxbE5ZdkxWVE1sM3ZhL1hsM1UvS0x2cVFrR2dqbm1XczlZM2FIN1g0cm9aMUY2TmRQZEhXdEhWNnlVeFcxS3dLSmF3aGtnYXpqbmU2VFc5TXZpT2RVM1ZKZ2gwUFhzY0hXdG8xM1p1enJvN0lxT2w0NzdteVFsWlhRZXZQTG05YnNuMW16Y2dJcGN6T0FCOVBUYTlQTnFMMTFaQmp1TlFrZGY2b1BjVHVmUjlUR3RYbXl1L3UrT0JZdnR1YWNuRElQeEM4b3J5OEJLempGSExXZkdUNFVwVDNKOCtMN0xNZWExL3JZMm9FN1YxTVhMTTExS1BqcDlxWlgvbUhxZ291ek9CejRWRWZESy9lLzFaQmNiSlhYVDZuMDR2cUZiWnZ2ZkIxVlViczhsQ2hSVUVWdGpYYzhqRlRBeHNaQ2h2NXVSNGFHWUNTeXhLR2dXOHVzOG0xbC9RZGFCby8rTUhYQjB0eWNuTkFTWnQ1NU5PNDBWVlZGclo2UXVjclQ1dFd0bSs0K1dWSVNEWVF0YzBWdnd0MzB5cGtDS2pVclpnS1k0Zlo1LzRLbkJ3ZFVwbjVrYVc0Zzd2ekp5VmRQUEZDMnNIZ3FnYTJPeDlZbE95dU1STE1vMzZ2U3BIZDBicnI3WkhIOXpjRUN6cjVHdWZwWDRXeG5GaXg2NDZSOTlGU3V5YjlTQTY4TnUrdFVGYlVqUVZOcnlQMUpkOFAvWSsvTnc1dTQ3dlh4enpsblJwTGxGUzlzQVVLSXdjYUFzVHcyTzRtRGpXMlIwS3h1MHZWMnBlMjk1WDR2TFFXTVRhcGlzeVJ0U3RyMG03YTVYWExiSkxkdG1yUkpDOTdBTVFGQ3dKWnRESmdsaExDWXNCbndMbW5tblBQNS9lR1JrV1E1VzVNK3orOWJ2YytqUi9MTW5GbGx6Wm4zdkovM1RUSnlpc3JtQ0NIZWFxbmJHaENyV3NLeUM5UHVCSy84dTIyaVBoWWtpMkpkVjROSXQ5ejhkVk1FZzl0QlFGdnp6azF2VHBpL0ttcE1YTlFTVHZoQnU4MmFEb1pSSGFoZ2trSlFZT3hteEN3aUowUjhraVVlLzM4RUNVamE4Y05mRGhObGtpZCs2QUh4eUgybWowZXVXWnJqSDRXK3ozd2Y3dFB6L3NnUDhHejVwZm4rdHFsK2NBSkFxUm5uL0kraTMweWk4U1BHdkFmNVJsQnhXQVBhZlJTSmVybjUvaG9BQkpiYlBXN0dUODh3ait1L1A4QzZacGpuT3REVWNiVlpkdVV3ZlhEQ2Vsd0ZsT21FOWE4S2d4cVRNSk1CeEpUL0FkMHd2d05na2k2Ly9oQ2trQjBBSGpBLy8ra0R0dmwvQzBpaWtDSWpRRUFDOGFsZVc5QzUwd3JUY3dTQ3Q1ZDA3dzVIcUV6T2M5bGlkYjZJcUJqdmhiNC9CSklhNmZtbFNhRElwWVNxajUzYUVZWlFBWUJzeGNoaFFQcVozVjdZVkYyNUJRQXdOKzk3WXdWVjdyelNNL0JxYXV4NGhHUzVDRkRwT0Y1YkdVcW9VRWZ4K3J1UTREaDNWY1ZqSXgyaXcxbWF3U1FyYnFxdStIYmc5UFQ4MGlTbUtNVk5PeXFHU3NGeWl6Yk1BSlRleHVDb1o1SlZuRllFQks0MTcxUVBnam5nb3FyeWErOTI5MzZ6WTRUN1hHYmg2bWlWMnBkSktkMUFoTkZTdCtYZDBHVzBnclh4VkxHc2s0TC82R2h0eGREOUtpdlBsV3RhOGprQUFDQUFTVVJCVktCYStmMENvQWVFc2J1dGJyREVPRzNobXRnNHEzSi8zNW5qei9qSnE5bEZHekpROHQ2V21pMUI4ZFNPcGRNY1FFaldBQ3BQaFNOVXNvdGNxWVR3NVFEd3kwQXZ1Wm41NjhkWVZINGZrWEJXUnp6V1Z1ODZFclRQMmdvVlJxWE1KZFRvOGpMalFrNXgrYWM0OFBvanRWdUgvdDh6TWx3VzYwUitCeENZMUUrVjU0ZDh5dkpjU3BaTk9EZ1FPd3JpWVJRN21tdUNFd2UxNVM0N01YZ0IwWTJHdGwwVlY3Uzg3eVpUYXJ1ajF4QzdqemRVOXZuVEN5bVE2WktDem9Sb1BOTlFHWTZFSm82bDY1Y3dDdW1OVlJzM0FnQ282blVKbU96eEsxVW9VZU80NThhK293Mi9qQkFxRVVRUVFRUWZNeUpHdGY4RVNDQnhnOUo2SkRpcy9LZUVXVUY5UkFJY2JlbThNZVRnSG5Vclg0YUVuOWVONnhlbG90NnBBQjVvMlJQZVZEYmJwbWNRUWpNTWxCMFhydEw5Z1M3MWsvTmNObXFOS1FFcGpXcyt1aXRjZThmU05lT2x6VmhNQVd6Q0p4cU8xRzQ2cnhXc25XUWw4R1dRL0hkTjFaVW53clZMenk5TnNrTDBuQUdmdmc4QSttTXhQay9xNHFEZm1FM3JuVGFmRWZUcVJPK0hLRXN1SHhDSFFwT0cxQmpsTGlHTUxxYXl5ZjFubENGSmNhcHpwVFV1eGpMWDQyTi96OGlZd2FLakxibkNoenNDTzdGYTBkVFpBQUF0d25vU29JVGxxdnBNSU1UZVZGMzVLcGdwTm96Qlo2U0VWMFl3NUNXWU12WWVvSFNHbEw1WEQ1Z21jSUg3RUJOckt3YUVUcjNmZU9sTWc4dmJZK0hGSFBuVjFyckt0d0FBb2lmeUpZVElVK0ZHRkFFQXNvdlhaeEpDUHk4by9pbTBkRXJUVnFneFBpVkhNbGxubjVJVXJ5aHMvSFdQOGdhWUtpVklsbmRSS2s3NVRRTVRJSDY1MFBHb3RDaVRLSkRFVHMvNVl3a1luODlRWHZMdlR5QnliSHdaZ242aXBXckwxZHg4NzJTQllQTmRVSU5NN2JLSzA3TUJTRGUxa0VRQ2RPSlZYVDBZcU9aeExIV05CMVc5aDNKNjBudWVIWUNTRWpZdTF1Nmd3TTRvZ2lib1VuWTI3cklGRzZPaUpBVElUVklGQ0tlVVJraVZZTnhxUnZFR3Z1YWI4OTRJbWI0eHBLMi8vTzkrODMyT1dhN1RDUUN2dzRjRENmRGlPQmVTRXZOVDgvMkxadG5JUDRvMFU2bmlmL21OZVZlSFRFOE9TVGNLYlpmOEFZaUV6NXRxSGpDVk5vRzRGSEJzbFFGS2twRXd3NHhWSGdjQUp3Q2cxWnorUFZQcE10dWNQMzZFOW42ajNzSUFaY2w3QVUwMTB2djl6L2lYKzZDRTB5Tm1hdEVla3pUNzF3T2xWa0JUSVVYUTIyZjFESDJQQnRVZFdLaEQzOS9EZVo1cHkxMzJwQ2grQjFYSVpDTFo2NEVERFJrWkxvdGRvZDlBd0oyTk8yNmFwd2UxTHk1YnBGQ1NMQ2lMOHZYeGx3RUFIY3ZLYmhWV2E1WlhWN2QzN04vbTdiWEtJaUg1RFhldDYzaG9lOGVTc29rVTJBd0ZsSitQZEhpcHpwVnhWTEtsaGlGL0dqTGRhbGZWSEYyd29STE1iR2ZaUEttUTBZM3hKNE5LQm5PTE4zeU9TVXpCSzFkZUFYREp0SVZyWXEycWNpL3E4cGNqbW96bnVSUUdWZzJKOEZJS01UMXY5dzJMWXRlMEZTcWhsZ2VGeEgzdTJpMUQyNXcvZjFXVWF1TkxFQ1VoT3U1cHFYdjhYZi95MFhHV1hDL0hYWDZTSkt0NFE2NEZjRnlUc1Q5b243TUxOMmhVb1E5TDVNK0hLMmx4TEYwem5oRCtGVVQ1WEdCL1p2YVNzbHNzekpJckpYWkpGR2ZhYWkyaEtUb0VrOFprQ29YNjhNcTFnNFBIQ0VmOXh2U0RjRkhMQkNOSElaQUxBSDl0djNuOVNVNlVtS1VJc0FEcWJ4TXFvd2JPcTYyQks5ZTBGU3JxUWpPb09ONjRhK3RweDlJMTQ2azFLb3NZWXJlL1Q1R2J2KzQyQUphT2hIRXAxSDBIUitock9JcEw1ekZLcGpmR0hOL2tueFlkbmEwd3hSN3YveHRSZEEvMHZIVTY3RFdNSUlJSUlvamdIMEtFVlBrbmdBREdrc0dSUjRJa1dCMlVVNWg2dndRYXE1OVRkdnByYzdNTHlxZFRuVjlvcnJZY3NhcnhHZ0p2QzVjOEFLWXBHZ042TjZEUzBscDM2czEzZzBrTGttUXhIaVlVYkowKzljWEFsQmMvVEtYSUhSVFplT3pIaGtQMW15NWtGcTZPQmtWNUNBVjVzYWwyODVIUU51QW5ISmlhelZGcGJtLzQ0UlVyV0RWVndtRi9ER05XY1htZUZPQUZuK1djQlcyTHBhTHVDaVdGY3B6bER6RWhUMU9Lb3p5b3ZCbVl0Qk1yWXBmb1FDNjJON2d1UjQwMzVxQ0NQWWZxTncyTmZHVVhyODhFVU1ZMWU5UW1hSER4M0tWVFp3RWhjYzFWZ3lOcm1yUDhka3JWQnhHVlA0M2tqcThWYnBqRENOelpCVjAvODNma0FoRkhFdTZWSU9Pb1Ftc083OTE2dzdHMExBZXB1TlpXczdrWkFDRFhXYmFjQTduWVZGMFpObmtoYTJuNVZBYnNxeExrVHdMVEZJWXV6dWd4TXdtUS9wWWRKenRVeHI5ODFkZXgxN3hHWkZ4YzlFS3EwR01IZHd3YS9jNHAydkJOcW92WDBDSUlJRTRrMTY3VXBOakdMK1FDM2dwM2piS0x5cjlzNk9odXJ0bDZhdGFpZGFPSVZTMzBkYWhCNTloUnRHRzJBcGdDZ3dhT0ZyZlBzaWZ3TzVLWnVUcWFNdU0rQU9qQmE1Y2EydHRkZXZhTjI2WkpDaFFvVHhhRXNyYmF0NDZGeXFTVHhzOVpoSGl6ekkwQUNrSkl4QXd2UFBvQndEM0NhNlRSeEQrYTc1OHowMjM4STlKLy9nQ21xYUg0RWdBc05qOVhoTFN2Qm9EOVpwbk9NeU9WTG41RXhBU1FIaU1sWlgxVXhKdG11d0FBTzBaUTd6eG1rbENqQTVZZENWYlR5K2F3V1U3akg2SFd6YktjT3BQNENXY1Vhd2VBSFBQem5hWkM1djJRWXBidUJMNzhYalZ4WWVhRmk5Y09oelJUOFJKcVd2dXZBNEUyUWdpRHdjNlB6OUxiS3dBQUhQZHNtSzFRcGNqalU3YUZVMlZtWkpSWXBPRXJJSktNcFFwcmI2cUZvSWR2K3lSamkrU2lycmw2OCtIUXRnQUFPYzRORGtJa1NrckhjRWxiL0NVZURGbEd2MVhmMTk3ZzZuTVVsaTBHaHVkYTZ6YTNobGtGWVJheVJlOHpmaDlLL2dkaUZNUS9pc2ozQnQ0ckFRQkd5ZmpGU0l6emJiV3VxLzc5WVFLb2V6dmREUy9lSEtqSVdWYjJvRUNodTJ0UFB1Y24xMk5qYlJzUXNORmRYem5pdzNpTzRwM0ZDQnZGQkxOM25lcXU4YWNXQnAzNnhPUVpoSUt0NTNSM2tNZUxubUQvRHlTQ0lxTzczZldWUTJTZkhKMDBsUUx4dGRWV25nRlQ4VWtJMkJ2alRyd1dPSENVVTF5ZVJoZzg0dlBoTDVwckFsV1lKdkpjQ2lXV0J3SGxuOTNtdlJ2OHFVWXFtY1dZa2UzckhhaHoxMjQ1TVN5TmNkRzZCRUxJMk5icTQ4MlFuTHhJQUY1M1Z3V2ZoOXhDNHhaR3lUMVNpcis0cTI3dWYzcCthU0lnamhQZ2U0Y3haYkgzdlBWQWFKb2dqazdSQ0lqK1F6dTJ2S1V0ZDlrSnRXUWF2cjRtUDNIaVdGWjJLMXJVUmFnQU53enhaa3VkYTFnL0Jjd1VLZ3Iwemo0dS96ZndldG9ucFdVVHBxbzNOeWk5dWlFK1NRK3JDQ0tJSUlKL1dVVEtmLzRKSUVqaUVFRWxoSkRBQjVPWmQ1Uk5sRUFXTkZkVmZNYy9UU3RZRzA4VXVNMG4rVzV0Q2I5TkVvcXQxWnZDUnFSbUZxNk81aWkrSkJGUCtqcmd6ZUQ2NmhLV1haam1CRUttdUt2WUQwSTdDMkErTkxNb3NoaUJqUGIwOVA3KzZQNXQxN1hsTGp2VitXY0ZrbzdtblJYSHdtMDNOWFdsTlZiR0w1WlNkclR0M0hoRmM1YmZMaVRZbTJzcXp3QUF5Ymw3L1F3T3FOT3JWOXRoOU9oRlBzcXJELzl0YXhEWm94VnNtQ21Fdk1JSXBBREErWnVqU3lVc3g1aytUM0ErY0tpMm9sMHIyREJUcWlLMlpjZm1vUWNqeDVLeVd5bkNiVTAxRzE4QmNOSHM0dldaQ0hSOFUzWGxEakJMbVZBYVRwQ3lwcW11TWl3cHBCVjhmeEl3dVV6M2lSK2VxbjhxcUpPcWFTdFVTQng5RjBwSVFDQXRqVHRjbHh6TzBoUW0yS2hPcjdvSEFJaFd0TjVoQ0xqV1dsc1IxaXNrczNEMWFFWnhPVWZqTnkwMWoxME1uWitidjI2S1JKa0pGdlhGM0dWcFgrenAxcDgrczIvUTRIWjJmdWxVanFpM2JIZWRCaWhoMmNWVEN3YWszTjRuclAxSmlqN1AxOC8za0tUUkV5d0Fvcld1TXFRVFdjSWN4ZFB6REVQZmZiaCs2NFdNdkgrUHNVYXBuenU0bytKbmdVdk5LU3kvVFZDOGpRaDBFMEpUQnpyb1BtZ1BMSDBxWWNvdDF2dFFBbTJzcVhnV1RLTmpwcEM1SUtCUkVES211U1k0ZVVEVFZxaGt6Tmc4YjkvbGhZVGNqTXRGQUc1RVNKV1JjQVFBNW8wdzcvTUE4UHN3MDF0TWc5UVpwdExpTStiMDMzM0liU2VhcFRCZ2VxWThHMmFaTWxNWm81bGVIcHMvNURaR3doZk1FcGVySWFVNUh3ZCtDUUJqVEorVy96UENNbDBBc000a0dMNWlwaXFOWktUY2JCSlczekE5V1FLaG00cWgvd0NBSDV1R3VJRllhaDduMlJHU2tjTGg1eVpaRXc1Zk5sK0J1UEFCaVpXMXBvL01oMDBoK244R2hLSVZrVkJDQUNTQzkxMkxSYzdKTDAwU0FvdTVUejdWM3JDeEw3Uk5xbk9sMWNKamNoaXFoQkIrb1hGN3hSdERNMHRLV0c1ditoY1E1ZXV0dTdZMmhyWUZBTWpOKzk1WUFYSUNReVVlcEtodHE5MTRKZFhwaWxQUktFSVBmZTFFMWVPOXVZVmxFdzBtaFh0ZzM3QjdybGF3TnA0eWRRUFhzWFFrbzNoTlcyR0gwV1ArblhDNXI3bHVhNkI1TGRHSzFqczRwV3BMVldVN21LYnFVa0tNdDBNOUVOZ3ZjQlJ0bUkxQ3BsenA4ZndQd0l0QzAxYllTY3JZLzBBUVI5M1ZtMFlzSzh3cExrOUR3RXlVOHRxQUVEdkRFU29aQldzbk1jYSt6Z2wzK2Vlbk9sMXhDWUtYb0JCL0I4ckd1cXR2a2hYcCthVkpDbUZMRzNkVS9BUk1JM2xDK05pclhYMzdBaFByWnQyOWJoUUtMSkxTZU81SS9XTmgxVmM1cW04dVV0cmpycllNa1ZXYXRrSWxGbmtYQWNqbzk2alB0TzhmVHFSbDVia1NxRTJVZUx5ZEwyUTdwK1ZTb0xLdHFpS29QNUZaNkJvTlRQNEhncXh0MXZjUDNZdlQ4MHVUb2kzcXA3MDZmOW5HckhjMzdxajRUZkRhUzloc1ozb21rU0xKWGJONSsxeW5LMDRJdVZSUzhiby9HbG9yV0R0SlNqSmJBSDlMNGNUVFhMODViTGhBZW41cGtsQ1Y5ZExndnc1VXpEcVdsTjNLbUJqUGZkMUhDSUdsQUFCSVVCQWF1UmRIRUVFRUVYd1NpSkFxbnp3VUpKQklCd2tWd0VGUEZUSmgvaXFiTllvOUlDVjlJWEJob2xpY3VzUURGaFkxVFJJYzA5SjVOV3pKanVrMzhqbEV1T1R6M2FocGIzODZhQVFreHptOUVFSGU1dFBGMHdBVnc4MzJVbGRhbGZGUjl4TUVHM2dIWGppNmY5djFWT2ZLT01uRlE1UVFUOCtwcnJDcEdCUG1yNHFLaTR1K2sxQjR5MTFUK2JiRDZjb0FLVy9yb1RkMkRrYjlsbVp3UVJLazlMV3dwTkdGa21ETDRlM0JIY0hwUmV2SElpSGpDZEo0QWZxSmxwckgvQjBWNG5DbXBvR1VSa3ZkbG4xWlM4dW5Vb3BqM0ZXYmgweHZ0Ynp2SmhNRk15NzFlR29CU3BoV0lESUlFbHRUelNDaDRsaFNkcXRVaFpOUTlqWjJYaDBtUVFZQXlMMTczUlRKeGVkUWtGZERSL1NncElUUjNqRlprdUowSXFXN3RYcFRZMWFlSzRHaXpPc1RSdjJaaGkxZXpWbCtPMG9Tclhld3NFa3JqcVZyeGxObWVWQUtiR3JSRHd4TEI4a3FYamRaRWlYVDB0WC9KMTlDOUh4cEdMdjhobjA1UldWekNHR3hqZFhIR2dBQWNvdlNsaUxBTzBkcUt6dHlpa3VkT3JCVDFsZzJHUkRqOGVxVmZhSFMvNXpDcVVza2x4MkhkMjE5SnlQRFpiSGE5TGxlWFFTWlVrNHBXQnN2Z2FaTE5DNGpZMVBKRmZwbTZBaWFvM2g2SHBFWUN4YjJHL0RYbzROTU02VGVRS2g2YXk5MGg2Z0xYSlNrOElWRXlBeHY3K2thQVBoMy94eENDQ2U2RVNuLytYanhwT2tGc3RMOGU2ZXBLdm1nWUdZcWpOODQ5bHNqcUZ4ZU00bUNSMHdsUzdPcFlQbEhZRFVUZU1Ba1FEN083OFkzQWVCaDgvTVBBR0Q0eVBWTi9NWWtWQmFZeHJ4WkFCQldFV2dhOW82RS9nQnlhcHRKd1BoL2V3TFRoOWFHdFBNdkcvb3dIdTQ2VGpDVlBhY0FJSlRJRFZzT01BSkdWRG44YTREWUFKQU9WcjJCTjNYTVFvdFVsTTlRTG1vTzFXOGVwZ0pJbmV1S1N4QnlMaWNjZ01qdXE5NTNnOHlBczd1bkwwTWlSS2RQclFtM05jZFMxM2pKNUVJaXBBSENlS054MTlienVjdGNZNFdVc3czcDI5M1dzS2t6dTZCOE9qSTV1YlBMMndEN2d6MjNORzJGbmFqS0Z6akhQN1RVRDFjN0Fnd3FNVkFWRDFCSjNqcFl0eW5vdnEwVmJKZ0pSTnBicWpaV0FRQmtGNjFMSmFoTTdldjM3ajNSL3ZqUWIzNk84MUVua1RMRDJ5OSswN0YvbTBmVFZxaGs5SmlIVU9JRmQ4Mm1GOEp0Rmt6eldrU1p5cWc4ajRSY0RsY0dxem5MYnlkSXYwR3A4UlAzamtHMWF0ckNOYkV4VWw4c0tHdG53S1lNbkZOMit1OWxNL1BYajdHcnlvSytBZnByL3pra1RHcmVYcjQzc1B4b3d2eFZVUmF1ZkFWQU5yZjRodDluQjQ5cnZST1F6dTIrMGYzaklZK2NQSmRDYk55SmdKa2MrSFB0RFpYRHlyVzBvdlhqS0RWeUJxVDZaNHN0YmpyajZHMnNxd2k2OXJuNTY2WWc1VXNSb01ucnVYN1FyNTV4TEN1N2xVa3l3eVBwSDIyS012KzY4TDBVc25xUzQwelBCQTcycHJyTjIyY3ZLYnRGRUpraDBIamRYNmFjbStjYUM0cWNTbENvUWxLanNXNVRPUFVTekY2eTZoWlZaVitYMG5paFpkZldJZldVVnJSK0hBR1cwOVV2ZDZxMjVFZTR6L1RUUlNJSThRejFHU2JudVd5ajFJSEVjRXJkQ0NLSUlJSUlQaHdpcE1vbmpkUlVCZ1FTL0g5U2sxUVpIUi96TUFKMlU2TjNTSVdTNDl5d1VPajhySTB4UUlsam1uM0t6c0RZNFpzb1lkR3hhZ0VCMmUwNWQvS3ZvYVpzRHVlalRrU2NLZ1JVK2YxTmd1R2k4YW5pcTVUZzJCczNsQitkT3ZCRWo2YXRVQkhqQ3hnUzdEOS83RStuVGcwM2VnTW9ZZU5pWXVZWWhCMXZyWEtkY1N4ZE01NUpPWFhnUEswNjFmNlVubGxjbmlZUjBqM25Udnc5NnRhMGIzU0Q4aituZGd5WEt0c3AvU0lWWWc5QnVIYXc3ckdoQjRTc1BGZThnank5c1ViNWE5ckNOYkVLeFl5TFBRTzFnZnROYlB6TGw3cjdmOWF4ZjVzbmQrbjZMTWxrVEZPMStnYVlvMGFNaWlJSjRQV2NwYnZhMjRjYjZqbWNwU2tvbGE4Q2lKZWFhemUzaHBJU2pyNFphWkx3ZVNoSWMzTk41VDZBRXNhczRpR1BsLzNoZU1PV1BpM3Z1OGtneVYzZTgreDNvVVFFQU1DMFBGY3lVOFNucFpBWFczVDFqVUNaTXBnZFFVWFM2VDZWNytiUmRnMkZjcVZ0WitWNThNdWJLWTFxckRyV0FQQ2l5SGFXTGZjQXRCK3BxanlkNVN4ZElBM3JkYWI2bU9Ba3NjV3c3QTc5Ym1RdExWOW1DSEhxMEs3S3R3QUFiUlA1RW1IZzZTTzd0Z1FsTUNReTVjdUM0QUVRaW9WY3Y3d25OQkVwcDlBMUUwRTg0dkd4VmUwMXJvSE13dFhSbFBCcHVvUjJDN0hrRDV5bHZ6L1YvbFRRc1djWGVhY0FxZ3NvWmIvejlWKytUV0UzS3dzUmtVZktmejUyK05ONS9PcUhVTitROThPUFRZOFBNTTFPdzVLM0p2N1RWRndrbVVUTUVsTXQ4MUh4YzdOc1pjQk1zL200VUFnQVB6RS9Od0RBRDk5bmVRU0Fmek5KaWtSVHFiTDRIeVFlQXNuR3VhYUJyVC9LT1pSVThTODd6bFFzL2N6MFhIa2l6SG9mTWMvOTlvQ2twZ2crSENnZ1dBZDFLZ0FVaUM5KzFPVDd2VHBXSGFuZmZEcjBYakE1ejJWTHNQRkZ1cFRuRktiTUg0aWgvM09tK3RtaDM3M3M0dlZGZ0hKdXAwK3RIS20wbGpDeFJFcHlEWVE0Njk2MTlaM0plUzZia0hJMjhmYTcyeHFlNk13cVhqY1pKTncrY05aUzI5RytlZGo5aENTUC9iSUVPTnRTUjV0RDUvbVJvM2huRVVXSmF2VHNDVkpKcFMxY0V3dU1UTHJjUFZBUEFKQmJXRFlSQVdaMHNSdlZwL2JkVkpOb1JldnZJb0F6WktmeTlHRjM1YUNpTkhIMFhZQmdNL0M5bzVOVmxhY2l5Z0ZERU5GU3F3eFQyVXlZdnlxS0lpa1JFdi9ZVkQxWXlncmFDalVtMXZwMVNYaTFTbkNLdUh5bHhuK3YxclFWS3FxUUpaQy8yZDZ3dVc5R2tTdVJFWGtuWHFHdkhIWUhxVjFoVEZ4MEtSSnNhZlphOW9UZVp3RUFjcHlsQzVHUWV3emhYUk1ZaTUxcjVYa1N5SjNBOVkydE94OGJsc2lWNmx4cFJVbG4rNFQzZ0pXb2lVaFpWR08xR2hSZG5WbTRPaHFBNVFJQVhPcnEzOTZ4LzJrUCtFMW5mWG9HU3I3UHF0Sjd1RTgwbks0UDNzYWMvTkpFQ1dSc1U5MnhXazF6MmFuS1ozbDc5QU4rRlZLcTB4VW5wYmdQSlo3a0JOOXBxOXNjOXRwblpMZ3Npc1Y0R0FoNXBibDI2OUR2c2FhdFVCSG9iQUQrUm9KZGVmamFqZDYzRUZFU1FpZ2hLQkpHelprNnFuQTU5L1ZUVDV3TjdwVlh1LzRZYnYwUlJCQkJCQkY4T0VSSWxVOFk0d2NHR0lteng1b2pZNENFc0t5OC81clVMM3kxVnFxTUhZalNlOEdzaVJVb1V5bVJmelVJeS9YNWxMMmhTVFIrNUJhblp5TmdxaTY5VDRjUUtpVEh1U0dMU0RuTjRPU04xbDNEelVzQlNwam01TXRCa2pHTjFTZCtBUENpZ0pJU0JqMWpGekVpcGhoZStxdHd6dmtBQUxNTDBqTUZCZGxhN1RxVFdiZzZHa0daZ2NMWDBONyttRDZ6c0d5aUlqQ2pzZTdrSzFyUjlEczhodStWVXpzcmh4bS9qb0s0aDRETEdrSHAyQjdXL1pwL1hsYWVLMEd4R0orKzJEM3crOHhDRnFVdyt6THM0Ni83UjZZR0UyZkU1N3BJOTA4NzlsL2lqcUlOc3dYRENjMDdLdjl1cmp0TzVjYWRBSVEwVjFlR0syTVlsRWhMNVY0Z1dCZFlXejAwMzFsK08wRmVKQkdPWGVucGF3SndrZHhDWXlGd283NjlvYUp2MXFKMW8yaVU1ZjdHcW8xaDAwSzA1UzQ3R01iZEFMU251WGJUOEk1S25rc1pvL0xGQ01vN0ZxN2ZCZ3pqM1RXdXZXQ1NQU0NVY2ZJSzNRY3dBN1hpakVVU3lOdEhxbHh2NXhTWHB3SElPT1M5alpSR08zUXk4QVkwYkE3NGJyaG9qbFBNUndQT3UzZHRPUWtsSlN5M2U5cGNvTVRUdkd2TGtOL0w1RHlYTGNrdUhoQUNYZ01wNDN1Vm5qZFBoUkFxV2NYckpnUHdyM2pPWFYvVjN2NTBuN2JjWlplNkxFYU9KNjBLdTdPeDJ2WHJZY2M5V0VxMVVrcng2NmFxaW81YjAyWlBEVm1FVTBabHFuT2xsWHVTU0xnSGtBZytOQndoOGNRTFBvUlM1WHNtVVFJQTBCYndlU1JjTlV1UnRnTkFnbGtPVkF3QVlaVmE3d0ZtRWgzKzhwWC9CSUJocFhFZkVmTUI0T1ZCUTNDNGFKSVFIOFE3NEpSWkl2VGZBSkFKQUs4QXdQS0FoSjJQQ290SkhoRlRWUlF1RnRxUEJMT1VhL1VITkxLTjRLT0JBcUFWZ0FBaW9zV1dNaFVBcW80RStIajRNZXZ1ZGFNc3dpZ0FoTE1XUWh4TndiLzV4RkcwSVpNQ0ZqWFZWSDRudEMzNFMwanR5cDFJc1l0SXc5ZThhMnU3cHJuc2FKT0xkU25hanpRODBaazZkMlVjQlpxbU11WDE1aENDUGkvUHBmUmJqQWVSaXVqbXFrMS9HK21BWnVXN3BvQ0MzMnk4Y3ZIYjRMNUpMR2phQ2p2R0tFNGY1N3M3OW0vemFBVnI0d1ZsR1NxaHJ3V2E4TTdPTDUxR0dNMFpFSDIvUHVyZU5nQlF3cklLcDgwRmdndUYwSC9wVCtFWmRuekxYWGJrOGk3ZzRqb3FOTEVsekQ1cTJnb1Y0MktXUzRSejNnNTJHQUJnUnBFcjBRN3l3WjVlNzM5SHgxZ1dFcXE4SGtUcWp4bVRya2pvT1ZoVGNYRnluc3NXUmZnOER5bzFSNE84NGtwWVRuRjZDVUU4MzFpOTZTK2gyd1cvRndtU1JTamxMOXRxYng2RHRxVDhka25wSFlhZ2o3V0ZJVlFnTDA5SndLVDVnc0k1MVVkaWlVM09iOXF4S2FnRWM4TDhWVkVxdFM0VFNPS1FpSmY5ZlJSdHVjc09QbDVJaEd3RFpwMWpvR3hxcTk4VVZMSXpKNzgwU1NqSy9lNnFZNzlOblRzMkdrZnhBbzhoOXgweENSVXQ3N3ZKS1BseWlyaGRNREpWdmRJWnZqU3lwSVJaZTNreEl1MXdWN01nNVpvY25UU1ZFU3BBWXQ2QTEvdG55VDJmcDRRS0FLQ0VXVWVCWWszbzBUdDdrbU1uTENHR3J5cDBVQ1dDQ0NLSUlJS1BoZ2lwOGdsRGo0MWxWaUJEOGFpSXlGb2JucnhnUm1PYWtzc1N4aFVsZ3lFMEVjVzZCTGpQM1Q0WXBUY01zNHZLNWdEQWNrUEhYN1RWQjNkNFppOHJuUW9TNTZBVVRhMjd0b1N2N3k2Y3RreEt1TDJic2ljR1BWaGNOTGRYNWdIQlBDbms4NjBOcnE1dzdiS0xOaXdHUkxXNXBqSU5BTzVYcUcwdklYRElYYnU1MjdHNE5JVXlNaDBVcFNhN0tIVUJJdmEwNzR3S2ZvZ29LV0Z4TitJY25OQU9oZUVVSkdLUHYzT1hubCthcEtoOG9RZlZQeWZHTXFvU2V4N1Y5Y2JHUFZzdmdqOVpJWjdQSGZCNi8zNnFJY25JS1l6TklNaWlHM2U0L2c3bWlKa05wQk1aeG51OGJNU1JOVWdlODFsRTJlczVyNzRST2lzM2Y5MFVJWWxHQ1o3VnVXenAyTC9Ob3kzYk1FdEtrRzdkZGk3VnVkSnFCY3M4NmVrUDI0a0RiWVZLRE9OZVJCbzE0R1hQaFQzM1ZsNkFnTmNORUV4RlNHcXEzYndkQUVETGN5VVRhU3dRekhpanhiMWxJS2VvYkE0aURyUjQzemlaa2VlS1FaU3B3STNEeEJhMVFKZjB6Y0JPSWdCQWRxRndTQXJlWnM2T0FRQng5S1RQRkFSWWM5Vk56eE5OVzZHaVZlU2l3T3VVd3BpK0htTi80R2dsbUtOdkNxcjNTVENlYm05L3VpOGp6eFZEREg0SFEzbENVanBaY3Mrd1k4L05YemNGVmZpR1JQYS96ZFdEaHNBb2lSSmtnVTJJWUdwS3pDZ1pmeGVQOHJuUERIcGRSUERSNFRBSmptaFQ3V0UzeVlwT1U4RXlFb2hacHJMYS9QdXFHY1VjTHM0NEZOV21NbWF6U1FMc01uMUVSdHJlYWdDNDNmdzh3MVJpM0JPZ3N2REhBWDhjdU1jc3I0a0dnRzRBV1BZZThjYmg4Q3N6UWVuclpreDFBd0I4NnVidjgwZkNMODNyZEFRQVhPK3piSkw1L2tFSkptWVNhcVBOMXhoek8yRU51U1B3UXlOQXVUL1NHNlh3WHJuY1BlQU9XWWpNemkrZHFrcjFkZ244QkJKbG5OZExnMzczSEV0ZDR4Z1ZkeEdCMjBiYUVxWWtMeUdVMkNuQzJhYmFyZnZtT2wxeG5QTjVnUHp0STdWYno4K2Z2eXJLR3hPZFIxQTJIcWdlcnVic3RzazdLZEpZZDFYRjQrRzNBRERYNmNvUXlFdjZETEVlQWg2TTU4OWZGYVhIeGQ0bHBXdzVzcXZ5Y3RyQ05iRklsVHVFTHBxYjZ6Y09iU3U3ZUgwbUJmb0E1ZkEvUjJ1M1hRY0FrbDJZbmtVb0xDR0FMNHhVRXVLL0x5QW9aNUdxRTcwZSt0cndwVndVa254M1U0cFRxUzUrMGQ1ZW9XdmFDanNoZko3aFZWNk1pN1VzOVJIOVlIUFZ6WUdYbk9MeU5FbHdxcmg2NVc4QUFFbFJ2SmhRcGUzbzl1QTBIMGZodElVRUlMSGZwNFQxa0hJNFN6TUlnb01JMmRiTmVvZVNmcklMeXFjVEJSNm1oRDducm5WZENkT1VhRkdMbG9BMHVxaVVraWpxdEtZZEc0TUlsY3pDMWRFV1pyK0RJRVliVWpTMjFtenBCQUJJKzlTYVdPUjhJYVZ3VERBMkdpVmVhUXRKVFp6cmRFMFF5TFBoNnVVWFp1WlBUYlpTT2h0UTdoOUtTOVJjZHJES3VVQzRXeUNkM2Qrajd6NFJsdkJ3MFp3ZTR6NUp5VVNpc21jQ2ZYRXlDOHR2bzRSa0FZZXJrcWlON1EyYkx0MldQdHNIaUJJSUFaU3l2Ly9hbVpia1NibUZ4T0JIRHU3YSttRktCeU9JSUlJSUluZ1BSRWlWVHhneHZpaUdOb3oxdTNZT0pnOWtFQWdJRDBoMXpvZ0dOSklSNld4T2pEKzI3SHdzYkhSeVp1SDZtUlpDbC9jYS9Nbmo5Y0cxeTQ1bFpiZFNTUXNrNHVubWhGTnZobXVmVTFUMklBTE5GcjdlSDU1cWVMSUhBQ0M3V0orSlFMTU56bDgrdEhQcnNCaEhHS3pMbmlXbDlMVFViU29HZ1BVQUFJZDIvVGhKR0FNdlQ1aS9Lb3JFWUdGZmovNnFQWmJPWjBCN20rS1B0d0s4R09TVGtObWROb2t5SEFNSVNZWlhlYm0xb2JJTFRNSWtXdUVPaWJMeGFBMTBaUmRGTFVUUVR6VHUyanBrV21lZklQTWxnelB0RFQrOG5GTzhaaHFpTGFVcDd1anI0SStLQlBFQUFxWndIZi9RM2xBUmxveWFlY2UzL3c4Z3l1dTYrdHlaa0ZIQnRJVnJZaTlkUFB6QWxUUDcvODJXZlB1OTNlY2FMK2ZtcjVzaUpVbnZKajJ2UXNOVFBHRnBlYUZPQm82MU5UenhLeGk4ZUpzRFI3T3prMGQvQ1FpTWxvUS9FMjRmY3B3YkhCSmxYMSt2Y1N3bXhuYkhwVjVQdlgvYllCV0YzS2Z1YUcxd2RlVXUzWEFuSjF4djhWcWJvYUdCMjRzV1AyQncvaWF6S0l2MVhyN2o4TjdLSUgrYXJNS3lCVUNBa1V1WDN3VDNNMXdyV0JzUFFDWkE1Nlhhd09Wd1ZJb0dLTWRUaFYyL2RLTjNiN2hvVEN1emZZZHovbnBMbmUwMDdDZVAxQUFBSUFCSlJFRlVnSXRHV1dVdUVqaEJtR1doMXdPMTdRMlZRU043bVlXcm80R3h6eHVTdjNTb1p0T1FmdzBoUWcwS2lrRkNZcE5UU3dnWFAya1pJUTd5WHhpVzl6QVpEUmYxdXhRQVhqS2pjUStiaXBGdEFQQnBBUGd0QU53Q0FGdkN4T3pHbXcvNmZyK1Jhd0JROEI0SlErR3d4U3lUV1cwU0dNK2ErN1BhakNrT1hHNWRnRkxrVjJaSnpTdG1VdEZvZUgraUFVMkNCTjdEYzRXWUpNMFBUYUpod0NSRHd2b1B2QSsrRFFDVHpISWR6VHkzSzgyU213OVR1c1lBNENrelZlbWlxWG9KL1YrakljZDBpL2wreml6bktqYlBjK0RMci83NmxybGZvY2w5bnc5RHFoQ0k0Q1pTdXlsQXRHWHdENEpDN3pzYitqczR0NkJzcm85aUxCcStvMENWeFY2ZHZ0TGU0QnI2UGMvSUtMRXdLcjRIQUw5cnJOMFVWbjJrRmEyL20zUGdWQ0dYVzd6MGdLYXRVQTNnT1Nqd1JFdmQxck1BSmN5SWovNHM5U3F2dUJ0Y25hSHQ1K1NYSmtuRTZkakpmaE51L1dDbS9uSGs5eUx5NTQ4SFB4Z1RQUzVxSGlIeVZHdGQ1VnVUODc1a2k3R3BEL1FiOHUrQmZZYnNnalhUQ1dXZkdSancvcVM5NFllWHdFeTZZUlFlUWltZWI2cmRmQ0xzaHNGRmJSWStSeUkvU1FubTZ0VFkwOTd3K0xEN1hiYlRtQVBJNW5pazhxT2p1eXF2VDU3OEpSdEpHZjJGM2w3OWhkZ1l2TS93aWoxdERZOFBuYi9jUE5kWXBNYk1LOWNIZG5TNG56RnlpaC85alBUb2pZME53VWs3bVlYclp6Sks3NVZjMzlqZThOaXc3V1l0TForcVNCZ1BoRXpzMTlrcnB4b0dCdzYwSmVXM0U0VjhUUWoyUkZOMStBU2Q3SUt5dVl6ZzlldFVQUmt2NWVLdXQyL3NERDEyQmZoY0NaQ0lpQjJ0Q1c4ZEJnQ0VQSmNTN1lWY0R2d0VSVkFvcFdwTHpmR2dRUzFOVzJFM0pKOXBLSHpQRFVzMGpxRjB0bFJFaTk5REJRQ0FKSXV2TU1ycUJkSlV0Q283VDlSV2hpVzdOU2N2QUFtM2MrSDV2MjFWUHhwYVp0YWlkYU5zaE13M3BMaE1DZHhvcnJHY2hzRWZMeDhRSWdaTi9YaFAzTGlNTDNnTjhxc2p1N1o4R09JNWdnZ2lpQ0NDOTBHRVZQbUVZZGk4VEFWYjdNMHBoRUdxVGdMdEV4T1Fad09ReWR4bi9LVzFZV3RZUW1YMmtySmJWRXFjUHNtZU9yNnJJdWpCTkNQdmUyTXBzazhSZ3VpdXJneGpJdW1pMllVOER4RFNtMm9yeXZ4VEI4dGRJQjhFZWVQUXpxMWhQUkljUzhwdUJSWEh0VlJ0amZJVEtnQUF3aGo0SWxEbUdaTVFlOGhkdGZFWGpxSzFtWVNML3FhZG00YVp3ODY2ZTkwb1ZaRDdnZExEQXdPZUErME5QeHhVdzVTVU1Fc3ZYd0JDZHJyck5sL1VDa3ZUQ1JKYlU2MFppNWpuVXJLaitCMGd4YlhtN2VvSmg3TjBPa0dXM2xTejhXWC8vQVRrUlVnd1d2bzhmejVVLzBRNGQzd2FrempwNmFON2Z2NXZpR0l4aEtna3RJSzE4V2VPVi8vNFdrZmI1d0hRNGp0My9mbnhNKy85TkNwc29idDY0KzgxYllXcUxTMHZOQlJ5c2EzcVIzY0N3TDNtNjB1REpRWWwrelJuMm5JQ0pOcnc5VDE3cUg3YnNPdVhXYmg2TkFpU0xEMnlOU2JHdXR3THROcHZCb2pSbGp2QngycGJHMXpkV3RINmJFR1pyNldxNHMyTWpCS0x6Zm5vY3FuelZxcVNpVDQ1VUhWMDc3WkFRb1U0aWpaa3FnRHNZRTNGSHYreEVFVjlDSy9TLzcwcDZYWFJIS2VZalFSbVVpbmV1WGlqOTQzUUI0a0o4MWRGalkyTCtZWkE4VTVMM1piZDRQZDNBY29rWXJidUhhaHZiM2c4eU13dmJlR2FXQXRSLzQwTGJEeFVhMmtLbkNjSlVRS2YrSmhpVGZaMEhuL2gwT0dHQ0tFeUhJNzNNRWNOQkRHVGVINWdQbERYbSthcDF3SGdzd0J3eFNRR05wbHFpNjhFbEp3VW1xb1FQM2x6QVFEdS9vaktodStaLzBQbDV0K2ZNLzhmeWt4UGtQOXJtck5LTStFbjBaeStBd0QrWnBJVXU4M3BYdE52SkZ5Wm84OVV4RENUZUlvM0RXNHQ1cnMvR3JqSVhQNjZlVXhoQ2VVUEFIK0t6NnNtMlpRSUFNK2IvakZmKzREcm1HenVVNzZacGxRTUFJSEpiVmRNUW1sQlFNeXpZbDQvQUlDVEFERHRQVXFBRUFCNlRiTG1jc0Q3SlhOOUtlWjVFS1o2eVI5WlBZeEEvVmZFWk00SlVVRUZBQ0FFRUZFT3FRQzBnclh4cUZydjRKTDNNYUdlb0ZSWjNGaTdNVWoxbUpIbmlvbXk4bFdBWkVkVDFjWnc5MHN5WjVsTGs1S2pRbUdhdTNyanp6UnRoUUlwS1hPRkpKY1AxVmVlSFV5M20xcG8rTEQ2VUJoQ1pXNysrakhDd2x5Qyt5cGEzSStIZmFqT3lIUEZjTUgvZ3hQY2RTZ2tRamlyMkhVcm9BNU4xWlVuSVM5UFNiSk95amZrUU5YeFhUOGErdTNOV1BhOXNWUlk3eGVHN3lrL29US2phRldpalNpckFjak9wbHBMZTdqdEFnQmtGL0EwUWlnU1NxZEt4S050Vlk4UEk1Wm1MeW03QlJBWEl5Ty9QN3JkZFgxR2tTc3hpc2o3bTZycGYyY1hrWVdDTW5kcnc4MUVRMDFib2FKRm4rWHJrZlVkKytOOWpzS3lPd0JrYzNORDhMSE5YRkordTVXU3J6ZFdWL3hYT0tJenMzRDFhRWJvTkVsRU1uRGpCVC9wb3VXNWtva3FIalIwK2VORDlSVmhDWlZNcDJzQ0NHNGY4TW1qQ2FvczZmVFI1OCtFcEJobEYvQTBvR1FTQ05uWlVsdnBKMXhJbHMzclFGU3ZBWHFCVXR1aTVwcUszd2EyMHpTWG5TVExwZHdRVFhxZjVHUGlZcGY0T0c4NlloSXFHWG11R0x0RmZCcDlBMzh3ckZFNVJCaTczZFhoQ1pVNXkwcW5TVWtYVUc0ODFiWXJVTEZhd3BSb1JaT01YQ1ZBbzl3N0tvYzhzZ2loQWdFUkFJQXEwYmYyOUoxNjhmVEJIUkZDSllJSUlvamdZMGFFVlBtRXdRMExzNmc0NUtsQ0FOa0VyNWY2ZXlJVDVxK0tRcUNGRW95L3RUYThIZmJoS3JOdzlXaVZzcThUeXYvYVZoMHNXOVdXdSt6RU1ENEZVblIxMFo0L2hXdWZVOHp2a0FqVHUyajNVLzVwMlFYbDB3bVErWWprNURYalhLZ0VHbUJ3eEd5YVZFbnFnT2Y2NndDaXoySlArSTArMFBXVm9RV2srRVpMN1paZlpDMzlYaXFUbHBpQmQxbmc2TXpuekpGeE9MempNV1oyZ1JBQWI0N1F2dmhuMW5wekduSFhicVVBZU5NSG9lRUhwanZmNFB5V0trTE16Nzh6NTdPbXdaenFhNGp5NStHT1FiSFlxL3F1bi9NYmNyNEVBTm4rdEl6MC9OSWtwREIvb1B0U01nQ2FJNWd3NzlyYnUzK2ZsREQ5ZmdBWEphUEZURXJrZGZlT3lvc2hacDVSQUlCamI3djR6U3Z2OU43UzMzV3U5ZnFsOW9rQU1ERm8rekZKOW11blcrYjJkVjk2S3lvdTZZdjlYZWRPOVY0N013MEFvS1ByV0s1K2NkL1ZHKzhlVFUwZW43bFVFbmJHZHhiY0FDNXFuMmhrQ1NJdU1xYU1FY1M0Y0xRNk9QSnh6ckxTcWRLQW1PdEsxMEh3ZHh3VnZrQVE4V3FMKzJhSExLZFF6eUJTeVpFRXpobmVBWGZIL2llREg3QktTdGlZWHZzOWlIQ2x1WHJ6Q3dBQU9jNTFEb2xrTWdXNElRUnBEUnhSQkxNdTNnYkdwNEZnWnkvdHJSOUtWVEJCQ1FuNlhSSGM4NDVQZW5yRFhaOElvQ2RNK2tzb3FFbEVMRFlmSm40RUFLVUJaSVF3MVF0dUFQaXBxUjQ1WVhwNVBHMTZqVVNieXg0d3lZTi94TXRrZ3hucC9DdHp2YXE1N1FTVFNBR3pOT2gvemM5OTVyNHNOMStoUUxNY1VqZGZmaUxGQWtHU3B5RjRBV0JLZ01MamhGbkdGRlpwOXlIZ01VdUhuamFKbE1zQThQMFAwQzdaSkxUOENwN256UFNyME85OHJha28yV1VTS0FJQXhwdGtpRFNWUE5mTTM4MkxJUzgvZWZKZS9nZlhUWFdUejd5M00zTzlIMFc1OC84Y2RGMm5GaHVveExRM1Ewb05NS09FaWNSYndDZmJEWVZLUlJXcFVsR0NTbjR5TWx3V3UwMThGZ0FPTmRWc3JBdTNmczFaUGtWS2tZcEF4ZVhlM2w5bFpMaFVtYUl2cG9nM0R0VlVIQVVBbUYwMFRST1N2M3VvUG1yWS8xOVc4YnJKQXBRdkNhQlB2VmZwamQzR3Z3VUFodzVWQnc5ZzVPYTdwaUFhczlRZVR5MEFZRzcwb2p3dWpYZmFxbjQwMUdlWXZhVHNGZ1hKNTRGQ1ZVdk40RGEwb3ZYamdMRDdnY2hEOHNxbC9RRFBoRldHT1lvMnpHYVVUSklFcnlCbkE4MjFGY05JMmNIVUdiZ2ZDVDBFbDY2Y3lpeGNIVzBoZkY1dnIvNG5oOU9lcmlCd2NlWGRZSyszbEpTNUF1bVZ3M3MzMzlDSzFtY0RRRitUZDErUXowM2F3ald4Tml0WkxnMzlpWENFaWxhMGZod2hOQmNJR0VMUzFwYWRqNTBEQU1qSys2OEVZaFVyQk1EMlF5SCtKa050QzlaT0l0SndHSXA2eklaYzY3cEJYenh6SU5qM0szZnAraXlrZURzaDlKb1BQRVBsVHJuTHloYWpKSlFUNDZwQzdJN202bzFCZm01cEM5ZkVZZ3hmaU1DUFVpdlJZNWhsUGpkRTY1SDZ3WktmVk9kS2F3ektoVGdnNnpBNmFoRVQ2RzRNNS9VQ0FEbDNsYWNKaE04aDhEODNoU2crY3dyU013bmdST1M4bzdsMjgxQTBmS3B6cFpWZGVtdXl6M3VaQUNBSW8rKzA3dk1PaTQrT0lJSUlJb2pnSDBlRVZQbUVZZU1HUTlVNlZQNkRBRXhLT1NUTEhodHZ2dzhCZStqVmEwMkRIaWZCeUN4Y0hhMHkyM3FPK3BPdE83YWVDWjBQbkg5VkFIVHFQUU0xcC9ZSGo2d0FBRGlLSDgwSHhDWFN4MzU0cXVHcEhoZ3lGaldtQUxCa2o0Lys2VXpEczhNOEx1WTZYUk9Fa0xkZjZ1NTlyV1AvMHg1SGZta0dzYWgvYmE2cVJBRDVWZjl5VWhqZlBIbnd1YkdqSFVXZk9kUCtiR0JaalRyMElJY2pxZWREcDMrRXZ4RUJCMGV1aHlHallPMmszbzVXUEg5OEtPMXlFZ0M4QUFET1ZPZEtOVll5QnhLUTZibWYvMFZML1JOMmM0UWFmSjZ1T3cvdjNmclZtWVZsZnlTU2pEbFlzMm1uT2NvZVdJNnhXclhHVmw1NlorOGRJeHdjQUFEd3ZtdHc0ZFFnRjlNZG9tRzUvUGFlb2MrZDc3WkJKNmpSOEs1Ym4xL2tTalFvUzZKY1dnWEJkMXFxdGdTbEtzeGU1cG9tSlUvdk5NN1hucWw3MXFkcEsxUmg0ek9KMEp0YTZoNGYya3FxMHhVSFV1UUpDbWVKUXZlMFZqODViUFFycTJ2R0xHQWk1WEpQMzI4QkFMVEMwblRCU2FKQzRCcEswdHU2a3dWMWJqVnRoUXBNRkJQSnVydklqYjhFbWg0T1hSV1VERWpnc3pEaGdUR09FUVRobVA5Nzl4NzRvMG1vdkdQNmZveVUxUE1zQUx4dWtnSkZKa2x3d1V5NGVjRXN5OW4wUGcvbUh4Ui9NSTF4ZjJFcU92eEpOcjh3SCtvRDFSYi9Bd0IvTVJVdFMwemlNU1dBT0xHWXZ4ZitkMklTUnY3OXhKRFgzMHlpNFY2enpPZzdINE94ckIrR2VZNnJUU0lqN0lOWUFJaDV2a3RNbFV5cDZja1NEbjQvbVNJQW1HbCsxczF5d29vQTh1T2JJN1IvUHh3RmdFV21rZ2ROcFZLbFNUcjl5ME9JWklJQTZtQVpCRW9Lak9Rc0svdUM0UExzZ0hIamRZc3Ricm9DTlBGS2wrZjFVRFdmZlJJdmtBVHdTbGQvV0VMbDlnV3JSNk9FSllCNDFVdlk2eDM3dDNsemlzdnZSSWtYM0xWYmpzT2daMGdlU3VGeDE1NCtFbG9lTzMvK3FpZ2RsUWU1NUg5dHJkczhnbEtraE5tdDRnRWc4a2hUMWVhcXdEa3o4OWVQUWNWd29FV3QycjkvbXllbjZORjdkZTQ3ZGFqbXNXT0J5NmdLK1JZWTVLV21uUldEM3pYTHFKbHZ0N3k4T21iVUxaZXVYK3Y0NjBEbmliQUtpWnk3eXRNNGl0RWM4RTBxMURsdW5RNkxrTllLMXNaVG9QZElRdWcxRDN2OWpQc1pyaFdYZmF1M1YvK3ROZHFTVEZIT3VFNjZYZzAwUjg4dTNLQWhrT2lXdUdQN3RTSlhOa0U5Q2E5MU5nU2E3Z0lBeE1aYXZzdDFZM3ZycnNlR0RUeHBlYTVrd293RlhISzNna3BHaTA4NU9uUk9iVEZyRGRTZk8xVHpXTmpJWlllek5JVUlOa2RINVhWRjZnNmZSKzQvZFNEWVlEK251RHdOcFV5UlFCSjFuYjk2eEZTSU9KYVY1WEJKRFovMzJtRzdKV0Z4Rjd1eEs2aVRVbExDb3JzdHVRYm5KM3VGN2Qxa2kxenNsZnlRbjFBQkFFakFoUHNIcE5obnM3TmxoaGo0UzF2dGo4SjV2VUIyMGJwVUlQQXBJYkM2dGRaeUpIQmVidjY2S2NRQ0dwZmllcy9iZmE4SHprdVFjY1U5SUc0QVNCOEFzUk1BZzlEK3lMMDRnZ2dpaU9BVFFJUlUrWVFockJhcVFJQlNoUUFUSXBrQXZBdWFzL3gyUU9xZ1VqelZHTWFRTENQRFpXR1VQeUpCZWFhMXVqS0lVTkcwRlNxa3BIeVdvcnhCZ0RZZjNiOHRkUFNCWkJWdnlLRVM4d0pMZmxLZHJqaUJ2cGtLS2xPNXAvZVo5b1luaHoyTXpIVzY0Z3pKWi9iMzYzczc5bS96REk1a0tUUGNWUnRmQk1pb3NVUmRtS0Y3dXVmNWx4L292bmpmbVlablN6L2dxTzQvQlk3RnBTbFVVZGFLcE5rbEFEV1BCenlvRkFMUTc4ZEIwbTRrM0VJQWJDMzFUN3dNQUFjSVZWdFJHbjZseVpiZWQxc25IVG15L1QvTmtvdmlnTlcvNGxoYWR1am92cDlIZmF3Ny9hNWJuNXpuc3VsRVBFSVEyd25CYXkwMWxVSE8vbzRsWmJjU3c1alJWRGVVZWtBZ2FVdzJROUhqRGhqZDFEU1hIY0JZQVFCdmNlR3JENnk5OWlPN2FGMHFBNzVDZXBWSE8vWnY4MlRsdVJJSTVWTW94eDVRMktpbTJvMnZCN2R3VVpvaTc1QlNKQXg0MWQvNTY5WGZGNGljZW1ta0l4ZU1NeC9DOCtLenBzcmhoUTlReW5IYS9LN09EMGdEZXNra0ZEOXV5ZmRaQUhDR1RQdkJDQVJIRHdEODNueDlYRGdOQUNzK3h2VUY0cVgzbUZjYzh2Y2pKbUgxZmpIVDF3S1VQSjhFRnB2dnF2bHdGelk5N2w4VlVuSkN3S0tDU2NjelMxU1VyMGM4ZjNqdjFpNnRjTU1jaWhqYldGTVpRaGE0Nkp4aU1SY0p1UVBCZUNLY0YxWGF3ald4TWZHMnp4QXAzMElLSjQ1V3VhNW5MUzJmS3BHSTVrRkNoV2pMTnN3a0NOaFV1eVZNWXBhTCttTGxweWlJVTYxMW0wZFVGU1ZPZlB1TFo0K2ZYUkN2enYxMjRQU01ESmZGcXVnNWxNdUdnelV1ejV6aURmTWx4M09IZHQ0a0V0SVdyb20xS2F3RUpLOXEycm1sQmN3K3hQSFQxV3U3cmh6L2ZOZVY0MkJHZnM4SlZjNXBCV3ZqSllQYkNFVTNFOHI5WGQwMy9nQUhuZ3IrYnBXVU1OcXI1Z09RS2U3cWl0SUo4MWRGYWNVYlZycXJLMzZhV2JoNnRJM2lIUWVyTndhWldzOHNMSnNJQkc1dnJ0NzRwK3dpVnlxQUhPYzNiL2NqMWJuU09ncEhmVWVBYkd2ZHRiWFIvTjhMVUlPUWRoSWxmMmg0NFUzVm90elQyNnUvQVBzcStZVDVxNkwwdUpoL1E4SmVPVlFkbmxCSlRWMXBwWkxNTVRqdVZ5eDhFZmZ5ZzRmM1BoN2tXYVlWckkyWGtrNmpCQk80RHE4ZmVXMlFFSm1adjM0TVJaTFlaL0h0anlXSnhZSXJiNXlxZWlxSWpKblRNMlVtWnpqUXE5dmVUYllhUlFTaDJXOUttNUhoc3RnbkdzdTU4THFqcURYTm8zdDJIcWtQVDZoazVmMVhBZ0cxUUVvODFscTc2WTNnZWE0RVZNU25wSUMrbmk3cnpsT250dmo4MTJQMjllbDNVRVl2Q0M1R0UyREtvR2lOa01URUJkUElmR2RydU85eUJCRkVFRUVFSHgwUlV1VVRodVFHQTRzYWtQNERURXBPb0tTRTRRMndBT05WVGJXYnc1YjlSRTB5UG9NU3JqVFhoc2phODF3S1duM3pDRkpWZ2pqc3Jxa2NOaEtwTFZudkFJRDUrb0R4WS8rMHpNTFYwVmJrQlFqVUNnU3JXaHVlSEpiMGs3WndUYXdodlF2UVlNZE83SHU4TnlQdjMyTUlvWTdlWG04MWxKU3duSjVwV2IxOW5TdFA3SHZtYVFETURXajZLQUEwbXhKMmlCODdvNDk3dW11bE5MeWUvczRPa01JQUFLQ3F6VzZ6Sll6ekRseTdJRkZ5ZTNUeUpKKzM5Nm93Qm5vQkFKaHFzMXVqUnQweTBIUHhsR3FKamxNczBRbWV2aXRuL1J0UmJRbkpxaVU2MGROM09SY2xUdzdkZi9DWFJPbjgweWo1VXlmMlBkNXJqbVF2TmxOSUFFQ1dkeHlydmpRaGZjbnAvbDVlQjRNS2pkRVgzMm44L3J0djdmeUZPV0t1bkQyeWZaazU4cjhoWVBVZEUyY3MzNlJRTmd0UWZLd1BMUk5tbE1RbHFId2VvamlNb0VBUDdRNG1WSnlsS1V6Z05CMzBJUlBhbktXbEN3akJxTWFhelVPbWVqT0tWaVVpOEh0QndQbCtJZmNlM3pVOEZqT251RHdOQ1BtaXdYRmJhNE9yTTNYdXlqakZhdHhKa1BRTGhWbmRWUnRESWpKZE5LZFE1a3ZBdVZLb3Z3azBid3lGYWswY0o0MEFCVE1CUVNtVFlFcXQrNUgySDQ4WTFuNFlpSStRbEJNYXIvelBxcUgvVnl6emtoK0FVUGxuSWhLUkdnYVlLQWlRUVU4VkFJS0dyKy9pNGIxYmJ3d3FTTGhIZGw3Ykhkb21PMStmS1pBV0NJRy9icTNiTXN3dkt5UERaWW1PazNsU3dydEF5RVYzVmNYYjJZWHJORUpvbkx0bTQyc3dxSmljU0JFU3IzcFkyQWp5bkNMamZvRTB1cWxtMHg5SDJIVnFpeDM5OCt2blc3NEdnUHdxSFB3dEFBdzlYTnNuOFFYSTJibUR1eXF1WlJlVVQ5ZWxKT3pHMVNFMVE5ckNOYkZ4TWJhSFVNclRlUDNhUVRESkNpcmpGeHZ0UGZNQ3RuTVdBSUw4c1RJTFYwY1RWQmNTQW05VHd1WUtxVmVmT3ZEVXNMU2k3SjcwQlVoaEVoWDRUS3B6cFRVQm8rL2kzdDdmcFRwWFdoVmhtNk43bFZjQ2w1K2M5eVdiQmNoczZXTzFtWVdyUnpQZ2s2VkZDVTRSeW5NcENXZzhnSUR2TkZkWHZteE90WmxwVjRNbmhsbjZKZklMcXFya0lDZFZKL1k5M2p0Ly9xb29JeTZtQkJFdmVjOGViUjdobkVMc2JRbnpBS0ZUc2VJTWxMd3R0TXcxczNCMU5GSmxDUWdCRW1oNzIyc1ZKOER2YjZjU3pmQ2gyeTR0YzRIQTRaYTZZUE5iclhERFhBUWNaVkIrSU5tQ2kzMWNIajY4YSt0NS8zRkYyWXc1S09WUlJ0VllJS1Q3U1AyWjRTcGtjNEJMb3JoSEl2U1FhMHA5MERhMEZTclk1RklBN0Izb2x6dE9IYWd3cjR1TGFqMzZiTFFJRDVkY1Y2d3hDYnB4M1FjRVlxa2FQVTZxaXExamQ0UlFpU0NDQ0NMNHVCRWhWVDVoS0ZTTk5VY09CMEVJRS9FNmhSZGZGTTJEMHY5ajRkcmxGSmQvWDBxK3A3bjI3ZDJoVW1FSEU3bUVzaXdpeEd0TnRadVBoTGJOS2l4YkFJdzhvUGNhbXc3djNUbzQ4cExuVWl5VVA0SUFid3NKc3FWV2VTdTAzZVE4bDgxdU5lNlRQdlZ2L21obHV5M3g0VDVEL1BYRXZzZDdaenMzT0lSazhzUytjYzB6RjMzamxTTjdmNUZpbWpNQ0FEeG1tanhDWnVIcTIxUzA5UkJHWGhLQy9kM2Y0WmkxYU4wb1M0eWxvSy9YV3oxT3RYdjZvc1FYcWM2L2Y5Qjh3TTRzWEIxdFUyeDNkWGZydTIxV05VNjFzc3dtRDYyREJoZjNIeGNqT0FvSXNidXJOOWtBNEs1dzV3NTF2cDRJMk9uZWFUMXBUdktZby8xTjVyV2duZWRiZmtDc2NYTXZuNmp0VFZ1NEpwWWdtNUtnTG5yK0VtMllMQ1YvMUd4M093QzhHTEJxWDhMbzZmODUrcGJNREFUUm95UDVyTm5KQzBKQ2N2clloTEZwbVIwbjYvSzVQdkFwYzNKbjBwak1oK1BIVE1rOGZYeDNmVUw4MklURThlbmE2ZmJYNnNIbzhnRllXTXFFdEd6Q1JTOHlOdXFHOTN6dG1ZWm5oNVFnYVF2WHhCSlE3OU5oNEFWL3BMSld0RDZiS3dSYnR3K1o1ZzJPV29Jb0lDaWxSMWUzSHc5RGZxUTZWOFloWWdrYThGenJ6c0dFaURoYndnTVNqYjJVV3FhMmVPZ3dpYnRXSk84RXdEd3ZzaWVPMXJsR3JNbk9kcGJORzdoK1lyN1BDQ29MeDZGalVOU1pmZDM5WVNJNEk0Z2dnZ2crT1VnaENCQlVnQkFBQWtnSkdHa0x2eExybGZqMmtWcnJoVkF2a1ZTbks0NmcrQlJJL21KcjNaWmg5MHNBQU50RVdJS0k0MER5MTV0cXR4eDNMSFBsRUM2WXUyWmpBL2o5U29BdHV1cGhMNTlwY0EwcnM5V0sxdDlOZ01TMTFMSm53NjBmQU1BV00vWm4zdDVMZmtXV3hmUkl5Z1dBOHptRmp5NDFVSFFmMmxsNUpLZHcvVXlnTU1sN1R0M1ozajZvZkRVOVdMNkdFaThPWEZEODAwa3N4TXp6ZVhzZHVxZHJVc0NtWGdnc1g5RzBGU3BoVVEramg3MktDbVRxbkI5dE03MUtBdUVvTExzRFVLWlRBbnNQMXFwbmM0b1R2dFpuOEplT056elpsVk5VOXFETzlBTnRadHFmSDRsUms1YUMxSS9wb0hBN3RUM3NrOTduMnY0V3JLYlVGR01lUVdhVG5aZWVHK25jU0dsNEZFbVRPZEdQTnUvY2VtNXluc3VtMjR5dkV5bjZ1bGx2MWFuMkYvVnc3WEtXUFhxdkVIaUdBcWFBd0dPTnRWdERCcmJ5RkJ1Sitvd3VSQk1sTkxFNS9uZ3JtQW9WcHNJYzVFWTlVMVNOSTd6ZFVsTVpsS0NXdTNSOWxrRU5lYzFyYTBnQldBU0tjdmh3cld2STZGMkxsb3NwcDFjQUlGRUNzelo2Nlo1d3BkK2E1cklMS2U5RkNxbUc5RHplNWc0K1B6SXhhUUdqY3JTT3lpdkg5cmlHUEhxMEFzOEVwR29DNWNLSGxDVHAvZSsySWtGT2dJQVV2cXMzTHA0OFBOTDVqQ0NDQ0NLSTRLTWpRcXA4d3BBZ2t4bGhRekovUkdRWTRLa3lIQzZhWFNRZUFrSU9OdGR1clErWk9TZ2pGcGlOVXA1dXFuMHJsSkFoTS9QWHoxSW9lNmlwYXVOM0FxZm4yUGdpWFlvanFxSTRXcW9ydzZSTGxMQmtpNzdZeTZIMlNJT3JLeVBEWlltZXpEODNJSlMvSE45VmVXTjIwZG9acXNEYkJ5N0Fxem5GL091b2p0MEdBSDgybFJ4bHBta2xwQzFjRTJ0bHRwa2daYkxVY1ZkTC9TQ2hvbWtyVklpMTVZSUhYanV4Ny9HKzZNTHl1N2hIcjIxcmVQd2FtQ05YS3JVdU13eGxIMU45MFlwS2x6ZFZiZlR2SjVtenJIU3FsQ1FaQU8yK1BsRURBTjhJUFlLTURKY2w2bGEraXFBODByUnpjNml2UVJ1enh2eFMrUHErRFFBZ2hTL2w4b25hNzAvT2MzMHoyc29mNnVQaTFlaW9Lemp6enY5MEgyNzQ2WEZFbmg2NmZtdFU0dHFwamdjVENFaEd1aXgxNE8wYU5tSTNvMmhWb2cxaUZ2WDErWDZyV3ZiZnhmV2hmaERlbG4zdmhLYXFpaWUxb3ZYakVNbXM1dHBOMi93enRZSlZzNUNJT0txbzBVM1ZHNE5LSk5JV3JvbU5pN1Yrb2JGcTQ5UCthUTVuYVFvQVRlN3E3d2dvMFhGUit3VDlUaVFrdWEvUCtQMkpmWnVHRVNyYWNwZWRjYjVTQWpTN2QxWWVCd0NTYkp1d3hERDRHMHhoOXpSNTZNLzhKSllmdVlWbEV4R3dnREQyMU5FZEl4SXFKTGRvUTRaRW1DT0VIcXE4UXBZNE1TWTIxbnF2TGozUGowbU9KK09MTnN3V0Z2YVcrMit1c0RYOEVVUVFRUVFmSitKNERBWEZUUDhCbEpLRGNXTGZiM3JEcWF0U25TdXQ4WkovWFJKb2E2bmRFc2FUeGtXejdqYm1VVzZrQ0NTblcycTNuTlNLMW84alhCK0Yxem9iQUFDMXZPOG1JOURpMERRWVB6SUx5MjhqUUdaSW9mOFNvREtzT1d4bW9XdTA1RDJYajd6MjVFbEFPYzJjUEFZQVhwa3k1eXNyQkFWNXFIclR3Y3pDOHR1UVFhcTdxdkt2L3JZWkdTNkwzYW8vQUVCN21tb3IvaEN3M2NrTWlPTjArL1lFazZRQmswd0pqSEFtWlBUWUF0M2pyYlZaTExGQ1VteXJyUndXdjU1VFhKNkdTS1lCU3Q5MTdEbWM0MHo2RWhyNkg0K0xxSDd0N2tmdkJxQW4ycllIUlUrVHJNS3krUUN5LzFMbjlYZkhwWXo1V2xOMTVVOUQxNXVidjI0S0tQU3JqZFVidnh6dXZBVENBT1F0TlZ2ZjFyUVZLbGpGQXdqUzU2N2RNbEljTlptejFLVWhoNnVJdmhqQnlKWG1tbUZLWWFJNUZ5M3hDdmFtVllIaXhxcUtKd0FBSjh4ZkZXVlRxZWJCL3QxUlN2UllSR0swMVZRRW5aT1orZXZIb0txa2VMcTlieWJGeUh5REtFZGJkNWlFU2trSnkrbExuU2NNSWJpUUJsTllYSFBOeGpCcGpRQUFKUXhUZURGQk1sRjQyTGEyaG1DMTZaejgwbWxTWVl1SUliZTMxYm1HenUva1BGY0NaYkpFR0hJSFVETEJYYk81N3RiMG1Rc0lLQklJQUFxajJ4YWJZcCt6ckN6bjRJNU5UV0UzSFVFRUVVUVF3VWNDL1FETFJQQVBnRkdhR1BnM1FjTGlaZHlJcE1xY1lua3ZKWkoxd1kxUVFnVTBaL2tVS2pBSEdPMEFJZmFHam01a0xWMC8yMkloUy9vTVkxTlF1NkwxRGtrdzFrTFZLZTdMbDhPV0VXUVhwUzhRQ3JseFpOZm15NXEyUW8yZWJNd2pIQnFPMXJoT0FvQThWUFBZa2FiYXltOVpKeGp6aU1RZDVzUHdDVlBOOFNzQWdMdzhseElib3hZQ2dOMlFzc1ZkWDNuVDVEUjU3S0t1QzBlNXU4RUZVeHlQTEJrWXVDVGJHdXp2QWdCazVQMTdUTEpsL0YyZ2syWmtYa3RVbERYVFhWTXhSUHprRnBaTkVKeGxTQ1EyUXlkN2h0UTNnY2VvL1gvc3ZYbDhGTmVaTHZ5ODUxUjF0MVlrZGpEN2pnQWhxU1V3cXdVQ0xUak9aRk15MlNhZVRJYkpsM3pPSkY4Y205VzNCd213RTN2aVRES1pTU2FabTJReTQyeTJFenZXQnNLeURWN1FpZ3dZYkJtRDJSR0wxbDVRV0JHdkFBQWdBRWxFUVZTcTZwejMvdEd0cGx0cStXWW0xL251dmI5K2ZqOVE5MW1ycTZTdVU4OTUzdWZkYXJxbjIvY1E4N3N0ZGZ0K01ieCtlZG51SlV0WC9kVmhFbWJNVGh2TlNLZWVMV3p6SVhIWjNVL2p4aGRMVjlvNVp1Y2J3L3NMdzdWMzZmb3ZkN01Vd1g0L25udnROZDhJUWlVbngrZEtvYlE3dFE3VlpLYTcxbGloZ1NnQlFTUk50cTNmTFZ1N0xac0p1VUhMak1xaEMrN2V0Wmlra1FjU3RoUWlUaVk5citJK2QzcTZaMzF3d0I3S3BBTHZQYjd4UXNrMTBsS3RNU2JEbEYrcXkwQXlYd2p6cVVqWVV4eVczYjB0bTJ6bms4eDA4VXBZTGNMNW0zZDZ0YU9WTU1TeVlNajgwWEJDcGFETU53OVNmRUV6bm1xdThWMFpQbWIwbURZOU9GMERxeGg4d1JvNEd5ZHpKMkdtcDJmTVd1c0UrMzhGSUkyVnM5N3ZxQ3RKUWlXSkpKTDRVMEZyUlFRT3EwWVp6SklUaGtsNTcvR2xaaUx6WTRJb0VBcmVQSlE0ZmErVll5aGFyQms5M1gyRFIzSkw3NThwaEZIb3QxeXZ0TGIrMEo1VjdQT3dLK1ZPVXZaVGllWW9LdkhOTVFoL3hZS2ZiQjBsMjR1MytPdmpYZEwrUW9vcnJRYXNQd3dnOXNFNi8zem5rNCtLYnZIS2tqTGZXQ25FSEZzRll4U0dsVEoxbXZOQmtFanhCMjlHdzRyeUs3Ym5HSVJOcFBsVWIvZmIrVEhqTlFLSXBqRE8zN0xUcXh6VlRha3lWUVBld0hseEJNT3dvbVQ3T0ExYUJTZ0VMcGhQWkhQMldnazB0QjVNNlMveXFIeko2bXJMYzc0NEpXM0JwbDJMaE9DTTREbmo4T1R4RTlkcmNwNFlQcTYzZFBzaTdUSS9kN2wzNEV1Snprc3NwT0ZLRTI2ekJRQm8vSVF0UkR5SkhEM2kvaitFdlBKdE16VloyVXBZR1NRTjNWYTNiMFFHb3hWbHUzT2hoV21ReXJsMXMrZUg0ZXZ2RTVNeU16WXk0WFFxMHFjUXNLU3RYc2Fkazl5S0I2WjVUTEdTcmRCcFQ3cW5VR245WmtlZEx4TFc0eFBldnZuTE5ZU3lGWjgyRExyRDNUYzRJdHdzZWc3S0ZxOFhqQ25DY1g0enBCcU8xbTE2Y0lZMjVSZTB6WTNOTVI0ODNySWRVOGFuT0p0c3JaOFJCaVpkNlE4Y0JnRE5zSWpDV1JXRjRjbk1ISFBIeG12K2l5TVV6a2tra1VRU1NmeHhTQ3BWM21ldzRNdzRQMHBpb1VkUnFuakxkMzVGSzMyV1BlYnZ1cDZOTndGZHVPYUJETkswaHFFZHllTDUxdzQrRW0rS1ZyNTdGUk5WQkMzcko2Y2FINDc2VmVSdDJaRkhpcWF6SW1WQk5DS0JJYTYzWWxlcGR2VE45bm96SEg4OGVmSmF4K0diN1EzeVhLeVpwdUZLeTRiUzE1c2I5OGZ1UEVYVkVJTXA5a2VWNGo0d3JBNzd0a045NFphSE5vY0crd2JlN3Z6MXl3QndwdjBYQUVRMW9KdFE3RE04N2xBK0MvRm1yK3p0SHFQR2JPdzkweHZOYkpCVDdKc01nYnNFNlY2SDFHdkg2aE9uUlZUakpoUUp4cmdlMGZmVDRYWGVpbDF6TmROazZVbzdNWDVhd2Q5M3YvdmF0d0Q4dDd3Tjk3L0l3dWh1Yjl6N3JyZDArd3JBZmJtOTNtY0QrTWZoWTh6Ti81aG0wb0dRZzVZM1h0cVhNQjJ0WjdxekVjRGJVcmczaFVLaFE4cjJSdzB0bWJWOWRkQ3lKbWVsZjlJSnlLZUdQRW1LU3JiTmdZT1pUT1JpeDJoOTdVQThXWk9Oekk5WnRtb2FJcEpXVnR5WHFaWGFxSzNBb2FOTmowV3ZjOUhtM2V1MTFMbkNVajg2V2w4MXdxOGtKOGZuY2p0Nkk0T3BmeUQwNUlWWHZoM0lLOTlkSkpnbU1qa09TTDg0M0NjbHQzVFhiR0tuMGdZMWREVElVVDBqRnBmdG1DSWdTcFJDMzJEQU9nRFNtMkw1V29LUS9YMFhqNFRjYzBPVFhhbEZpdTNXNDQwai9RbVNTQ0tKSk40dmFLMUpRQmdSeTNnV25KQlVJVmpXU2dGNWh4MlNQenpaOVAwUmFyK2NZbCs2U3pncm9XbHdjTkJxbXBUbW1rQ1Fpd1lENHZtaDc5QnhIdnNlUC9QaE54SVFKa3RMZGt6U2hyUFZZZnlnczNhaytnTVJMdzJIN1M4UzlFdk5kWHRiSXNUT0YyT05udTFnNzEydHJYdStYRkMybzZlUGpGOTJOZHhXTTNqTEYzem02dG5tMHZPbkdvb0EvaG9BRUFueldNTmpMaExTcGV4Z0w4Q3pZNmJNSDBwSlRzTDBIS3Y3bHREczJFSVlicTJzd1VnV3FUaTB2dmo0V0dtNEx1YXQvdEttMU9tNkFyWjQvYlZHMzhYOGpUdG5hSmJwclg3enBkajIzbnQ4cWJEMG5FRFFlQ0ZscHJQRlZqaldXYnYvZWx5YlRRK09JUklmdEJUL0pKR1I2dGlweTNKdlhyb2R2YUxzVUgvcnN6NS80WmFIUHN1c3A4SzJuM2d2a2txenVaNUpuWmNzcnpWSDBsekhvcWhzOXhLSDlCeURwV1ZyZVhqSVA2YW9RbGRhbHQwT1FKcVNwdnJQdTM0UCtLTHFvcVVsT3lhNU5Ia3REcjVpeXRRbGlsWFg4UU43b3dxWWdyTGdITUV5M1E0TWRucFNNajRpSVgvenlpdjdFdnFhZUN0MmxTcWxwcEFRYlMyTlhYSFo5NmF0K2xvS0dlWkhOWFJqMjhGOXI4YVdNeG01RnZGcGowRCtZRkRXREowL2Q5cTBjU3A0elEzV0lDSGRvZUMxNTgrKy9COGpRdEdTU0NLSkpKTDQ0NUFrVmQ1bmtCYnBpTWt1UzhSU1o0d2dWYWl3Zk5jOVJIeWorVUQxTXlNR0tmWVo2Ujc3STZ5MFA2VDV4ZU9OOFEvZXVhVytwWXFkQ2kzOFAzNjk4YkdvcWV2eWpUdnZrQnJ6SGEwdlNkUG82Nnp4alhDWEw5aTBhN0d5NkZaSFkzVUxBUEp1MnJrV2pvUDIrbjNIdk42dFpsdTc0V1lkRVMrd1Z1Mk4reE9tZXl3bzNlYlZtcThKSWZOYjYvWkV6WEVMeTNjdGRJSnE4UFVYSG0rTzc2RVZBSGdOdFJnd2pjQTVjWDdzekt5dnFodFh2OTNWRlNaKzhvcS9tbVc2blhzY3hlMFN3dDErWU8rNUVST0hUNStRZ3I3VVdsZjltZUUxM2swUGpvSFdpMnptVGlubFI3dmZmZTF4QU0vbWJIclFFY0xNYld1b1BsSzA1UnVUdFNPbnREVDRMZ0E0RkVuM0dvZDNUOVF2WHJ6bWI1NDZmaUNocVRBVmxPMWVTd2FGdE1NVEJhdTI0YVozQU90SjJXbGJXMnFxdmhNOXRudDhxWEQwRWtCUFU4UTE3WFd4Wm5lVnNyQnN3YWVzRUE0ZE96UkVKUG1FcFowVjhEdlB0Ny8wV0hReDZpM2JNWVdKTnlCZ2ZPOW9VM1VpQTFqaG5tR3RZOGlaQ1BwL2R2cklZLzNlamJ2bU1uZzZzN2Fsbzk5cWJudzRqdVRJS2ZhbHU4aSttd1cxZHRSV2pkaWxITUtTTXQvWUZGTDNhT2hiVXZDcnA0OThzMy9Hb2lWT0xJL0liTjJ5VkhkZ1NsYmVSd0tXYy9CNFE1SlFTU0tKSlA3RUdBT1FDdWQ2WjRBMWp6VDBYVnF5WXlLUi9JQlNvY2M2bXI0NXdzZ2RsWlV5ZFVCOVhHbTJMRElhM0dsYWsvQXM3U0hqY0ZlVGJ3Q29sTjd5QloveE16ZThVWitBZkMvMkdSN1QraFFUL21VMFFnV1ZsZEllY0Q0aEZMVTFIOWdmcTJiNE9ZQzdBSHpoZGhFLzNGWmZ2VDZTWFFzQXFLamlvUTlvcldlY1AxWC91NGlYV0xnbGE3Q3l3cmJYd01SaHM0NkwvQU5yT3lyTjBTcWhKUWtBUU5rQmFNY2FjRXl4SGs3d1ZGdmpOOC9rNXQ2ZkpsemlrNjExZXg2T2IrMFRiT3N5NlZqSDBsTGtCazNpN2M2RytOQVpyM2VyQ2RQOWRWYjJjNTBOKzBlY0cyL1pqb0l6SFU4Tk95RFczcktIN21iV1dXemptYllFbmk4QU1OWHJTNFhIL3BRaStaUlV0TGk1WWM4SVFtWDV4cDEzTUdFWlE1L1RRZ1RiNjhQMzQ2S0s3WGRad2REeG9NV1hNekpjNi96Qm15K2VQUG45NkhITXE3alA3V0dYVjFIb1pkUHg1RHVHT0h1OFprOTBuZUF0MnpGRkNMRzUrZHExSHhWTm5QQzN6YlZWajQ1MlRndEtkM3UxMWhtU2hObGFWelhNYk53bnBtU3FlNWoxOWVCNTEvT3g1Uk16N0UwYWZNWHRvS2k1b1NvYStqU3IrRjZQMjdKbitJUGhXNjZ5Qjg1ZmY2c2phUktmUkJKSkpQRStJRW1xdk04Z2NUdWRNZ0F3azlTMkhSZDJWVlMrNjhQTUlxMDdLSDQ5dkg5TzhaZlMwMUwwQnEyb1Z4QmZPOTY0TDQ0WUthalllU2RwbGNjS1Q3VFgzeVpVNWxYY2wya3lMZGNrZ2tTUXJUVlZJOHpKQ3NxMnpaT0NKdmFoNTFYQUo3eGIxQkt0b2RycnFnN25GZnV5T01WZXg5b0pBVWdEQU1jT0pOd0JXbGF5Ylk0UTVud0NqT2Fnak1aSEY1WHVuQTZJYVQxYUhGbXc2b3VUM253bDNzcWxvR0xubmN3MEpoZ01IRXVaNmQ1eTdZMEwvM0QyN0U5c0FNak52VDlOdWwxcmxPQXJraWk5cGE1cXVFZEt6RG1XN3RidWF5TmlyM05MNzU4b3BIdWxZbkhPQmJXcXBmYlVkd0VnYi9NdWFSZ284Sjg3L2N6eUxkc1hrQlpMV2h2M3B3Qm9HdnFzRVF3QVNBZUFVT0JXYWNlQmZaOGFQZ2NBS2lqZnNVeVNJMWpKU3lSb1BGKzdmaHJGUHNQVC9BOVRnb1BoQ0NBaTZWWis0N2FLcHRobnNHMlhLVUlxYkdwcVAzaWJNUEo2dDVwNjBvUlZXcWxYamgxNk9Lck04WmJicTVYaTZ4MHYzU1lsdktXK1JZRDZKQlAvckxYSkY3ZnJOelFXeG85ZlMwUXJGWnpmdGpjOWRuM1ozZHV5b1kxbFlNMEN6anZOalErZmllMHpyOEtYbWFyVXh3VEppOWNDNzc0NGZNd2g1QlIvS2QxTjlsMmFSWTlnZnFNNWtzV0tZY1F2Zk1sSUd6ODI3eTZ0blVOREtTV1RTQ0tKSlA2VVlLV0lZUWdDQWNTYWh5bFZscGJzbU9RMnhMMmE4ZHYyQTZralFoMW5GZC9yR2RjM3RZUUo2WUoxUTZqM2hqTm03SmcxZG9pUGRSM3k5WG05VzAwOWNkSnExdmFSTitvZlRxaG1MUFNvanpIanpkYTY2ak9KNmdHZ29IL3hCd1Z6cU1mb2FZeXJLUFlaaTUwYnZ6eDE1UHNibWRXY3lLY1NBSDRWVVpwY0t5cC9hQ096bnFlMThXTUFxLy9yWitzUEJBbmhnRTUySHZ6bWFXL1pqaWtnV3R2YjFmUHQrRWFWc3FETTJTeEJGeFRKaWF6RnUrMzE4ZXNSNzZZSHgwQ2FYeURXcnlaS083MjhaUHNDRUtYZXVuNm1LN1pjU0hjNndGUElwc090QjZzU212N241UGhjcVJPdHU2RHdoaFJPUVV0RDliUEQyK1NXM3A5bUNuTTU0UFFSeVpTVzJqQ2g0ZDJ5ZTVteWRNZ3RjTVhNY0c5Z3RwcmoxRXZGUGlOVE9ac2R0aTRJUXk3VGhycHdyS1o2eUNBZkJXVytlVUxveFlQbnhJOExaa3plR0ZMaVo2T2R5b0t5YmZNRVlUNHBOcG9QVlAxbytEbGNVYTQvcUtDbnFlRGd2NTQ4K2JpRlNIS0JDVzVuclFWY05SUm4rMjNqVjdHOXhycW5GQVh0ODcyc25RRWltZ2dpSllReElwd3RpU1NTU0NLSlB4NUpVdVY5QmhPblUreTJQVWpHaHY4VWx1LzZtcVAxS2VFMjZzN1dEOHNPVUZrcFUvcXo4NWcxc1JScThKeG9pWFBucjloVlNreXpBTjNXZXRDTU05UEw0S3d0U3VoTHhOcG9iOWc3NHNFNGYrUE9tUUp5ZVVqNTY3b2F2aHZLSy9iTklvY21peHRYbW5KeWZDN2hjZ3BVQ0cwQVVZS1E4aWk4eFY4ZlQ2YTVDY1EzZFNCd0VFMlBoVFAxRkg4MVN3dHM3Q1h4ZENwZ3VGTXp5MlA3dVZPekowQUxNeGdTUjFMYzVsMnc3ZWZQbm8zNmc4QzR3L01wcmZHT2RDalFjbUIwcFFUQ0FwclE4TENtc0l6WVdDY2dYbFBzTFBVN3FoSDR0Y3JmL01CVUlpeTgwalA0M05pWlN5YXF3TUQ4bzgvLy9YcEFmM1hZc0Q4YU96WC8vTTFMN1g4WG1TUVR3R1lBTmJHTlZsYjRNaHl0cDJ2U3AxaVExMzFyNE5sWFduOW9GMWJzenUvVUhKVUhNMnM3TmphNjBHTlhhb2RDVEh5Ni9lRHBOMlBIRk9NbXJJSWxiclVlTktNTGIyL1pReHVVVnFHT0EyOUZGNk1GWmR2bUVkUm5sYTEvMkg0b3NZcUh4azVhd1lJTE5QaFFlKzMrTndEQXBWMmZJYTNmWmFWUHR4emNGN2NRbmJicWF5bGpTSDBjeE82Z0R2d3l4ck5sQk56dThSOFdyUHBZNG8yV210dFpxQVN6RGJyOU8wOGt6T0RnbFpaVHovOVR3Z2VOSkpKSUlvbjNHNncxUWRDUWJwU0Y1S2gvbFBjZVh5cEN6c2RKVUhjdmVvNEMzeDFoSER2V1BiMElwQmVTRlRyTXZhbnZaazBRZjZZRzFNRmpFWkpialp0UXhCclhqOVY3RWhJbUJlVzc3MlhOS2IyeS8rbEVQaTBBVUZDNjh4NENMK2tmQ0gybjYwaDhDSENCeDhxQmt6bkFyRDRONEVpTUo5NVVBRThzMi9qZ294cHFNWUdlYXovZ0cvRmRtNVoxeDk4UDlseDhMcElDZkJnTU9YWHV1cnR1WE81NGJjeUVlWXVVdGdNM3puZU1VS1ZtVDFtMllMRDN3bGNzLzYwbDRSTE5uWFdudTJZVit6eE1PcGNIN2FhdXJ2amp6aXRmVk1Cd2VvOGYrZGVQc3RhVGdvUGRsd0JVeGpTaE45dC91Y3l4QTMyQnZxdlp3OGtnMDUyWjNkWHlzL0dEdlpmZk1kMnBSWGFNZW9iWkdYZmk1UitzRC9aZm13M2dvNG5PNmJrTFA1eExsNFNwbE9NUDlGODVEMkRGOERZM3pyVFM1TG5yRGdwbTFkYXc5eVVBV0ZicVd5U1VNMG5EYVdiRFZTWnQ2NFhYaG0wS0ZMcnRUem9tdldvNDRnNUw0WjFZaFUwNFk1OWUyQjBRQnliTTFHVWErbVJudzU2RUtzMzhMVHRuQ29WVllQTGJ0bitFZVczUjNRdFdPbG90dHZ2VlA3MSsrUEdoZFFTTmRhc2lnQzVMb2pWU08wK2ViS3FPRWo3NUZkdHpoRGJIZ2tWSUNGY21zdzNTcEtYc1RwSXFTU1NSUkJMdkE1S2t5dnNNMHBRUmF3ZE14SUk1bFFDZktDelQ5OEN4M20wLytIQnRvcjY1dlRObk1EQ1RvTjF0RGRWeGJ2YUZGYnZ6TmZRRXNMN1lXci92Nk8wYW55aXFzRDhaVXVxWWg0Mlo2cm9Za2I1MlNabHZMRW0xb2FWbXowOEFZRkhKOW5IU1ZCOXNxYXY2QndCVXVIbjdhaEpHdjBYYUlTRmQwZkNmWWNqSjhibUUyL2tjSzM1REdlcHNlMU00Sk1YcjNXb0tkL3BmTmRkVlArYjFialhGK0lsZmFhNy81bmVHREcwQndERFRzNE1oMlo2YW9qN09BZGN6clUyK2lBcW1VaFpzbnY5SnU5OXBORFBrRXYvNTA2TXBKV0lEVE9JV2lXRVpzYmt5YU9uRGJzTXFoQkpuVGpYdXZ6R3IyT2NoNGVUYWc4NlJzUmxTdUpSZTFuSDBYeFdndnp4czdHK3RxTmhWRndwYVdiY3VkL1l5cXpHUjhqK0xKVlc4M3EybUl1ZXpkc2o2bmN2anVydTF0dW9IQUxCOHkvWUZtbldPRmJnVm95cTZmWXo1cFR2WE95ejl3bFRwN2JWeER2eFVVTEZ6SlN2cGJqMjRKMHFlZUxmc1hnWUZkRFRzZlhtb2JPR2FCeklFNU1kWldUOW9QNVJZOGx4VS9JM0pFSHduc2U1b3J0djNLbEFwaXlvV2Z0NGg5WXFBekdnN1dEMXNaODhuSm1jNWQwUHpIUzMxMVg4M3lua1BaekhvVy9oRlphdmZPeTZhM1ZGekttYnhYU2xUTWxWK2FPRDJjNFZXb1pzOU4xOGZZUzZjUkJKSkpQR25CSUZGK05aQnJKU0lHcjJMa0YzQ2dxYTMxRlk5a0tqZm9wTHQ0d2hjd0pvNldnOTlzOWxiOXRBV1ptNXFEeE1xbEZlNmN4VVJwWGJVVjcyY3FQL3lrb2MyTU90eGJRM1ZqNDEyYk43eW5Xc0pvcmlscnVyckkvcHYzSG1ISkxteSthRDRjWDdacm8wblgvckhINGY4dC80NjVwT3Q2YnR5ckdQQzlEdC8yVkx2RzlwZ2lRc3pIdXk1K0RTQXd5TW1ycXlVaFFPTDdtczVKNnNMMTY1YUlPQUtIRzN3alRES0x5amJObytFc2V6NEM5Ky9ER0FKaGpZMHNJUW51SjFpVytIdFdCVWxJcHNiU2xNV2FYVWg1Ty81akZhaE94Sjk5djRiWjBjN0xiQkRmYkJEZlpIWDhSWTNyRlZXc1AvYVowZnRER0N3NzlKN1ZRTUFybC9xL01jcGM5WjVMdmY3dzVtYk5qMDRBOEplMWx5Mzl6ZmVzb2UyT0ZvY2JtK3NpaU5VaWtwM3JnOVo5bEczbGxORFJOYzdHL1pGQ1JXdmQ2dXBNMU1yQXdIOGFueUt0VUZyWEd5dDMvZDJvcm56SzdaUGtGcHVBbkRkSWV0WVI5UGpjV0ZudWFYM1QyU0h0a2daK2w3YjRXOUY3Nk5GVzN5VHRMSXlOZVFTY3F3bmpqYmU5cEtacytuQk1WSVpkd3BsLzA3SWxBck5UaThCNHlHa2EyTE94MWRjdXZUNHFNcmZKSkpJSW9ray9tdElraXJ2TTFnZ2pRQ0FPUVFpTnpORVZ0cmt0T21sYWlPZ3paNnpnNzlLMU0rNzZjRVpSSElkYTdveW9IVnJiRjFobVcrRlZ2WjhBWG10cFdGUGpPTy9UK1J2dGdzY0ZtZGNSSE50cVRyYVcvZkVaVmlaVjNHZk8wVnBMMXZXMDRnb1RZUTBTNXJyOWtRSkZXMUl0d3dFMzNhNVBYZXhkb0xEUW1LQVNLYWZBWmQxbDJLNkFzYk45dHF3MTRyWHU5WGtpUlBYV1NIK2hkZTcxYVJ4azRzRGp2UHo0ZjB0cS9lNngrVVVEMnBkKzBaVDFmV2hNWHRkOW1wVzRtMVhoc2dOYXVQRmt5ZC9QU0tvZTluYWJkbHZ0djFnUnNpZitEbWR4bzB2MW9wdXVBM2tnT1gxdG9nc2VLeDBpcFdqenZRYm5zQjQ0V3pVYkwzcERON3NBdkFSQUU5RkZxSDNlVGZ0UHFKWkx4VXUwMkxDYjhENHE4alFtNGJtV0xqbWdReEtOemNLQnpYU1pTd2JzTlZ2QU1DN2NkZGN3V0todm5ibFYrNzBDUjhPRGNSdlRCV1UrZVlSMmJPSjlHQkw3ZDUvanozc3dsTGZFckRqaWIybTNySWRVNFJXRS9YMTY5SDQ2cW4zYkUxTnM4elBNWXZHMWxGaXlMMmJIcHloREZjNXNUb0YwL1VLS2l0bFFkK2kxVnB4dHlFeHQ3bCt6NGpmTzIrNXZab1Y1Z1hKL0c3Q0V6dEVtUFZQWHErVWFwVnVLdXJ2cytxSHNsQk5XL1cxbE1sajBsWU8zRGd4UEROU2NtY3NpU1NTK1A4VldxY1JTNWJoK3pGQUl1enJsVmZ1bThWd0ZqSGhCNG42TFZ6elFFYTZLVCttZ2ZOMDNYZzFmL05PcjlicWF2dUJmVmNBbnlnb3Q1WktEYU81dnZwZ292NUxOKzZhYTVySUM3Q1JNTFV5SW1icXhGaGw2Y0Fqdyt1S2luMlRsVXV2YUs0VlAxNnh4UzZ3dE9nTitXOTlHVUFSZ0R3U1p2dWNaUjkrS212Sy9LYVdPbDkwZ3lWajR2elovZGZlZXM5elVsenNNM3I3cmJ1VXBaLzJUdlJuYXFSTTVCdVhYaDNlTHJkMDEyd0dyeEthTDdIbXVLeUQrWnRENnpUYzF6b08rT0lteXluMnBRdkRLU0hpcXhDdStWcUZScGorL3U4QzA1MmVSVmFnL2NJcjN3NHNYUE5BQmdtNXBML2ZyaXZhN0Z1dU9YUzkvWUE3TGh4c1pZVXZSN00yRFEvZDRSRDNkZGJzalNvMXc5bVluUFVoeTNyTzQ1SUxvZWxHYS8zZXRrVHp6aXIyZVlqMVd0YjZCb011ZE5RL0hNY3VlWXUvUGg3ay9pSVIvYTY1NWx2Ulk4Z3I5ODBDMjJzRXhBMDRka056REtHQ1lwK1JaZWc3bVVXSE5xZzRjT3Z5cTJCdGd3aUdPM09Xby8ySmZPR1NTQ0tKSkpMNEk1RWtWZDVua0VZNkJNQ2dtd1JNSVdHa3BvelArUklSTnc2ZU53OTFkWDEzQkdtUVcrcWJLS1M5WERQT0VJaFBOYnFqN0lHM2JNZmRMQndiaW5yOUYwUmNTajV2eGVCc3dTbGpGSGk2UTZLcG8yYlBpSkNRYkdSL0tDVEZrYzZHUjNwelMrOVBJN2lLQnEzcnp5R2NkamhId3hHT0NyNUdibGZ4NEVBb29ZSUdBSHBjOW9wem5VOS90di9XaFV3bjFIOTl5RHp2K0J1L25xeU8yNVlUR3JqcFRzMmVvcHhRd0xIOFBjTjN6WlFkS3U5b2ZIUzhWc0VQRFpXOWN2UTdVeEQySDNGWmdkNHJXdHNmaU9teUQ4Q1puQnlmeTUybVA2Q0d0cTZHb2JCMHgyYUgwVzBZSUVYVTMxNVQxUUlBSzhvZktsT2FieDFyMk45VlVMN3JRMEtqdmFYaDRhR2RwZDhEK0J5QXE3bWx1OTVocVZlelFwOS8wRzZDVmhLSWtpcHpBRXhEc2U5S1pvb3FzQjArS1lINVd2UGJweHIzMzh3cDlxWEQxSXYwdFN1Tll2ekV1L1RyL3JoRnBIZlRnek5JcU5WYUlRaTNFUmRHbEwvNWdTa2s5S1RCZDQxb3hvUjVLKy9MWkpJbGRsRCt2cVAxaDM1RVNMRk1KK3VyUlByRjF2cXFFYkhuaUlSMmFjRTVnc2dkWk5jcko1NzErZlBMZGk4WEFyTkpHOWYwdFV2UERTYzZpaXAyMzZWWnI0TkRUNXc0NUx1WmFGd0F3TmlKR3hSelFCbzAxYStOUTZlUFZJZFROMWRXeWtuOXFWNUZ4clhCdnJjR0RCSDMxUkkzMTd5Sys5elpLbk5pYzhQZTVPSXVpU1NTK0pPQVdSR1lCSWhBQUFzbEZTb3JwZEh2M011RWwxdlRUeWVVUzJTa0daVWdqTmVCZ1YvU2hJemxCZ2xYYzBBZUFjQTVtM2c2Z1RJSEw1Z2ppQWhFdk1GTWwvamJvRmJmT3RHd0orSDNxcmRzeHhUQmRDOFl2K2hzZURTT2haKzI2bXNweXUzaytXMzFvcmNVQ3pRYmJ0bDk5U2dBRzhCZnVETW1mbTdSeW50UEdOSnpGdDFYb3ZlRC9OS2Q2OS9wL08ySXpaRGg2SE9yVmNLUjE5Qjc5WktZT1BGZXZ6YWVQQkc1MTBTUDd4NWZLb1VjTDFpWWpzQzdFTGZ2NVNSTUQ1RXgwRnJ2aXljTktpdGxTcC82b0VPcVEyaHo5dFcrZ1FQNDN4akJ3ZXVYbXB2Q3BFVkdtcnN5cU5SejZlbkdmTUFaR3pqdmZqRTIwOC95c3QxTGJLWG5DS0g3QmVOeVMrM2VhT2oxdklyNzNLbXM4ME1oYms0aG5XYUQzSFM5dTNtMGVjZTUxVWNBYlF2bXQyTFRJeU9TQVVwcGU2dG1PdHhjWHhWVnRCYVY3cHpPY0hLVW9sNEJmYUdsMFJQM2U1dm5DZVlEQWdSanRuRHNwaHMzTzFWV1NwWUdBTWZ1ZjJ1dzkzSXlERGVKSkpKSTRuMUFrbFI1MzBFWjRSKzZCeEJUcE9HNUl4aTgrbFRIb2NkZlNkUTZKOGZuTW9UTzEwcS9KWVJSMm55Z2FzajRsWXBLZDY2eUxPZXM0WllmYm11b2lrdHhPR2ZUZzJNQWM0c2kxY3lXZWJTajBUZHNnZWdUaFdYNjAxWklIZW84dE9laTE3dlZCS1Y4MWduMS8rSmswL2NIdk1WZkgwL0VjOWwwSHpRdCtoUkNydCtlUHJLdlA5RXg1cGM5dUZ5U1dEclljMm1CRStwZkdWc1hxeDRaVFVrQ0FOb0p6UWN3ZjdTK0NmQWpBR2M4TTZ3TlFraTNZNDlzN0MzZHZSSlFsOG5ncTYxMWU5OWgxdEZGNWRHNlBkRjJiWFhWQUhBRHdQaVk3ay9NWFgzL1JKZkFwNkhrcVI0cGpuUWQyZHNQNFBrSUtUQzBrQ3pNVDhHYnBLRzE0NThSSEx4RnA0Nys5MnRBeGxqb2EvZSszZm5LYjZiT0tmeXdmZjJOTHRzYWpFMlpLRUxXNEljNTFFY1h1MTU5dXVkeXV3dUFDd0RHamwyYXdZNzkyZVlEMzl3WGJaMVQ2Y3JLenE1c3Fkdno0MmhaY2JFeEJtTSt6N1krMUhwd2I4SkZmRTZ4TDUwTU8xY1FMV1k3OUlNVEJ4L3BMU2piTms5QXIxTkt2dDNkMy92Q2hXSCtNL2xiZGhacXJkZXhRMCsySGFwT0tGRUdmS0t3UXBkcFc5MGk2SEZrOHdzbkdxdUhIaElvdjIvT1VsWncyck5QbkY0OE51Ly9EZlljdjkyVmlJVVFEQUNGbTNldkljMGJteHVxcXhMUGswUVNTU1R4L29Eb3RxY0t1WWdMZWhaOWtnMEt0TmJ1YVVqVXZxaDA1Mm9XdE5RZk1CNUtkV1hORWhvcFE2RXhTMHQyVFBKSWRVOUwzZDUvVE5UWDY5MXFpZ251NzRYNi9BOGVmL25SRVpuM0FHQkZ5Zlp4bXNRM0hMWisybDcveUxDTU5ENHhPZE11Rll4T2orSU1ZUmlybW11cm9tcVh3dkpkbGxKOHpEQW92YmwyVHpUTU43OXM5M0lCSmFVUXJ2YzZGWG1sTzFjeDJOMTI4UFRKd3ZLRlh3ajJPNzg2Y2JnNi9yNWE3RE9FNVh3aWN2ZDd6UUNYV3Y1YjBZZHlJcEp0RGJKOXhIbnJuMS9NckRwTm1DVkI5djlySkwxdndaQVB6TlE1bThhT241bjd4WnZYdXY3MXdvbG5ocGtDWjh0bHhYL3h4ZGViZnZvRG9FY3ZXLy9sejE0Ly84N3YweWVObTl6OVRzc0hlcTYrc1N1bThlc2pEWG5IbU1zM2Z1RUIyL0szblQxLy9MRC8zRXNqMWpGajV4Vm5UWitSL3huSHR0L3F2WG4xMklVVHZ6NEhWRXB2MmZ5LzVKRDhyV0Z5Tmt0TWJhNnAvbjFzdi93dE8yZEs1c1dzY0I1RVZrdHRWWXlYblU5a2FtY0RPZllaSVJWcllaWjIxTy85NStGemgxRXB2YVVMUHFPME9pYUVtTng4d093Y1htOHIrODlKVWt0YmJYVTBGQ3U4RVViTEdSQWsrR1pMM2I3anNiMldsV3liSTlsY0RxakxIQkl2SEczYWYyUFNwRWxwNUJtalFRUjJySUZMclcvSHhuTlRVa21hUkJKSkpQRy9Ca2xTNWYwR2hiUEhnS2tYQkRpVy8zem94cWxSVWdNREtkTlVQbW5TYkJnRnQyN0lud3lWRjFic1hzMUtaYnBNWS9vdDZ2bFdiSjlsZDIvTGRqbG1oYmFjUm5MSnlhSExHTEZyVkRCZ0Z5bEx0eDQ3dFA5aVhyRXZpenpPZWtzSG51cHNlcnhuYWNtT1NXeUtOVnB3SzRXY2pSSlUzNXdna3d3aXNsT0NXZ25pbTFhd0wyR2I5d3RGZC9zMmFjZkpPMXBUOVFpQVA0K3RLOWkwYTdHR2RpdnB1aWkxdlo1SE00SVpCVXRMZGt4eXVjUUg0ZUEwYWV0MFY4UERRMHFZQ1pGZFFSZkNwbm1iaVZXNjQ2ak9pNmNhN3I1eCtYaUVDT25IeVJlL0R3Q1A5bHdlc2NZRWdBbkhYL3plNDVIWGNka1JidDQ4anB2UEgwaURVbjRBQUNBQVNVUkJWSStHQW5tOVcwMmVNSGtEc3hPclpxRUNjODA5clBVTnVuVTlMaHhzQ0xtbDk2ZTV5QzRoSWRPMXNwOXBQZmhJYjE2NWJ4YXhLZ2J4R1JFU3paSEZiVXlmWGJPRnBoVk0rdUJJajVVaFZNcThjbFdnRmE2QmRhb0Q0MnhyWTFVa0xhTlBGSmJaaFpwazltQWcrSEtSc2JpNGo5OUltQ3AwZWNuMkJTeXhqb1BHUHlXZUo0a2tra2ppL1FGclRRd2hodGh4VCtyY3VaTDBtZWJhdlNQQ1V4SHh1bUF0VmlqYitaSGJ0REkxWEJQTi9zRndWcGhORDg2QVFTdGI2cW9URWlyekt1NXpFNC81akszVWp6cEhJVlJtRmZzODJxMy9YTFArZlh2ZEk4ZGk2M0p5S2wzdUdkWTZwZWdpYVlla3kxamVYRjhkSlZTV2I5eDVCMWl2SkNsRmMyMVY5UHMwdC9pQmFVTHdKR0poT0tPb09RRlFidW1PSlFMa2FjczgvWHhCMmJ6VjJzR0xyeDkrT0k1UXlTbitVbnBxaWw2bkZXNnhFQ1RBeTFycXFyOE5JTG91MGNyeXg2bzRFQW1CMVlRTUpocW5ZUCtpcytIUndVaVZIME1tOHNMOEJJaC9lK0hFTTNIWmZJWkNobTJYK2prcU4vY1g5TTFiRFNVUFRaMmJ6bXk0czNwY3I4Y3BYaU9tdTFGRjZKSXkzOWdVcUE5b29OMFF4bXYrY3krTlVHWGtsdDQvMFVNcDYyMGRPdWdXcWNhRkUrUFBvSGlKeUhmWmE4aWlsd0p1YUkvQTdJRC9acHp2U0Y3eFY3T2twdVVhb3A4RW1TMjFmeGRWQnMycnVNK2R4YzRxSmZpNm4wWEFSY2JhMXZxcXhJUktzYy93ZXZoT3dlcWlGSmdmMU1FYTROSDRjN2g1WVFtSTlJMkFmREYyRGtPWkd4ekpKQld1dDhSNHJDR2ljSGFSV2t1czMxVEMxZE1XV2NObFpCUkloeTRUaFVrd0JaeGtWRmJLdko2RmN4eXQrNUlaK1pKSUlva2svdGNnU2FyOFQ1QTlaODZZVzJmT0pFd2wvSWVCMHlNaWg4Z1lHa0RpaENwRm0zZmthYUx4aWxVL1dkVGU5WnF2RHdBS3luZVVLVWZlSUttMDM5WUh1eHB1dSt2bjVQaGNwbmJ5TmF3VGhta3V1Z1hqWU5kSlgxeElVZUhBb2x6RkRyV1A3VG85citJK3R3dE9nZTBZTFowSEhyMldWK3pMa3RKWmhVSDlDcWZRZkMyTTQyMTF2bEhDTWtnWWNFbzBVdzg3OWdHQWM4Sy9RMlNZN3JTeGRtaWdXeHJ1TkNKcE9yYS9aMmdIeEhTblQ3QkRnL01Bem93WjdHMEFYU1RORkNsZEtVUmthS1dDeWdra1hBamVNVy9EREszVStNQjU0OXNqYTBrS1U4OGlSY2RKNlh6YnIwYVk3TDBYdlBmNFV0bldxd1ZyelN5UHR6UldEL21VakFIdzJ5RkNKVHdWbGdXRHdhcFVsNWwvNDlxYm81QVFmeHowaE1uclFmYjV0cnI5MGNWT1FkbXVMMGdBK3JyNTc2M0RsQ2FJTExoTWRtL1JUUDJhK1ZLSDVlN3kzdU5MSlZ2ZENWRElINVJ0SjRjUlpjczM3cnpESkxwYmc5NmlhOTBKaVJvQUtOaTBjSUVFb0lrbUMwRVgyK3Fyb2p1cXk4dnNRc0FFZFY4NmxEbDIwbXBOK215bzV5MUY4VXRmOXFRdXlIYTVqTCsyTFBrdngwWWg3SkpJSW9ra1JrUGtYdHozWDkxWlR3UEF6REtTbVl5ZFVNOGxmYU83WmJUMlVvdFBFL2pVb0xLdXBac3A2M1Z3NE5BcnJ6d2V5QzI5UDAyeFdLcDFxR2EwdnRuSS9CaUlCNnlMN3RGRFAxS2N2MlF0cmxIM3RaZUcxM2xtTGlnZ2JkNkNCNmNjaTFaMzl3M1dEOVVWRlg5ak1wdWlCS1R0d2Y1UVZFbXhwT3hyWTExa3JtUGdCcGl2OTNhL09keFFSUUl3Smk3OXdqaDJRdFBiRGpXOXNHejlxaHlIZ3VoODRka3p3OWFEd29YVVFzc0tqU0dtRUZqVHRXdnZOQUF3aEhTbDZ0c1plT0t1Ulc2cGI2SVFhaDFydW1VTDhYSm5iVlYzZlAzOWFVU3V2d0dyOXBiNmZTUFB6Y1NwRzFpRjNqMzIrLzJYY2t0M0xKRkNCaldzUVJqR1NzbTZQelE0K2taT1RvN1A1WUZlQlhDR1pINisrZUFqSTlZeDh5cnVjNXZ3NURHcnE1S01DVDFHM3lIZ3U3ckF0VHVmR2Y2ZTg3MW54OHpOK3F5MDFOTnhxWk1CTWp6cG4xREFaVEJmYWF2ZkUwT0MrVVM2c3IxYUdEZUZSSmRITzhYOS9hT0hUaTlQVWN1RTVuUUdwOWxCODBCbjA5N0IySHJ2NWwybE1NUmFxOS82OXRuRFZVT0xSY3JpckE5cjhEVlc3T2diOFNGRjRjK0ZQREFzVGRCdGRiNm9naVZqNXBJbGZWZHZabWtWQ2dla0ErenRuVmRJQmxrZEFWZkNEWkFra2tnaWlTVCs4MGlTS3FQQ2EwNWJHRnBza0h3eGE5SHluN0hXMzlkQlhIM1hGZkNqcXl2MEJ3d3doRlFBWUhBL2dRQ0NZTzBadnR1QzNOTDdKeXBwTEJuc0N6NlQ1bkd0YWV1NTFnVUFCYVc3TmxyYWY5SmppSlZhNjQ1VGpRL2ZpTzJYTWszbGc5a1NaSlkyMTFWL2EvaTRlWnUvTVY4N2VsYjdnZjFQQTBCVythNjdOWEM2L1lEdkVpb3JwUnh3VnRqS2VObmxDYzBYa0tIV3V1RmhRN2ZoU3NtYXlreUJFT1RCRXdjZjZRV3dCd0FLeTNZOVlGME8vS01ZYTB3d1VzeU5MYlZWMFV4RitWdDhoUmRlZjI1dTkvbm1meDgyM00rWHJkMzJIWGU2NjE0UU53blM4bWpOM29RTFhHK3hiN3p3cUwrMWcvS3hrOE1JSTRSVDlzcjBnT3RBZjRxemtXRy9HdGx4V3pjdi82TmJ1OXFmL1BHWXNmTW5aRXlhbjNmaGpSb0h3TjhQN3krVTh3bG1kbXdiZGNjTy9kM0ZTTEVKNEJmRFE1VHNZSDlXaXNkMTcvV2crVGlVdFduNFdIOHNpalp2djR1aFZVdkUrQmNBQ3JjODlGRW9sZDFjdi9lYm8vWExwREdiU2ZNNWdBczY2cXJyQUlES2Rud0tBa2JReG5Nbm0rSjNvL0tLZlZtbXFUL0dCTkZXdDZkK3RIRzlHM2ZOSlpPS1dPdFRZSEU5TnU0N3JKQ2lzYzMxdmpydjNUczJhTWIxMXBycXQ2Zk95Wm5oZHJ2c3lEa0VBSXdaditoYnl1YnR4eHA5YjQ0MlZ4SkpKSkhFY0V5ZE9qWFZTQnMzbVFSdEg3TW9kNjFXOUgwaDZkbkFMZDE5OVdxbi93OGxXWmcxRVJuaFhIekVyS3p1bTYydk40NGdxQUVndit5aGowTHdoT2JhVTkvMVZpeSt2N1YyVDlSQTFpVThXL3Y3clIrZFB2TG9ZS0srQmVVN3loaTBzcVcyK2l1akhVdGg2ZmEvSW8wcHpmVjdScWoydkpzZUhNTXN4N1RXbnpqb0xWL3d0NkdRK2NNaGhXRmVzUytMUGVxREFNQkJzK1owT0VRVjh5cnVjM3M0OVY1Mm5COUxZYTVUTjdyYkFjd1lOblFUQUZ3Ny9pTU1TV2RlZjNGVUxoMGRUWThtTEk4aFZPS1AyN3ZWSk9GOGpyWG9rRkpjN0t6MVhSaldoRnd5NVJQUStuUkx3NzRSSGl1RkZUc3FvTzBiTFEzN1QrVnYzRGxUU3JIQ0RzaW5ESS9yNHdHV3YzRkxaM1hmelRPanJrODgwME1yQlJuTEVEUiswdHprdTVLb1RRWm5yQVVMMjJZMXBxTmgvMjhSRHFOYXlBSUwyMnIyL2tkaDZlN1BXNWNEVDdSMnhsOWJiL251KzdUR0VjUFFhYzAxMWZHcW9pMkRFNFh5eUxZNlgyZFIyYTYvZG9UNjdla2ozMHdjT2wzaHl6RllMU0ZHajdhQ0wzUTA3WTNMOUZOWXNUc2ZyRC9hVXJ2bmIyTExpOG9mMnVnRWcxMHl4ZHpZVWp0eUhaQmhaUldRWVUvU2pqN2IxcmcvbXVFcHQvVCtOR0dtam1YdCtBR0FpWFgrNW0rc0VjSTBtbXYzTkk1MkxwTklJb2tra3ZqUEkwbXFqSUpwQzBPTERXSDhnc0pxaGZzZzVLZGttdTZZelduSDlLSmxyUXA0L2NMQXJTNWN1QkI0ejRHSXpNalA4STREazJDdDQwZ1ZyM2VycWNuSURlbisyclQwOUFvUzNJcldIOXI1bTNjV0VnbDJjZXA4Y295dXRnUFZjVkxaL0FwZkRzR1pEcWJyYk1oZkRwL2F1K25CR1dRYU9TMDFlNStlVlh5dlo1eDd4aXBTNHQzbUErR1VpOHY3Rm5nWkZEQVJtZzBwemRhNnFpUHYrVmxZYTBpOGZxSW1iR1NhVzNwL21sdDR5alNyZjlPVDNXTU5nZnhZUXFXb3hEY241QjhjZitQeXNhcklMbGtVaHBHUzZzNHdTbFJJUFdXNGVONU45STlNOVJneFpkTkMveitzNVg5ME5QbDZFclZoVm5hZlc2MlM3Tnhxclh1NEc1V1ZNcjkzUWJZQy9mMjhpdnR1WkhMMnBENFNQOEFiTlJ0aiswMWI5YldVeVJrWnhjcUJIOFNYamgycUdpSlVCSUIvQTFBK1lqS2llWUdnK1pPelRUNXIxdkkvcy91dm42MjJnd1BkMG5DbjM3cDY4bVJzUzhOTStacGpCOVpGM3ZjQStFc0FrRExGTldiU2dpVldxS2Q3NE1hNW9ZWG4rYUt5M1V1VVlCa2JRMTJ3YWVlZDBIcU9FekovT05wbEtkaTBhN0hVY0lIRWdwYTZxbitlVmV6empQVllkekZMRjdScUd5N3ZuVmR4bjl2UTZvT1FqSmFhNmdUS256Q1dsZmpta09rc1lkdHFJc09jMHl0Nm9qNUErUnQzemhTT1dETVlrcy9rYmQ2OWhrTTYwSGF3S3B3R21nUXp3eUVLa3lyU3pGeHFXNEZ2SEgveDBmZEYyWlBFLzdVd0FDOGhKMEN3TEpvSHdIRWNjaHlIdE5ZRVRJRlNOdWx4RHJGU3BKVWkxcHF5a1EydEZZWC9hZUwwY0RtR01zQncrSDBxYTBJcXdNeWt0WWVZSTIyVUNqOTRzeWEzMjAzTVRFUWhEb1dJUVlLSkJKTWdKZ3F5RUlJcFFFd2syQzhFRS9uRFpVS3c5SnNhQUlTUTNHY01oRjlMeWJMSHJRRkF5dXZzY3JrMEFKdzFERWJYR0EyMElrSVMvS2ZDRi85dmhzZ2NOMWRBUE1sTWM0Z2dwWUYvQU9PaGxHeDZjVlpXN291czZNVnpYY2VPUldTZ2Z4QVlnT01vbGFpdXNIelhRakN2YUFuSW5VVmxTelpveVU4QXdMd0tYMlltNnhKRjlzOUhlV2ltdk0wN2xoUEwxUzExVmFNUUtwWFNXN0d3aEptbXROUlZQVFM4TnJmMC9va2s1TWFRVmtlV0ZFK3BmT1BJZisveTkxL0tBd0REU0hOM1gzeGhOU0RNZ1J2bmp2ZmU3Rm9FWU5EcjNYcWNlRXdKYTZPR1RObzhxQWNQblVpZ1pueGZVVmtwcVhmOEpvQXZzRkNCMTJyM25CemVwS0JzKzFwb1R1SHI1akJDeFNmeU5sdTVEc3ZySGZWVnplSFFLcXk0SHBEL01jNXRsUkRMSTI2MksyNzZ6U2NUM3BNQldsN21LeExrbEREaGR5MEpDUldmS053Y1dxVzFTQ0VKSlczOVBBQ3NLTjAxR3hxTGoyYWMrbVZSeGU2N0xFc2U3b3dsVkNvcnBiZHYvbnFHUGk4RTNkRmNzL2VaMkZIenlyZk5NcFM1dm44ZzlMUzM3S0c3WVlqRzl1ZXF1MGZPSDg3d3hOQnpvWnp6anFSYmJVMlB4YWx1OGpmN3BtcDJOaWtMZTJMTDh6YnZtZy9vTVVhS1owNXo3WjRSaE1yeXN0MUxKTGlBUUtlcHh4M0hraG1HWjRPeTlHbXRuWnRFQk1PVk5adGhPTTExZTE0WVBrNFNTU1NSUkJKL0hKS2t5aWlRUWhpeFlSOUVHQWVJRWdadkpKSUJFM3hqVnZxNGE3eG8zS3NhenJQbmc0TXY0T3paa1hFOXJFMlFBSmdENGF3RExJWVc3OUVtMlJPOGdrVy9vYzJaRU94dnJhMSt1M0RMUXgvVmxqNEp0aVZMOURmWFZzY3RVbkpMZDgwRzZ5bWErSUpnNk5iZlU5eXUwTUkxRDJTUWRPZGY5NHQ2RlB1TUxKZGRBTFl2TngvWWZ3cVI3QUFFd2F4MXdEQUZqdFpVeDhVUEo0S3lBejJ0TmVFSFo2OTNxNmtOdDlmV1RwdG1wODlGbm5VM2d4ZWlrdGU4emJ2bXMzUVdkN1g4MjRlMFk4MGZQcFk3YmR3ZGx0S25EQmNWOVBVN0I3dU9mSGVFK3NkYnRtT0tGdkt2SFJJL09WWTNRdUZ3T3dNQkNRTkMyczIxVmMwQWtOK3pJQjhtL0owMXhybkM4cXd2QkczbmQxMk4rMGFFRlUxT1R5L1F3cG5Fa0tmYmd5OE55V2tGZ0g4QjhJbWhkdEpNZVVmWmdkbmhpNlZUVGpiNSt2TTM3eXlBRkgxWkU1ZjlUSklhaXhzMzJscXZub3d1WlBNMjc1cmYxZkl6WitCV05PTnhDTUJ2VWV3emNsMzJhbFBwanFPTis2T2ZhV25KamtuTWxCczhKNk9MblJYbEQ1VXhZMFBBZHI1OWZCUkNxYUJpNTUza09Kbk1Vckd5bndWOFlwekhMZ1RrRXJCenBMVmgvd2lEbHl4a2ZSckVaUHVObnlZYUU1RzAxVzZwRnpvS2J3aERGQWFDUmtOWFUvZ2FMZCt5ZllHaDVYUnRpdCttQ3BVUHBYcGJEdHcyekNNU1RHRWZtaFFBMExiL3pPRE5sdVFpN3IwaE1XMmFhNnpmWTZhbXVnM0w5SnVtekRCTlF4aU9CVk1JMjlTS0RDSElWT1NZVXBCQlpKcXN5U0JTcGlhWUJES1pZUmdnazBrYklHR0NXVEtSWkdZaG1DVkRDQkFMSXBJTUZtQ1NSQ3lZU1FyQmdoa0NUSkpCNFhiaC9nTE1ra0NDaVNWWUVCRkxnQ1JIMm9BamRhQ2hQaEpNSXR3T1ltaU8yL1VzQUhMaHRuSG9DQkNEQUVYUUxzQndRWUdKaktqOGljSzhBd0ZzZ29WSllRdE1nb1lpQUJDUUVKQUVtR0ZLbDVrZ2RPU3JRd0tRQkIxNVI1cWlJV3ZTaVBsKzVraTVtOTN1YUJtREFZWUg0S0VmNEJRZ0hHUkN4SkdYVVFWRkp0S2lyMmtzT0Z3eklWbzJHOFJZcEFEa0lYS2tDZFFYYkpHR3pVUU93QXFBQTJZRklvY1pDc1FPZ1J3Q0ZJTWRabktJb01Da21ObUJnQU1tUmNRT0VTdG00VEN6SW1JSHpJb3A4cDZGVFlJVmM3aWRadUVJWmtjVEt4THNNQXRIYTNZRXMwTkNPcHJaRVVJcnBiVmpNQ3pZTWdqWXdVR0lvQTEvc09lc0V3TCtKNXNQN3dVdFVpQXhYbEFNTVU4WUQ4YUhRYlJGbUhSdDVxTGxuYXpVUDd6NzF2RkRBQktTSlVQWE0zTHJZTU0wUnhCWE9jVytkTEQ2TXgyeS95WGZneUlvZWIzMTkzUmhWdkc5bmd5MmlvSkIrNVdUVGQ5SytOQ2N2Mjc3ZUduSVlqWGdmRyswMmZQS0Z4V1E1dm5DY1VZb1ZQSXJ0aytRV3F5aW9ObGtlcXdsWjk0NDJPM3Z2eFJOMCt3NGc3ajQxdlBEdTUzZ2NSTy9vaFZmaytRc1ZWQXZuS2ovOXVqWjI5NG5MTzliNEdVaFpyUEdhMjBOVlNQa0wvbGx1ellSWVdPQUJ4ODkwZnJ0dU94Q3k3ZUU1a2t0MHRGOTliWGMwdnZUR0dhdW80TTE0OTNpNDVybENTVm9XakJrL3U1c2t5OWgzSFJoeGU0OFp2MGhSK2xmZFF6TG9ET0V2SExsMVk1UVFvaHMxczdCMW9PUDlPWVUrOUlWNlJ4WFgzOTlrVmhVb0xROWNLenhWSnhSZTM3L29oVk1lajRKY2F5bEpqN2Izdkl0MnhjWURzMjBFSGd5TXpPbFVJZjBxZWI2UFdjU3piOXd6UU1aRUdLUjFBcktFS0cyMnIxeHhyVEw3dDZXTFJ6bmk1cnB5V09IcWk4TmxYdEx0eTlpb2x3RmRuUkEvSHI0dUVVbHZqa0thZ2tCZmp0a3RIUzArdnd4ZlZjS0JhZnRRUFZic3hjdWQwQ0FjZ0pYQjk3cEdEWGtMWWtra2tnaWlmODYvZzhrVmJ6bTFBWDlZd0tPWTZjRWcvYWxTMWtPRUgyWWxaZzNUMDRMQmtVb00xTTZ3YUFjb3pQSmNXd3h0RnM1ZktlU1V6aThtOGtlWXMzUjNVcFNZZ1prSkhTSDQ5YTNCT1pVQUtsRU5KMEFyNEQ1NVZtZU1YMjhNUGNJZzV2QXVBV1MyU0NWQmxEa0hJZVZLdUVIbE51a1NrN3hOeWFUSVFwZ3lwK1lqdnA4UzIzMTkxWlU3TnBJTEY2em5DRGNLWjU1cmJWNzRtN21YdS9XVkFrc1llVmNZRVBtdHRSWC9XejRXY3JJY0gzUjB2N3ZuMjE2TkppMzJaZEhCb3pXbWpDaHNyeGsrd0lJYVlaWXRLY1l2UEZvVGZXVG81OXZFa1BxYXFXczZBMmJ4MDNLSmVWd2UvM0RaNzNsdTNjRjNqMzF6Yk1uZjIwaHZMaWNRQWF2T0huazV6ZjlmVmYrSXRHb2x0VjN3eVZvV1V2ZDNpY1MxYytydU0vTkxQNmNRdnFueHc3dEdaR1J4dVhKdnNNS2huMzFHT0MyV3QrcmlDeENTR0IrUzgzZUo3eGx1Nzk0UGRqL2k3Tk5qeWNnSkVpeXdRWFEzTkZlWHpXa3dIQUIrRG1BeXFGV1FycTZ4bzVmOXZudXkwZWpobkdwV1RNWG1DWk5Ec0Y1MHdWalRYUGQvcC9FanV3dC92cDRDUHk1Y2tJamRqT0wzR29oQzZHT051eU5JNGs4Qm4ydXBmNzJMcFMzL0wrdFplSU5BWmZ6N2VQMWlZM2s4aXUyNThEbU1XeTZ4anNoMVhUczBDTzk4eXEyVHlBeU43SER0YTBOKzBla1hDNHEyL1dYV3RzdXg1VFBIaHVGcUFFQVQ1cnJhLzJPL1oxMFEyeHBxZHYvYjBQbE9jVytkRVBwK1pmNytnOU55dkRNMUdTSXRvYjREQVFraURuOGdCY3VZSHZBY2diZWErZGRSSjUwQ1RrNUFwWkZzeHlITE1zU1NvMG5yUjNpc1lxVWJZc3hPcE8wVnFSU2JUSDA5NnlWTGVKVkI1cUFWREJyWXMzaEp5aldOUFIzNTNhN28zOS95a2FhRXBZcGxUQUVrYWtFVEVGa2FJSXBsREpKa0tGQnBpQ1lpc2tqQVRmQUxpM1lReEJ1Z04yQ3lRUEFyY0Z1SXVHR1pnOEV1OEZ3QStRR3lNMWdEd0Z1RUhtSTJjME1Od2h1QU9sRUpLSm5JcHdyRENiR1JJdE1kN2hFUnRnRUdTdjZFdUdTMndORXJzRlFHNHBjaFFoakVQLy8wUE1sUmFvalB5bW0zWWordC92Y2ZrK1JQalJzenR2dGJzOHhWRDhpQW5JRUdNeUpRenVJaHpVRUpTUWhocFZGdkRSR0RNbkRDb1o5NFErOWlUbml1RThXLzJGbytBZWp1QjloU2lhT3RCbDJxRVJFSXdhSmppSGlyMkgwdXNRZkVTanVmTWRlbTZIL3d2VVVjOEZqcjNPNFB2eGFSdnJJMjRORHh2MEtFZ0FCTVZSbUFJQ01PTFM3a0wwWUFNYURtUzBRL0dBRUFRU1lLRWpNQVdZRUJEZ0lJajh6QWlBT2dDZ0FjSkFVL0N3d0hvQWJDZTdGQkhnQXpCQkVNMkFZSDVpNWVQa0pLSDZjbVE4NW1tMGl3YVlqQnM2ZTdlamhGQ2Jpb1ZOQmJGbldDR1dMeCsxOERnSm5sTnQwUzhiMDVnTytYd0hBV00rdUxkSjJPdG9qYVhjVFFhYkp4N1ROKzl0ZjJwOVlxYkJ4MTF3STNDdloyUDlhWTNWY0dLL1h1OVZrSlZjcXFWNldMcDBING91OVYwOE8vN01lQVNIZDZaQ0dYd2c5aVZnY2JxOUpySklBZ1BTc2FWOFo2TG53N055OGp4UUgrMitjdS9qMkMzRitHcTcwS1NuVDVxNWVaYmpUcHF0QTRKeWwrMitlUDFIWENRQ3psOTZ6SXVnRWVpK2ZPbmdhd0tNQVBqclVMMy9qenBrUXRJRkFuYTBOZTBZUUtvV2xPNVlDK0ZSTFhmWG5oOWN0TGRreHlkQnlVMnRkMWZjUlZuTjhJYWlOWDNwRTZsOG9SL3lPeUNtd0Ird2pKdzgvUERDOGJ4Z2ttUEVSemFGZmRoeUlOL3VObnR0TkQ0NEIwMFM0eEJTMlFnMnRCeCs1REFBcEh2VjVPTlpQUTJscHN3UXd0NjNoNFYvRTlpc28zNUVMWUJtRDMyNGJScWprbHQ2ZjVuYmtBdVUyRG1FUWl5RGdieDAxY3g2UW51NzZFbWsrckcxUTI3RE1mZUhRTGRPbjRQeW12WDUvOURONHkzWk1nWlFGME1vbGhhdXViZGo5ZWxieHZSNWxPQXNNS1FxUDFsUTlFRnVYVS95TnlRd3hxN20rK3BjQXdDQ1RBRUJad2E2dTJ2Y2dIZDhUQXZES2FkT3VHc0cwTkdQb2ZoeXRGSDE4QzRBMFRTMTczSHBJaVhmMmJLb0dUanIvR1NYWmpBVzVKVVIwTHhFclowRDlmeGN1blBpVEU0VkpKSkZFRXY5Wi9KOUdxaGd6RnRpZkVpTGxLeTZUcnNLVmNXWG1HTDVPZXZtTjhCcVJNcGlSUm1scDZZWkNPcm5NZEEzdE5tQ2FnR0dTZ01tU1RXWXlDZElFcENGQUJoRk1JaGdzWVJCTGcwRUdBU1l6RzdjWHJlR2ZRNHM2RHIrSkhoZ1JaUkpSQllBS2pqNExDQnVNbnZCYW1LM3dyaXBIRjBvNXhiNTBqOXVwUVBmVm40Z0prNVlvcUJmek4rOHN0QlFISVlLRzRUSFdOdGZ1aWZjaUtmWVpjRnNiYk9ZK1V4cUxtMnYzeEJFcU9jVys5RlMzWFdacDQ2ZWREZW1Cdk0wNzhrd1RrNXRyOXRZQndLS1M3ZU1NSVdkQmkzYzlwTXF2Qnk0OE5WcE1lbDc1dGxtZERZOTV0STVYRWkvZnRDMWZRSTExUW9IbW90S0hQakVZRkkrZmpCQXFZU002NlIyNGNmYmQ0T0NWMzhTRS9mUUJpQnJWdXR6cFl6dGYrQzRBL0F6QWx3SEVFQkEra2Fuc0QwSGczSWlGU3JIUDhMcjF1cmFEKzdvQkxBeGZqSENtbjl5S0I2YVJGa3RhTXQ3OFZYNzU3bFhRVGxOaVFnVWdJVTNOK3VTdFVOUklNQXZBa3dDaUlVSkU0dExNWlhmdlNNbVlGZXErZkZRUFBjSm1UWml6V1Z2T0FaZnBXdGhjdHllT1VNa3Avc1prcExnckFlUDFrUC9tSGJGMWhhVytwWXIwL0xiYVBVOFBsUzI3ZTF1Mlc3bksvVUh4L2FHeS9BcGZEclRqMVE3OSsvSGF4SVJLYnFsdklwRXpCOFFtMkhuOTJLRjlGL00zKzZaS2JYOUdRUi91bDczRGR1d3FwYmRzOFhvTmRqT0psNC85ZnUvRlJPT3VLTmsrVGhsR1diOXo0enZwWnZaS0oyZzhHMXVuRFh0dDBPRlhKMlNtTHlDU00xdnJmTThNSDRNb3lHQ1BFK1ZVbUZPbE5qNDljM0d1UXhvbUU4eXdmRUM0bU5rZ0FaTVlwZ1pjcEdIQ05FMldNRjJlY0R1R3l3VFlSVzZQeVF4VFFKb0N3Z1ZCQmlTN3lEUk1aalpKUXdJa3BHQkp6SklGQklTUVJDd1pSbGh0UVNRQmpuN3ZTUk9RUTBxR21DOUVBUUJHK0YzMFdUSG1LVHAyeTN6b2M0cm9pemhtSXRJcS9ybDdsS2RtbTVrVkNJcVlGQk1yTUdraWRwaEpFMWd4U0FHc3dtb0VLQUNhQU1WRUNwRytFVFdDWWlZRnNBNXp1V0F3YVk2OEJ4RVRSMTZETkJOMFJJSEJCTkpNekFCMG1IQWdUV0VxUUROVHVCek1STkRReEV6Uk1mWFFtQXhvRUhHWXpRS0hnMmxZRTBnUHpRRml6VXp2UmJZeE15a1FtS0E1U3FZUU16UXhBUXpTckVIUnIrVXd1VUlNRFFZMGgwODNSZVluSGlKVlNFZmFoY2tZcHVqWW12VlFYYml2amh3SmhVVXRUQkFnd1lJNFRJZ1FkTGljUllSaFlpWUJFSE9rWG9od2ZaaE1JUUVtc0NBR0NBSUVqdlNIb01qOUlZRjZod1dCamJDQ0NJS1poQUNMcUFvSkVCRkZrU0FteVlJRkdBSkVJcXlPSkFsaUFVQVFRekNGRlVrVUhrTkU1aFZFa013UUFNV29pMWhRdUwxZ2hCVkxBQXNtU0RBRWhlZVc0VEZJQXV3Q2tVa01rd0dUd0FhSVRDSUtwNUdQNDNjb2poQ0tKNGRvU0dFVW45UStKZ25zOFB1d0lGckNBajhra09NeXlJSm1HNUliSnN6Sytkc0lleGFsMW9SaFJoOHV2ZDZ0cVRSaFlqRXpLZGJxakl2RXd1YTY2bDlOVy9XMWxFbVpLWGN5ZEZkejQ4TUpWUWpMMW03TGRxWEorMWpoNTZObFVNdmJ2R3UrRVB4SmJkRS92M1p3aE5jSU1HSEtTZzE5bGRpWUIyWi9lOWhUYStub2Z4cER2eGFzd1paZks2Yld1djJqRWo0QU1OQno0VmhCMmZicGdQSDIyeDFWY2VhNEM5YzhrSkdlNlNvaHBmcFlpTE9DNldwemZkaWJxNmhrMnh6bmY3RDNuZUZ4WE9lNTczZk96R3hCSlFsV3NVQWlXQVEyQU11dXRtSUJDQ21TN2RoMDdEaHhTVkd1ZmErY0tISlVXT3kxV0dUTGNwekVpZXpIVG5IaUdzazlGZ21BeFJBcGlTSlJDWktnS0pFVTJBdFlVYmJNekRuZi9iRUZ1NHVGN2R5NFNNL2Q5M2trY09mTU9kTjJkczY4My91OW4wZGVqUFdZcjEzQVRodkFPUUR4NXhMSkc5SkRmd1ROcDFzYmp3NHJTejEzNWJyeFJHS2w2MFErbTkwMnYvNnh5UmJMTzFzYk5qMVhHZnhFb2RjL09xZ2M3UFFiYXA1eXVGbGFtQU9OTjdPckVxWERzUHhqUUx5M0pPbzdrcXQ5VHQwam80VXdWbXZ0RGdnSHJTMDdQMys2TXZpSlFvOTM5QXE0OW84ZFlZNzJBck1PTkd6S0pGVHFucWdRRUNzaDZFcnJ0cTBaM2lPSjZrWDNPTXBvcFppNjNUU05DUzBOVDcyWWEvdUpkVmRyMHRzMUcyTjdCOE1aRlhzQ2dZZE1vVXMrRE9LWDJodWZUbDJUU1lHUUh4eGJBcTBkRjZLdGZWdDJTbE5JalBIWUt3WFJORHRzUDVjOUpsdWVoV1FidTRDUXFGbGp6NzErcXFrRWNNRmdtY2tQRHorbFUyYk5HbWZBTE5QZ01TQTVXa0NNWnZBWUFDVmdWY0kwdXFRQVZFeVd0ekM5bzBZUlNrRXVFMnlVc2cyTXRVa2dWajRiWVVaVlB3RURJTzVqalp1c2NWbVJlNFpNbkRsNzVNajE3RG1vRUZRQjBIdEJkSjY4ZWhTQVBLbVNSeDU1dk8zeGppSlZKczJjV1NvbC9SbEFOYWtJYXlKNmwwUXE0cHI0TERKbVlva1lYZFliRGFVbWVVTVJ1NnlJV05xNm1lUktFc25QNmVOclZ0MGtSTndzVGlPV21Db25KdHRyWllGWDNhNEpleXlyZ0IydHlrQ3lpTWc1WVVDZVlSanpya1RQZmovN1liUFE2OVl5NkNhQkNpV0xESVBSeXNxMWxzZU1CZHdZdDNVMWIra05yTm80MXhWa3RXd0xOU0JwSkdjWjl3TTR4SENuT2lyNms1N21iK1NVMUM2cEQwMTIySzNMTGsyOGFPVVR0MEVhNHkvMERiNDBvY2gvWjBTNXpkM05XMU5SSkpOODcyTG1pMjkxL1hTTFZyRnhRejNsWHdFcTViY1M3dXVkemRwWm0xQ0hMQUh3ZmdBSEFTQlFaLzhKTTBYYW84WXdCVTIxTDNZSE9jWU5hTTZJZWl4YjlvZ3ZwcXlxL2tHN2FhR2FQVjhaTHRwc3ovSHMva01YVEd1T1dtMEpTZkU4QUQ4Q01EM1ZUdFE3UlV3MjBRQUFJQUJKUkVGVWRkNzlueDR6YnNGUndKNlNlS2lYQVVELzFaNnJYSEhIMkNzUmtaRWJQbm5aSXo2dngzczN1K3E2cmUxOVdqbkJ0UEVra1R1aHZXRnppbENwcUgvWTQzV05nS3VqTDNVM1B6TVFQL1oxTmN4NkVZamIybHdqNXdROVBsRnpWbXBRdndhLzFkbXd0U3RRdDI2aWdGdW53V2ZEQTg3KzdIU3FRTjJjQlJEdWJGWjBvTDF4YTFldWNjdURIL1V5WkxVVzdvNUNjL1RxcU5hdkpOT09Bc0ZRbVRiZHhlRm9iTC9mNTUzRXJBdGFHellOSTFRQVFLdFNZWnJLd3lsYkNCb3RwTEVKekJZUmlJZ0VjL3dGam9adXZneTFCYVhmMCtuL3A4eWxRNmMzUzRsQnlGUmlaSFpPZ1JrUmdOMTRLZ1VjRUZ3UXVRQWNjTVp5aHdHYkFCdEFETVF4YUlveEVCT0FyVUV4RU1lSVlZTVFZM0FNb0pnQWJBWmlHaFFUMERZcmlnRXF4cUFZQTdZRXhZaGtGQUFjY2hoRUxCeWhBWWVKaUltSVFjUU9nY2ttQmcwdGovdDYyQnl6aGM3MCtvaXdJTUVValh0OURBSWdJZUprQW9VWkFKSytId0JBVWpKdXhwY2g0UUZ5VS9USDI1TExwSXkva1Y2VGlYVU1sdkpLYWl3QU9Hc1k4ZDhxdzJBY3R4Sy9XejVPOHdsSi9wYWwvLzEvcXVUeS95bVNkd1VOL1ZkSnFBU1M2cTZrMzR4U1pYRi9tREZPaHQ4TWEwMmxLRVdHMzR6U0NYVlhFWmdWK2JVbVprMmFtYlEzb2ZwSzlFMHF2cGlaUEI0bVppdk9WS240TW1ZbVFleGhZZm5CeWdmV1BnalRKd2dGQkYzTVJINHdmQkRzUlVMaEJTWXZpSDBBdkdEMkVaRVhjUVdLRjhRK0JwVVFNQ0Y1L0VQM2RaSlBHZm9LTVhOQ2hFTW1BRFBPVStHQkFvOXhsZUZzU3Z2ZFlDbUhsQ3F4MHJJaTZhampRbmc2aWJpbWI4RGVnV0RJS0xPY2FyQyswTjRZVjNsbW83SXlaSmtGN3JzWk9OQytZL013VWdFSndrSktmcS9TNHNXVTcxUWFGdGF0WCt5d1l4b3NIZEpPdEhYbjU1SXBtOGR2bVJIOFg5TDBqM2FqQTVmT245elRubGorL2VTemlzRXNXVXpTVnk3L1V0UFIwWk9xWjJnV1J6dWJObVc5MklmOFZLaFhnTFVOWVl4VG10NXFhM3BxQndCVTM3ZCtHaXZNaTRYTlhXa204WDhKNEM4cjZoLzJGT3VTUDlTYUJxL0Z6djRVZUNGREFlRXBubHh4cHV1RnI4ZkNOM3FpZzcxak0vZkdNRTY4K3EzeXdmN0xwd0hNTzlueXdpM0tqUTFLdy9NK1p1Vkl5MWVxN01pTldQaGFkbEJoWnZvSDVVYjliZHUzcmdEMDNjTU9XRmhXejJ2UGwydnR4aGlzby8yWHp3RlllN0x0KzFPVUhlMTNuUEFkQlVYanBnMzJYejRGWUdHeW01VGVOd1hrZUszNWFIdUR5Q0JMWnQzeFdKRVdjcm1odVlPa1hTWWdpbG9iTnVVa1ZDb3JReFlMTjhCS3Z5RUV6WW13YUV3YURpZEJZOGUvbDdWU1YySldSaVdwU1dQMXUrSzB0Vzd2YW5yNldQYllOWFZ1clNBNVRiTjZyYlA1UkVhVkl6RjJmSlhTdU5EV2pHdUIrOVFjdU5JSGFKdVpvWmtycDg2Yyt5a2hoQVVtUDhmMW5SNHdDUUtYZ1VRNWdiMGc4aExZQThERDhYdlVRd1NacUxXUTYzQXpuOVJpNkZsTG1mRUZHd0tPSUlwSU1nZFpJMXcrdTZvWDRKUE02V2w3WEVGRUJnQlRraTRhWVlONTVKRkhIbThydktOSUZhMDFRWkEzTGd1bktJajdpT0dBU0hGQ3doMlBxTEZJUlBSb1NGNmRCSEZDN3MySjZHc3FLc21jbENkeVB3Z1NUTE55UlExL0dlR1NXRWNEd21ETkpnbUNKb3FLaEtqYTYvVUNlRUcxTktBRkFCYlZiWnhEQWt1bDdmeTc5bnN2cXBpN0lobzFtck1KajVwVkcyNTNiUHVLc0t3SnBQRG12cDJoRFBiZW1qcHJPV25xNzJqZTFIUDdYZXNtc3FFckRqWnNTYjNFWSt6NGo0Y2owZWNMTEd0UjJEWi8zdDJjdTNwQjRJR1EzM0hzb0lBQWM3clZQMGsyNUx5TGZZTk40MHFMZnA4ZDJudDQxMmRUazU2RmF6WStwTm5aL1diYjgwODYwYjY3MG9iODN0eTcvL0xZNFQxRGhYZFlPNEcwOXBrQVhnUHdWd3ZYYkRpanRPQ09wcWV5cXdVaFVQZnBlMWs3YnFzckQzbThKUk5qa2FIRHQwdjg3M2VqOWk1L3NaeEMwRE03dGo4OXpMalhzZ3A4dGoyWXVEN2FUaGpmVGdQd0tvQzBxQXVkdlhYK2U1L3hqWnI3bnlCbjVjVytTRk9pSkhZWkFCU05tcnlxYmZ2bUQyYVBQN0c0NEk4MGtlMlF0ZjN3cnREbDlEWWlZVndYTnpPaWc2T3BaRFdrZXFPajhabnpTTWlOR1pndm9QcGFHN2JrTk80TkJCNHlZWHIrakFmYzd4Z0ZjdjZCSFpzN0srb2Y5Z2hGZDdOQVdWdkQxbUVWb0twWFBsbkpyclBRTU9YSkF6bmsyVW1NOHR5eTF0WEdMa0gwM3I1SStQdHZKSXowS2l0REZqeDZTWVNOZlQ3RFVheFZhVnZqMW1ISi9VbU1LNy96bVp2blgzSlMwV1NDRnVBWWlGSktwUkdVR3I4U0dEeElqQWdUSXVERWY0UW9FUnhtT0hFaWhCeEFPL0UwQXZReHFBL01mUXp1RTZBK0RUMEE0Z2l4Q01QVlVZZDBCTklJZTBoR1k3RlloaUdwbExhbUNMRklJeWlJSkFQOUtVSWhSVkFNU2g0aUp3U1Q2T01iMmVRRXNza0p3Y0NGSVZJalFVNzBHTVpRWW9wbE1ieUpmM2R6Z3F4QW9zQlNpclRJUEUyNS8vMnJmUDZmWW9RVW1HR2ZzLyttdGFmL1BFVGl4RUVTdHAxYXZ5THgxODBnRkJRQjR6SGN3QmJRQ2JtNjFpcnhONUdLV1FLd1VrTnYzQ2xqMnpqWmdMZ2hOaVhiQ3BMclphV2RNWHNUNnpDTmxIS21YY2V2QkV6aGtxbUlUQ0ZnQ2xLbUpzTVFTcGxFWkdvaVF6QU1GaXlFRmdubENRbG1saXppcEtSZ0VoQXNXTEVVcGhSc0NDRllTNE9FU1BqbENOS21BQm1DWmNJelI1QmcxbEtTRUJLQ21FMUJwQzAyeUdEV0JoRU1oakRBMGlDQ0lRRVRyQXdJa2lBeUlhUUJsaWJpQ3BZQ2dEd2dlSVdNRXlBRThnOWRLSm4xK0JTWmFXRVpWejh6blNuenF6THkxNU1vUTZpU3VDaHhUUW9OcFViNUdIaS8xbnF6SElxM2NOUWVVcW9rekx3dkxhemYrR0hsMmp1UHZmSk1mL1Y5NnhjYVdqZ3REVnR5RWlvQTRMdkZEUklKMGRwd2RGZzFteVNLU2p3aFptN001VFd5c0g1anRWTGE2eGpPVVF1aXFtWGI1eHBTYld0Q3RZQjdqS1VvYUh2eGFFT2FWMHhxWGtBa2pLU2lKQnVtdDdUSWlRNEpOYjIrd3RHZHRubGcyQ2tjbys5eElDNVl4SGRyUVVjN2V5ODJJK0h4WW1oeGIwdmpwbTlrancwQXBXN0pTaUZJS2t2K3JLZHhlSEJtOG0xTHQ1N28vSDR3VjEvQXhlRE5sSFVJb29QeHJDVW5HUW9JNSs2VkRkYXFGTURqT1J1MWpjR2J3d1daMGY2aFIzUDZQaVRoS1NnOXFvazJ0TWVNN1VBb0xYaXpWaFlXZXUrT3VXNnJJRGRLNUpuZkdoTWpWczd6VGxGTGxFMlhESy94ZTYxcDFhT1NDS3o1OUZvR0xXdHJrbytrYjJkaDNjWVBPMlJmTkNERGJZMWJoMzMzQXZkdFhLS1ZIc3NLWjl0MmJHMVBiNXRidTM0S01SYTBOMjM2NS9rcjF0Vm94dmlPcHEyTlUyY3Q4QklCZ21nWkNhTU9TTDhGTTFNNk0xSTdrYkhvMXdDeUtLNVdLd0JRbHRqczdRRGRuWG5ySjRPWE1CVVplVklsanp6eWVFZmdIVVdxWklEUjdMSjZ3bFhSQ3hlQnZsU1o0MG1UL0xjVUYvdmdXajVKYkdtdE0yaDF4NUJLdXRxMVhlVmFIdVZZdHQ4ZEhMUmRqNmRQblQxNzFrNU9YS2JPWHZCN2t2aEhpTE11TGlYT1ZTNUNKVnY1d3NCUkFIdWdWU05JZkMrK1RNY0FHUytwek9sRXoxb0p5UTlxSlpvanF1K3lGYVVnS1hHb3V6bVVrVU1jQ0liS3lIQnZsV3paaXVsNis4NU5SOVBIcUY0emU3RmdvcmFtcDlxcVZtK1lJU1F0YVcvWTlLMWtlMDM5ekVWUTJPL3ptQUd0aklQWjR5ZXhiTmtqdnFqdDFCT0VqNVh6UFFCYmttMm1WVERhMWRROXJxVG9icGQxYTlmT3phY3p4bWQrNC96clAvOXcvOVdUSDBrYjh0ejBtZzkrWGNpNGFXa2F2Z1dnR3NDY3hHY3ZnSzkydi9yMVRwUlUzSjk5aW10V2JaZ3RCT3VXaUdkZnRWZmYweG50dTVnc2Qwd2tUTGlpM1RSOGdyUTdvNlZ4eS9CS1NNRkh5MDZmM0xPNDkzUkxkdE1wQUo4RThNL3hTQ2dkdlhYQjJxMWw0MmU4eE1KZDRkaG9QZXNwY1lTMGpHUXB5Zk1uOW1aTVl1ZlhmcXJBRXQ1N0ZDaEM3SFozTlcyOW5MMFIxc28rdmoydUhna0VIakxGNkRITG9lbnFnWWE0V1czMWl2WFRCR09CbGlMY3VtM1Q4N211RFlJaGc3MTZoYlo1ajFFb1Z4K0lpTzhBb0JKZHRFb0xjWXN0blgvTzdsSlQ5MFNGSkNQSVRQMEhpbzd1ekRYcy9OcFBGUmprdll1RjBRWjJLdHlZM3Awa1ZDcnFIL1o0WFB0TzI5Vkh2ZVFwaEdYZGlVdVhoaG5tSWFtZ01hMy83VWF2djZ6WlhVQUpFZ3FhTHlxaFB5UFlXTTRzU2dDMmlOZ0FzdzlFUGdKOHpPd2xJaCtJdlF6eUViTUhCSk1CaXhnbUNCWkFGdUtUdlFJUUN0THNJVktnakhuaDBLMC9wRlJKK0VTa1BFY0FXQUlwRDFJd1BCN0xZWWFiVUtVNHpKWUxMOWtNVnY1NGlvdGlhQTBxME1SUUROSUFhd0lwRkxGbUprVmdEV0t0dVVpVkFKcUlkRHkxSjU0aXcyT2dFVS9aMFFTbG1jWnFKUHBwZ2lZbVZaNGdmUWxnS0dKTkNTSjROaGprTWtCTURBMHNRRWJLVFR5QXpaUlNncVQxMVVnUnlVVFFnQWF6Y0grZHhBcVJObFBwTFVsU094SGVaQkNKb1JSSTRpRS9HVXFrc1NTdWlpTEVjM0lJTUJNcE5pQUdrVEN0UkxvTXlPVkV5bzBCWVFCRzNKaVhKUkVacEUyRFlVZ1lKSWtnTlVNU1FRQXNKQXRpa0JBa0NJQWdSY1F3a3J5M2dBQVJXRUNDR0N3QUVER0pPRE5nRU1lUGdRQkRrSTZiOXNyNGRnVVRHeFJuMUdUYzRCY1M0RlI1Y1dFWThaTmhwVk1PSW1mS0dTVStES2tvc3kxYUtOTlhKZUg3bTY3bUdQS3pvV0ZLVFVyY0o1U2RlcFArU0tPc1phbmJLRHVOTGUwRGN3eUF3d1NYbUJ5T3V3bzdRTm85RVArK3FuaktHR2ttMW1Cb0FxbjR2MGxUUEYydE1LRW1qSCtIbUJsRUVXaEVRR3d5NEtlMHVVeFdjTU5HUEErc3c0NW9yNjhncFhHQkViWFQwMzlNR2xNV1pNZnU2SEQ5bDZ0WGh4WWFyQXBhR2phTllMQWRFdFgxc2J1SXNVeVMrRksyU2dQSjMwUEQvQUEwdjlIV01GekZFcWhiTjVGWWpZYmtDMzdsVzkzU0tMNmRHbnUxVTZPMXc1TEVPTnNKdjVnY2YwN2RJNk5mMy9XVkV1WEdPUXl0N0p5Qmtlb1Y2NmVkUGQ1WTNYdDZ5SlAwNnNYWEQrSEUza3psNmVwMUN4aTZ3QkNvWU1nZXhDSXZvKzFyVGtYRnd4N1NNdURFNUk5ekhYdE52UnNFVUsyMCt0ZTIvOXFVUVlFRWd5R2ozK3Q4NkZKUHk1RjBmN0ozQ3JSeXd0Ujd1UUZ0WDhzNFY0dnZtMW5OMnI0TUNMQzA2dnJFOVFZMGYzbDQrbUl3WkZSWnptSUo2UkVlZDZ4eVk5L01YR0d0ckttZmRRK1VtcWJzd2M4QWY1Y2dWRUlpY0o5YXhBcXUxR1pwVytPbVlkK1pCU3ZXMzBJdTVnaUIvdFlkbXpNckVRVkRwWVp3YS8xUitZM0Fxc2ZuQ1ZNV3RXemZ0TDI4dk56TGhBb1J2eS9pZ1ExbW0rTnBYRDBBTGhGamtFVThLRUdBR3pmRDFqYXgrS1ZWcERqK0cyY1J3ZFNJcC9LU2dCbFBIZndWd1hvY2hKZ0ZSamxsMmplWkFpSlBxdVNSUng3dkNMd2pTUlVpSWhEcnNCUHR1WGI4ZUdaVmwvUG53K2ZPbi84VjR4d2pRNENMbUVuR3BZdDBEc3pUc3Q4NnNzZ1VGK0RYWFBBL3Faajc2bmxoWDhMeDQ3RmJiNjlLVkJDaUdKSnZPR2xHdGRWcmJnOXF4MjY3Nm5qM2pTMFlmWjl5M2E3MkhWdE9EZHVVVHoyb0ZYcFlVS1NqSVdXc0NnQ1l2MlpXaFdTdFdodTMvSHpCeWlkbmt0UlQyaHUycHBRZWdkcUtHUUFWQzhHRnJrMXRIYnMvZXhxNUVBd2FVY3NYbElKbVJ4WC94K0dkbjcrWmNZQXFOaUJKalZZS0o3dDJiSDR6dWJ4cTlZeDVnbW5jcFRQdFV5NmUyditYYWU4RXVtanNyRStYaksxd3d0ZUh5WGhQQVBnNGdIOEQ4TDdrd25EZnBTcjBYWG9Kd0xzQkhBR0ErY0hIYmhGQ1RMNk82M3RxUEtYTGlOVjFaamVsb0dHd2RrVGtwQ1c4SzluTUx0Y1luMnl3VHkrVHByYzA1M0hIOTJFMGdKVno3dnJFRDcyK3NhMGFzVUJNaTdiRHU3ZWNxMW56NmZkME10SWpjYW43SmhnTUdXRlNOVXFvU1VLTDQ2Mk5XMVBWZG9RMFBWcWw1aVFwdjBzcUcxdE4waHc4c0MzVWlrU3BSVERYYUlKTmx5NzliSVI5eENLUEcyU3R0YlNNQ1RFVi9nR2FuM1VEcXpmVVF0SlNNSC9qMEl1WnVlZUJWWStYQU9ZcTFuejUvRlc1RFkzREovNEloZ3lEWWpXQzhKYXJuREZFNHViQlhXK2NTTGFWYXIyR1NSenpJZ3BsOE8yWHJ3Lzg2R3lPY3AyVmxXc3Rrc2FEWUp6c3ZiQnpoMG1lUDArK1pBbEJiTVBkVnppdTlweVU1dTF1K0ZMTGxaTUhMcmhGVVZsZys2VGprWVpQdWNJMkRFT2JqalJkUTJvbHBXbHF3Vm9MelZKb1F3dFRHOElGV3l5VUh4cCtnTDFTa0k5WWVKalpCd0UvbUx5SjFBSWZtTDN4U0RyN0NlUk5WQ05LcEJYQUM0WVBJQy9BeVhRRFg4TDN3VXlVZy9ZaEkySTNGRTNQZUtkTmIwTXVqNGhrdDF6OTA2S0NpWDRDUXkrdEtZZ2tSWlF0dkV2YlZzYnl6UFZTZlljcHQ4WC9TRFdVR3lMSGVVbmZYY3I4blB4M2poM0pqS1NtcjAvRFRsRmlrQXppWVRpQk1EUmV4djZsRXhZWTRieG1qSld4NTVrcGFzaGwvRG9FWm83R0NRYTRZTGdnT0FBY0VMbGdkZ2x3bU9Ndk5wUWdHdUlFQkhTU2dJaDc2YVE4Y25UQ1kwZURXRU1USjV4ZVZOd1hoM1hDUlVZVHhmc1RRMnRpVFV5S0NJcVo0OXRqdUN6WUpZNVhCNHI3K2NBbGtXaGpkclZtQmFLWUFHTHhZQUZGUVJRRDZhalE1aUFBT0VKcDRRcE5wRFNJMkJGQ2srUHE5TlMxeExsaXhHeU9VYnhjZGZ5VXBhV3hDY0dramNVa3hQTUFMS1gwUmhJMFJnRExBRjRROTNlQnlDSlNCaG5jQU9ZZktVSVhtTWxWV25rTGpFaXkrZzhCTEtXWlVnZFEyZGhxWnRIWHRuUHI0ZXI3MWdjRWhHelpOaEtoQXRTc2NoWVQwM0pGNnJuVzdadUhWWmFyckF4WlpEa1BhcGNIMnEvMkRpUEpBNnNlTHlHUzl6akFDYUY1Nm8wVDE1OEh2cXdCb0xvZXN5V29IQXhidTNaajE4NjRvclNpL21HUFR4VUZWQWFSd3NQTVArZlhicmhWUXMvdVBkZjFHb0NIazh0amc3MS9CeUFWVEJHR1ZkRGUvTGVHSUdGb01Dc24xZ2ZXVHdEQVc2ZStYcXBQMklQTWV0aHZ2VEMyK2cvLzNGUGl4QWF2TU92M0FEZ0U0R1BKOWh1V2ZhOWs2YnQ0L05WZldsSHc3WWpvNExVemJXMWZ5NWhETHFwZHYxd3A5cmlPZk1OanlvV0RyclByK0s0dkQ3dnVBRkJ0T2xVa1RhM1ppVExNdm80ZFJvWWZTcUJ1eGdMU1ZHa0RQK2hLODN4YnNESldRV3pNMFlKNjI3Y1A5MmlwQ3Y1VnFUUkZQUkdpYkpvWjdZSEFRNmJ3MmdIWHBwMzlWcXhDd0NnYVBDWDNBVUJQVDQ4OWJmYUNpTmJzWjZJM0xmL1lKbUx2ejZQOWIzVWFDZ00zS0J6MVJhT09FSUxQZXIwYXg0L3JoS21zL2hYSmRrbzhZZ1FxS2tTNTYxSXN6V1QrVnpubjVpalhhN2llWXNVMHpqQm91UUErQnFLNUlCZ0V6cE1xZWVTUnh6c0M3eWhTSlNHUFQyUlIvL3BmQlRKQVlrcHEzczJzbVRnR0lnK2xGa0dCTVFEQ1RhMTVENUgrNTU3WEQrMGR5ZUdjNHY0TUdVYTFpK28yemhsMDdXdmRPei9YR1Zpei9nN2xxcTcyeHM4Tjh3RlpWTHYrRDExdHQwa3l5cTlFall4ODZLcGdxTlNFTzZlbDhZMmZCRlk5WGlJTk1VZjE5djRzZVo1bVB2Qm9HYm5HS2lnNlpydHEvOEhkdVExS0FhREdjOWN5RWxocUkvYjF3MDNQRERQVEUyU1lnSUhPSFp0U2hNcUNsYUdaaHFIbTM3ajRKcDg1c3YzSmRETmFZVmliWndUZWQ5M3RpeHp6bFJaL0lNY21Cd0NzTmF5Q3JhNDkrRVRhKzBzRmdIMEEvbkR5c2tkMmVYemVQMmlKaUw5ZjZDbXVFYVQ4QnhxMnZwSXhDclB5d1BjUkhRMC8zOWJ3eFV4Q0xSZ3lwRWRYQTFoMDdjekJYUUErT3NMaGY3R3E5c2tyRVB3U1dOOEtwZHNQNzN6NnpLSTFHeGNwdUNlazZmWG9XSXJIU1VXZCt6MllMNEZacE1YeDFvYk5MNlVtSWNHUTRXbDlia0prSUZPMEVsajFlTEZtS216ZEZ2bzU0dGQyQ211dUFzUXRLdHIvamM2c3lWd1NpK28yckdLQ3l6QUtZc0orK2REMlp3ZHJhamNHU05CeXhjNTNPN1kvUGF6eWdKRG1Kelc3aDF6YjAzdytyZFJpT3FwTnAwcVNFV1ZDbVlEaGFXOE03VXNldzJLdlhnbXR1NklJWDdaTTd6M1JxTmlUblJPZWhIL3k3U3MxdE5mVmtSL1NnUFNnQ0NsUEZ3YmsyQWtyMWtodm9VM1FBOWVqbzg3MjluWkgwQXVNNkVENE84VmtYL0hrRWwreDMvR1J0cnd3aFE5YWV3bnMwVW9ZUXBEQmdneWh5Q0NoREtaRVdXTnRHUEd5eFRDSnlHQ0NRVXdHazQ2Ylg3TTJpS1RCcEEzUzZlMXNFR0FRYzlveVNCQmtYQkZCOFJMR2NYTlVrY2gvanh1V3htc3RKVk1kNDIwRUVWZDRRSUpBTkpRT21lb2JOeXFGU0poeS8zcWZBd1FGWmlkT0FtREl1RFl4U1Nld1pvcS81Q2NJQVdhR0JuSGNORGRoa0J0WDBrQ0RFeW9HcEJuY3hqTThkTndzRjVvSUxnTU9OR3dXc0FWZ0syaGJnR0tKbERDYklCeE5yRWl6SWlLdFdTc2lvWWhaYVpBbW9SVVJLNjFKRXdrVmJ5ZE5tcFVXUXBIU2lnUnBwVmdKSVJRSnJlS1ZoQTFYR2V4b0RVZnFpS1BZYXllVmtGR3RiVzg0N0o3L05SRDkvNzlpeXV3RkVTT2hVcE5TaGxLUmJLSzRhZ1VVWmZCTk1IZHFUZCtKWEhkKzFOdmJQVXlKT1dYV3JFa3lqVlFVSXA2Q04rdU94NG8wMDdnK2VXUEgzSlhyeHBsYWpqblE4RlJPZnhRa25ybkNWQStRMGw5dGE5cWFzOXFPYjRwZXJSVVpVZHQ0QWNOSTZMVlNXT1pIdzJyZ216NHFXQnFPR1h1T0g0K3JHT2V0Zk9JMnFkUlNEVnlPa2ZIcWtaMmJVNEdOWWxWeWgxRE9LU210Z3FSU0pSdUJCMEorY3R6YkpWa3ZROWxyc3BwbnBYL1FpYmhFcmxJd3lzazlmcktmSGU4N0tiRW9wZGFvV3IydXlwRHlmZUhJMVVkZGR5QThWTThNbUwzc1l3R3RTYjJ4LzE4N3k2YmNVVHkrdkhyWmtiM2YzRDN2M2o5OTVOeXh3MStmWERHenRtdlB0MzRBM01ocFhqMXp5WjlVRFY0OXNlN2M4WmZxMHhZZkFyQTgrZUcyd0lkdUxmU1h6TkpzK1BvR0w3U2Q3bmpoZE9INCtmNXBNNWZmMVhPczQrV3hrNlpQOVBvTHg3Mys2dGN5NWxFVnl6NFc4Rm5GTlNlN1gvM3VZRzlMaHJsOVlOWEdlWnFVNTJyTTJsZG0yZmR5VE94L3ZmbnBqT3BOcWVNUGhrcUYwT01scTJ1QUxEalFFSG9sblpoWXNQTEptY1NpbmtsdDcycmFtcXErTlBPQlI4dE1KZDhGemNkY0hkbWRZeDRwTEcvQm55aGlSMGNpUHg0Mnp4azNiaW96RkFuNEljVGNsb1kzZnBpbW5oSUNkQndDODZWWmZNVmZPT3VIWFh2K2NYZDY5Ly9oYzVnVFh5T0Y0OGZSazFvOFBMVnFSUFJpQU1BVkFDZkx5OHM3NFMycEFUQ1hBVXNMWGZ3cmpKQkhIbm5rOFR2SE80cFVTZm9TL0ZhMnhUd2VSQTRBa3dUZENoQ1lXVE80QjBTdkE5emxzbjR0RnVQWExyOTFPR2VGbG96eFNLUWVjS3laRnRkdXVKV0pKdml1WDlzenYzWkR1ZGFPNkdnNitWWjJ0OENxalhOQmZFbkNxSEFjdkpZd1ZnWGlhUnZqRE5KMXV0ZjR3YUpnK1ZpWW5wWHFzdmhSVzJJU04rdU94NHFLSE91OXRrYUxJUlVkYkJxWlVGbTRac01zZ0pjeTBmZTd0cVVUS2tNbGxVa0lvNjFwcUxUZ2doWHJiNUhTcWI3WmUycndST2NMbndjNFZlMkdTTDQ0ZitXbmpyRWRiWmVGbmhVZFRWdWZBL0QzMmRzTnJIcThoS1YxL3MyV2IvOXAvN1dUWHdRd0t0RlVCT0FuZlcvODVMdG5yMzc0dy9OcjNXa2dLanZRc0dWYllueVRXU1hQclRtbzdaOTFKMUpXMHJISXArNEF1RWJIWXY5dTIzM3pjaDk5U05UVVJxdVpqRTZRNnhkd1Jjdk96NSt1dm0vOU5PWHFDVkxJRXNmdXZ3NmdQTDFQZFoyYUI2Z2FCdmR3cjNFZ2ZmSlVKYVBWM1NxV01mR1p1M0xkZUdHSit3WjdqRzhENEhuM1B6RktPYWdpUXFFVGpYMi9LM2VsSWdxczJqaVhXUkhZTUJYck53NjkrTG5yZ2JwMUV5RjRPVnpzNk5qeGRIZDZoMWwzUEZaVVZPeDVENE9Qc3ZZYzdzeFpPamtrQXZlcE9hUjVrczA0SVltTDJwdENxWWxXb0RZMFc4RVpWTFo1M2ZMNFZ6RzdCM0ttakFWRFJyWGxMTmVrcXFNeDgxKzdtNThkTEMrdk1xSFpUcW9pcE9tZm90aTFKUUIyblpkR0ltYmVQamdiNlR0N05wSXpESmxISG5uOGRoRi9RWDJGZ1lWRWxNelVjeG5jenNCK1pqNmdIZmUxc3llT25QeGxaVnZUQkVyY1p3em9aY3NlOFRtRlppMUR2enBLRlk5VEZ1NCtrRjF4THcxVndiOHFsUjczWVVYYzJORzA1VXgyZXp5MWMveHlobHJnT3ZqM1liK1phOWZLaFRkdlgrSEduQjJtV2JBMEhJMjFkemR2SGtBeUJkUVFTeUhWR2UySW5pTk5DYyswdFd2bDR2N1ppeFBsdFVxMVZySHM3U0tSeHNreDkxNEJQcmkvS2RSWE5IcjYxUDVySTFiNS9iVmo0Wm9OczVqcFBiYVNHN3VibjBzZTl3QVFFZ3ZyMVFKTnNxaDlXK2huMWZWUGppV21GY1RZRlZqemZ4NVUwY0cvdlhYZTBqc1FFejhCYnVTczFqZDM1YnJ4SGtQY2NmcndmejBQSUoxVTBVbjFUVVY5cUxpVTNWdkI3QkNKVTRkZi9vZnVCTW0wVkpLOWYwYk52VDZUcmVxV3hxZitMWDNzUmF2WFZiRWg3d3RIb2w4YTdHM0pVSlhNci8zVU9ETFVCTGJWZ1ZGbWJJa216NXZ0emFGaDh3d2tVN1I5Nmo0NHppRnRHQk5iR3phbG04OVNvSDdEYmRCNEQwTjN0alVPZWFITXFRdU45anZxL2N6MEJzTnQ2V3JLOXJwYkt3TjFNOVlvVFJFbWQwZDcxanhuOGNvbnh5aE5xMjFXTDF1bVVkNjYvYW1zOU56S0lTcVJHWW9IZjJHVnFOODFlbnA2M1BMWkN3WVRXWVltNWROLzhzZ2pqM2NJM2xHa1NoWW9hU2I0bXdCSG5TK1ExN2pBb00wRTJCcjREOWI0SGhHZm95aGQ3K2s1ZVBPLzQwT2dTU3NKQ1NJaWYxbGxwUXVFeVJUN3VHejBORW1vVkZydHlzN0xuaGw4ZEF4SlBaTUpGcnZ1S3dkM2Z6NUZpZ1RxMWswa1lWVGR1SGI5SnlXalJwZXhNR2Z4WmZHanRvUWlvYkl5WkhtSzlHSUN4d3lwcVgzN2x0ZEcycmZBZlJ2bmdiRlNhN3pXSHBZcHI1WkZxOWRWdGU3OG5FejZ5TGoyWU1vWnRqTDRpVUpwaWpzR2JwNHJQdDcybmI5aDFrT1ZjMEJ2Vmk3N2kyK1F0bDRseTVobk9FNU9FNzlBNENGVEdPWW5YTUtyL2RjK3ZCY0k3UUd3TTQyOEVIMVhUMzVJaUUxU3U1OTgvb291Mlk2RWdkNmhYZjlRNHFaTVoxbDE3L3o4c0pTbUpmVWJhalV3SDY3ZTJiYTc0SzFFWHY0d0xLeEZwUkprbVlERldoYm9LNWRmcWxxOVlZWlVQSjhsS1pEY0NlYW4wN29NTEt5MUt4bVl6SkI5MFVHMzdWRGI1aFNCRXFoYmR5OHJpdGlSbTJsUlRCSmVhZFRFM1BEejNkM1Ayc2xTeWlEWTVJaTlYYzFiaHBmWkJCQlk5WmtwMnVCeEJzdFJtcDJ1emgxUHZ6bnYvaWRHc1N2L0FLeU80dHFWRE9QQml2cUhQVVhLdTVTaFM0aXh2NzB4bExNQ1VrMnRxbFlhQW5DN0JNdXAwVk5teWhnM1VMdHhDUW5YWjJ1ejIrTnhsMnJvQTIyTld5L2tHSVlDWG1lcGdGZ2VJL2tmM2MzeHNvOTl4b0F1SVg4c0pmVFNXZ0hBUUgrMDRkZ3J6L1RuR0NlUFBQTElJeWZPSER2Y01XM212SzBreFRlWitTcVluOWZzL2tERGZNdXdiMTQ5MWRNenNxemlGOER2R1d1NHhZVnJiT1lXS2ZVb3pjYkVqdTNpdXlPdEh3aUd5c2pyL3JIUTZHamJadVl3RWc4SkxsTkxtWGd4dThhM0R1Nys3TEFneHVLKzJjc1pLaVlOYzRaanE5YnU1aTljUkNxMUExVU13SUYxNnVDT1VFb05XajA0czlvbHpkRHFGR0JPWkQxY1JsSVovRVNoSU05S2RyaXpaZmVXTTR0cTF5OS9zK3RIQlZtclBXNzVScDBwSFRlekd0cU5Tay9oaEVoZjc3RWJsN3VQQVVEaHFQTEpwc2RYZFAzaUcyOEFLbFBBSWkxcjBtMTMvRjQwZXUydGEyY09kZ0JZRDJCcHNubEpmYWpZaGZPQTY2aHZkKzNhbENIUEROVFpWWUQwdFc4TC9heDZkV2dTc1QzUDFYYVRoN3p6WFdYdk1EMkZTNW4wOGRibXAzSk0rem9KQUFBZ0FFbEVRVlNTRmJQdWVLeklhOUFubWRVM280TzlzMGU0UEZRSzlUNnd1QXJCcDF1MmIrcVl2T3dSSHp1NlRzSHQwRnA0RFJZeldteVI0VzhTcUZ0WEE0ajd3eEg1cGVTMVNLSXFHQ3FWUXQvRFlmRno5am9yeUtYWFIzcWVWcTkrYkJLRVhXMHJzZGNTMXV3clVaR2hCRmtVL0p2eEd1TGQwTHFqYmNmV2xBcXFQQmp5K3RoZG9Za0hBYzc1bksxWk5YTVJCRTExTmUwNW1LVmtubmZuRTZPMEplOVZqRFlEY3RRTlhOK2QzWC9lbmZkTUhyeDJ3TStzb0p5Qjg0Tm5PdjRiRXBMZkNWd3doeE9GMUEzS0tDS1FSeDU1NVBIMnhUdVhWR0dtVVJqMUcwc2Y2T25wdmpqeDF1b1hQQjZlcDF6N21kUEh1NC84VDhZakpwMHd6L1FaMGpldXZlbll2eTllV1ZIS2xselNFakgrRTgzUERwTzhsdnA4SDNSZFBxdWx1YTl6NTVZVWFWQWVESGtWNjdtSWlIMldiNHhtVXk5d2xMMjdxMjFyNnNYZVAwMHRZc1V6d1hwZis0NnRuU1B0MS96Nnh5YkQ1U0NJejdRM21xOGtYZWdYMWE2ZndvS21jbElPa2dXZmQ5U2ZYTDNZZmJQbjRJLytCcXhucERWZG5qTHYvcWU5MXJobUtmVmR0dEtIRCt4NittcXU3NW9ZUC80cDF1NitqdTJldlludG5nQndONEJkU1JOYXhDdDFmT0R3N3IrN0RlQlhLeXREV3JodXRYS2lhWDR2dy9QS3ExYXZxM0lWWmtIbzE5cDJiRDA0RWdFMmIrVVR0Mm1wRjdBckQ3aFMzZGJlYU8yWVgxdGNaa2l1MFlEaEtyemExUlN5QUV4TzlyR3MwZ0hOTkVOSU1TMXlTajdYM2IwcGxSY1VxRnRYUTBMYWJZMmI5Z05JcFR3UkNjTzF4YjZ1NW1jSDU5ZCtxc0JTNWxwMlZUY0xFV25mRlRxWmE5OHFnNkZDTXZSN0NlaDJOSGQwN25qNlRXQ3R0RnpqSVVIb2IybDRjMmMyRVZla1MrNWlnNmNiYk96YTN4QWFWb29SaVlrWUVVMlFnMjQ3RlpnUHREYTkvaS9KY1FLck5zNERLZjhONm4rMUNFVXJJaTdhRTVVeGhtSDJ5aWRIQStKZE1aSi8zN1U5bENLRmhKVE1KRklsV3BoVk5IejE5ZGRPSE42VEoxVHl5Q09QL3k1VTlPYmxsNnppY2U4NTgrYWhWMGJJV1BtbEVFSXdwNVVETEJ1M1pKbFc5dEZZaEsvNGk3eUxZNmZGM3N4cUwwTUlCQjR5eWFmdVk0VzNEalFaMjNLdFZ4V01UaVV5NnRtVlgyM2JPZHkzckdiVitxVmFjeEVrZ2RrOWNIRDMwQXUwNlMvK09HdDl4Tkc4cjJ0YktLVllEYXg2dklSZG1qQmdSMTRyOGhWOHNHMzcwZWVHNzExSWVEenVVdTF3YStmdUxlY1cxRzJjNDVMeTNialluYUZnaEZIWXV1RE8vek9KQkw2dGlWY28wUGFrUDF2Z3JuVVRoVjlNYkdrODlyZkEwV0huZCtHcXh6L01tci9YTmxRMitzL1MyelhjVDJ1Rm54N2NGVGRlVDk5L3dKallHaEdOazVjOTRtTTNWblg1ekxuOVpaTW5MaHdJOTUyei9MNTVtdWw2VytPbWpINXBvT0pDejk4Nk1XZExaL1BuZWdEa0pGVVcxcTMvbzVoanQzaWxlVXZMOXMyZEFEQ3V1T0FlRnFwZFNtOHYyKzdkL1lQMnkzaGxxNXYwLzVnOFoyMngxdnl1V0N6OHo5MTcvalpUdlJGNHlKUWU5eU9SMDhaWENxYnF1MnpIUEhKd1Z5am5QbGJVUCt5Uk1CWUltMThURm4zczNHWHgzUG0ySVVWeDRJR1FIeTUvbkRTM2g4OFpHVDR6Wlg3bmZtZ2FJelMydFRRTkoxVG0xRDFSSVlSWXlGb2RPZGk0dFR1cm1Zd2ljNzZyOUhtRGVIWnI0eHZmeVo0UFZOUS83SUV0NTRQSUFnTWFpZ2x2ZncwbWcvb0pwQk1HNDBVSm43Ny9wL3Mranp6eXlPTzNoWGNVcVVJRGtsRTBaUGlaTEl2NW04S0Z0enBPQWZqSXI3RHFpR0JtbmFnSWtTekx3T0VyM1M5WFZ0NG5IV0ZYY1dUd1JUVC9YUWFoRWdnOFpJcHhFOVlvN1o2VVFzVGFHNDZrWk1ibHdaQjNqTSs5VzlxcVo5RGpFVjV5YTEwVmZUbGRNbHF6WnQxOFppelJRaDlzNjcweUloa1VXUFY0Q2RoWUNhS3JyWTJiZjVCY1B1dU94NHFVa0pYRTdsa1N3bVE5OUN5YnZPd1IzN2lTZ3ZyTHB3NjRaNC90K2dKWWowMGJzbS9pclhkdEdEZWx1cFcwTzFjem4rdmNzZVhON08wQ1FPR29xWld1aTRhT3BxY3pIT3dySzBPWGJOL1I5U2M2ZnZnMGF5ZE4vY0krQUk2bjNGa3FnV3RDU2t1NXVaK3hnVldQVHlVcGxpakcwWTRSU2hNam9mWmh5SVdPc0xkNXlGb1lqaHF2QkFMd0F0N2x4RVNzM2JhdXBxZmZBdkFQNmYybVYvOStPUm5VNDhRR1h1anUvbEtLVUZrVURFMEEzTkVYYmd5OGtrM2lNR3ZWMlJ5NlVWSHhzTWNMNzcySzZVMHlhSFJidzZhTTQwK2lLaGdxSmE5YTR6anVpNVlVRTlwM3ZIRVNXQ3RyNm1hL0YyQzBOR3pLbUZ3SEFnK1pOSHI4WWdoTWd1Ylg5L2VlejNuZUZ3WC9aZ0s4NXBxb1krL3hGTWhnYThPbXI2WE9mZkJ2SnJEZ3NkR1lkYURZVTdpWURIbjJjTk9tbklSS0lQaG9tVERrRThyVjMrL2F1U2xEWlROMlRHQjA3T2FKRXRaeGxUcHJONnJDVjVLK0FoUUlQanJtUW45LytQd0kvakY1NUpGSEh1bTRkT25TSUM1ZDJ2TS9Ib2lKNDlXTGpHVHA1NXVGaGNZRGthajRhWGQzeUI2aEYrblJaWGNib0lLd0xYK1lpMUNaWDd2aFZpbnBFK1RpeDYwNUNKWEY5NFZtYXUyT2RqWGZNQldIVzNmRVg2QURxeDR2SWVsNTBISEVkaWxWWVZmVGtFbjluTHJRYUNHY2VpamVVK3oxL243cjlxZitNVmR3b0xwT3pTUEJBd2QzYnprWENENWFSa3lUYkxaZnpVcVR3WVJwMVF1VmNQY1I1Q29CM1hrOWFuVWdvZndramRVdGpadS9udXZncSs5YnY1Q1pDaTcxRGV6TjFXNTVpeWNvcHNNZFRac3pyazhnK0dnWkRPTmVSNGUzemJmZ3NTemYzVzI3dnZBNEsrZnVjNGxDd2FVVDUyeThjZUhJNWx6akp1WkJIM1ZkNTFzSlFpVW5GdFd1WDg3TUZ6Mkd1VmozWHY0UEFMejR2dEJNVjZuQldQamFWYTgxYWlWcDkyQ2FTdkpmQVh6azdKRVhjRFkrTzdvQTRLdXBBZGV1bFRYOUUxYTR0dnErZFlzN1RUSFpCM2NkeVpsSEZRZzhaTHA2MUhLUzdnWFhNbGU1TjhQL2NiN3QyU0hWYXZEUk1qak9oN1dtRGp2czd1bnUvcHlkN0Vkang5MUJFTVZNZkxpbGFmT3dWTEpGdGV1bmFNS0RwTG0vdFhIcno3UGJxMVp2cUpEQU5DM1EzOXF3NVp2WjdZSGdvMlVFLzRPS0JqM3hORzZBaUtUV1Jibm16Yis0ZHZsdkhkeFBCQVdRSkhBeEtpc2x1cnZ6cEVvZWVlVHh0c1k3aWxTSmczT1VmSGhiSXdyQUw1Z2tLRjREMFhGdE5XYTZlN2NMMmRzNTNFZUQxT2l5T1dCNHdjTHBHN1QzSktNUEZSVVBlMHE5N2dydDRDM0h3blVQMjR0Y2JiL2MxZlJzU200N3QzYjlGTUZpaFZicVNNeTlzWCs0U1Y0Q2dZZE1Nc3ozQVNUNWlzekl3UzBzOUR6QVdsOGtZRHpIODdlVDhrdWFVRnBZYytwbzB6MjlQUWYrUEVGMEpCRWJYNzdzYzVObTN0V21GWVFFaDFzYnR4ekFDSkNHdDBnaGtsWDZPQ1I4VSt5NVBrdy93ZHE2VXhqMGtuYnRtUUNPQVZpMWNQWEcyNVZpaTEzM0xBblRHNjk0bTRrRks5YmZRZ2JWQTdqUUwyN21uQVFtd1N3Q3RsSXYzWGlyOVM4dVh6eDB5dTY3VkZxejhvbDdJQ1ZjVzdVYzNQWDBOUUNmUzYrZ0lLVG5wRy9VaEtPZE81NTlTcm5SUVBwNExjMmg3SWxKbWkwaWx3RndqeC8vTW1GSXdKczlpZmtCZ0Qrb3FIL1lJOWhlUW94TGhpRnY2NDBaemNBTEtwNldnMGtEdHNvdW5Vdzhadng4Q0pyRVNsK0wya1pycnV1ZVVCL05HMlRWNkRkRWphMWpLVUtuK3E0bnh3cWZYRHBvcTcyRlBuR1hjRVh2Z2NaTmgzS2R0d1VyMXQ5Q0Z2MGhhNzJyZmVmVy9lbHRnZm9OMDFVMFBDdkd4MU5LSWlJVzJzY1VXTEZoT2x1NmdKaG1qSEhOM2VlQlBLbVNSeDU1L0RZUi84MWxiU3Z0WEJOV1lTVXA1OFdjZmxFSlZOZHRXR2tJY1RkSVBKZHJ2YW8xb1hJQjkzM01hbWViWSszUGJnK3NlcnpFVmU1dGd1THpyWmFFY3JTaS9tR1AwT1lpQmQwclNJK09uRFpmVG5yQ3pGNzU1QmkvME11MTQrNGx5ek9ibGZ0ZnVWNTZTWmcrQXp5MlpidTVlMzd0cHdxWWZDc2NGczNEZlRrQXdVUWdZenF4N2dsenBLT25lV3UwUEJqeWtuWURySnlmNURyMlFPMlRTOER5ZmtlSmZ4ekpDNHUxNjdZM2JQcEcrckw1dGFGeERIZXg0YWpkRVZWSWZrdmY1WExrdUNCcEtBdzltbTVjZmpPbm1oSUFhT3o0OTJyR2pkZzV6NzRSMXhHR0J5UW1hMkozc045Ky9samIxNXpxbFU5V0ttWGZTa3E5N1BXTnVsY3d2ZEhhbEpZZUxLUUpQZkw3K2VMK2lzWGE1Y3ZrRmFPSmFmS1ZpUGg1cnBMWlFFandHTGZPSTlWRlpsbEMwSzFkcnc3TnhjcURJUys4enIxTXVLUmNiam4wY3FvNkgrbnhreFpJcldjcHBVKzF4NHhoMzVsbHl4N3gyU1R1bHdJWHI3MXg0d2ZaN1ZWcm5pZ1hqS0RXZk9aeVgzaFlsYXI0TXhwM2E0WWR0YS90MWRyKzN3U2FEQ2FwMDlMbUF3K0UvTXB4RjNmR1RmYmZOaUJnZ09PVnlRQlEwZVMrUHBrelB6cVBQUExJNDIyRWR4U3BJdEtNYWdrZzlSdFdxdnlhNEFBQUN5R1NPMXM2Y2VFS01CL3BhREtHdmJRdXFROFZ1YXdYQ0lib3RZM3Y5cnl5T1NranBlTHBoWXVaY096eTRPRDVjY1VGOXhpdWFtbmY5V3pLaFg3eXNrZDhsaEFyR1hRdWV0NzZlWGYzY3lORjNyQnc3TGcvWVJLM0dOZXVQN3UvN2N1cGw5dUZkZXYvV01IdUV0Szg5Y2FiL2R2VCswakRXNmdkdC9MNmhTT0JMRUlsV2xvMjY4bUpNKzV0SG5UNVRMRkpkeDlvTUhOTzBwTG92MzZxSzN2aVY3Mmlmd3F4WjN4cms5VllVL3ZYMWVFYlp6LzUrb0YvK3lpQVI2dFdieWhScEtWUWJndWI1ajJ1SFI2VytiV2tQbFNzdFZ1ckNlSW1ialllMy83bG5JWitBRUJDZW9oMG05Y1E3enYvMXQ2WWRtTGZBWUQyWFo4RFFHR0Fvd25UM0l6dldPSG95ZjhsQkxSeW81RzAwdEcvS243WitoSUFTbFJKdlNBTWFHai80QmxqUjA5M3lLNEpQbEZCQXUrM0ZmL2o2N3N5S3c5VTF6OVpKclN1SkpLNjF6YitLOTNNT0lsQTRDRy9JcHFqbzhhcmZwLzdwNDZLZmpWNS9tZmQ4VmlSS0JEM09TcjYvVUxMVitXNjRrTG5qcWR5cG95VkIwTmU2WFhmclJVT3RUZFpUUm5tdktzM3pDQ0lpb2g5bzVOTTcxaTI0MTgvWnBJZTMvUnhaR0VwYTNIT0J0clRKcGg1NUpGSEhyOHRKSDZ2dER0dzlkcEpMaHQ3czZkNTg0aWVMRFcxR3dNQ3VQOW1aSERMR3ptTTBHZmQ4VmlSMU80RElOM2RGck4yb1RrMExJMlhwUEV4emR3ZWp2SEY3dWFoVk54U0xsekpyQjFKQXZycTViM2QzUWtpUEJneUNrMTNudFp1cXlaUHBhSDRmR3ZqMXB6bW9nU2lsc1pqUHdkZTBOTDQ5TzhQM296K2VDVGZLaUt5aUxqSTFyRVhqalI5YVJBQXlpejE3aWp6SzRkM2Z2NW05dm9MVmo0NWs4ajRnSVQ0VEZ0VGFNU2NFY2VPWEV2L1hGa1pzZ3locTIxSHQ3VHZPbjVqWWUyTUZjcWxiaW5FRFNFTWJ3WTdvZXljUVorYXVvM3ZCK3ZiSXNYbXM3OUFRUVJwV0VWTUhLVm81TlZqcjN5eGYxSHQraWxNY3NhTkU5Y2JpaXBHM2NtdWZyMTl4K1owMVNiNUNzcktJLzI1YXd2VTFENFJjRm1XYU9JclVvbVo0VE5pUjg4STI2K3VkZTRrTFU3Wk1kY3JwQmhvYjlxY2tjWTd6dWYrdVhKeFVSTDJ0S2RWWFp4MzU4ZExoVmJMbWRXSjlwaTFNOWQzeGk0dS9CQkJEMGI2MVBaa1phaWgvaytNTW1EVVFaQVpQaVYzbjAxVHl3SkFJQkR5czZHRDBPeHhFZm5QUytkZmxzVm13bDZIdGFIOWpwaTg3QkZmb2QvcmgxSnJJLzMydDk5ZUtoVUF4QkhFeTcrRHdFV3g0dUwvN2x3cmp6enl5T08zam5jWXFTSTVYcDBUQUlqMGI5Q285dGNGQWptSTV5cEpDQUVHeWNqZ3BVT0g5bjVqbUhGc0lCRHlhMVlQQWhyazZwLzJORCtkbXV3dHFOdFl5VklUMmM2VjhjVytGZHJod3dkMnA3MWNCMFBHT0k5NlFJQ2tyY1BidXJ1ZkhXRWlzbFlHNm1ldEJJdGl1Ny8zUzIzN3Y1S1lMSVZFVGEycVZrVG5EWWg1K3JMOFlmYkRYSnFlRWlHb3h5MmV1Z2E5M2Q4QzhDNEFmWVdqcHo5MGEyRHRWZTF3cjkrZ1ZkZU9YLzh4OE9WZldJVkJ1N0dNcU5mODRHT1RZWG1XdFRacytsNTEzY1lGeER6bDlRUC85bU1BamZGcUFmbzJWdTRoSm5PRjB4ZDlKZHRIcGFMaVlZL0Q2a0VTOExadDMveVZISnUwMHNzcHMxWXkzSCtseHJSS2Y2S2QySXpNVmRrUHdKODlnR0g2T3FmTmUxOWo2N2F0T3hKR2ZiOXVpRVYxRzFZQkdOQUNJaEt4WHVydUR0bUJWWitaU3FiNktCTyswZFd3T2FOQ1ZLQnUzVVN3ZkErZ3o0VzEySnVMVUtrTWhncko2OTZ0U2ZWSVA5MTM2ZnJnYzhtb1kyWGxXc3RYNkwxYk9zN1BsRms0VmlsSGRqcnljSzZkS3crR3ZHV1dlcmQyeFpWcnRtaE9sOEZYcjFnL1RRZ3hXV3Z4cHIrZ3JQN0d0YzdYQVN5S0g1WHcra2VWdjFzSi9vYVE4cll1LzlGaDh2Zzg4c2dqajk4MENKeW9OazdzM05qYmQvYndkMGNrVkFLckhwOUtnbGRvMS81YUxrSWxYbjNQV2t1RVU3YTJtOUc4TmVQbHVESVlLdlI3MWUrQjlhdUdGRDdSZitrSUFKUUhQK290c3liZFJRb3hKa1BFT0x5M0swMVpXR1dxSlVyeEFLUXNKME56eS9iTkk2YndhbTFIc0JaWTFMZGhsUk8yOTJZUktwbnpJeUV3YUt2dnZMN3IyY0h5WU1nNzF1OEdYWlpkaDdkdkdsN0ZhTlhqSlRERmcwNU1QOXU2ZTlNd1FrVWFua0xsSnFjSFE4L2lRT0FoazhlNGQ1Sldwdzd2OHZSV3I1bTloSlRzRlJxRFpPSkJOOE1MTFNjb1VMY3VDTUczdG03ZnN2V1hyQXV0VkV5ejBkM2UvTVVyOGJSbHJqUkovTHhnWnVFMFVteDM3REF5MG5acTZqYmUyZjNLVjNQS1ZBTDFHNlpENndtMjRiNXFPa2ExdytIbWtlWlJnZm9OMDRraFNNRkxwakd4TlMyTk43RHE4Ukl5alB0czBxOFQ2SHBiV3BXbzZ2b254MG9ZSDlLS2owZHQ2NlZzUWlXUjNyMkdOUk9VKzlLaGx6K2ZHWHdJaGd6TDZ6d0lJck4xKzZaL3pONnZPWFdoMFV6cVFVRThFSTRZUDBsVTR5dUZtYXg2UlVicHFDWFRDNHNMNTJuaTgrRnc5TWZIWHZuQzI4N3JUTE1JUzBDREFBYjhSZEdvekZtN1BJODg4c2pqYllSM0ZLbHlBMEJwY3FaQUlKUUFlSnRyQWhuc0VnaGdTakR0ek5HYnAzTzQzSWNFbFRuMURGbWcyWDJ0YmRmblU0VEp3cnIxaXhWUmtRaWJCOWtybDVJYk85U3hPN1BhVFkxWFAwRFF0OW5hL05kYzB0OGtGcStadlZpQlo3a1FMeHg2K1N1cEIzYk5LbmVXRUR3VG9NRytmdnNueDlxZUdaYWFvWldLeGt6ZGl0N3VBUUFmQlBEZFVaUG0vTXV0YzkvRDVPQXR3eU5ydEJOcnlDWmpBR0RHb285UGZiTWxGOWNSTjh2MXdGczllRXI4TUZDL1lUcHJudGpXdFBuSFNKU0pOTFRuWG5Kam5aQldUVlRhTGVrUzJ5UktLa1k5Q05iakhSMzlhbzVOK0FEOENFQmQrcklUYmQvOW1CMTc5UDBUSzFiTnVYQjg1MGluREFBZ0xmKzJpc1VmL2twaHhFNGF6WDBCd0xlS3h0dzJ3NG1GQjZNREYxT08rb1dsVTZZS3cxUFlkK1hrTVVDcm9qSGwwd1VaSmduRE8zRHozRWszMXA4cjZrZGpKczJ6b0pYREpNZkdiTDIzdXprMEVBZzg1SWVoM3dkWGJXL2I4WFNHc21uQml2VzNrT0Q1bXZraVdCOUxsZUJNdzZ3N0hpdnllOTI3RktrZUFUbFpzN3NqWGNidG16Smp0ZXM2YjVLV1paTGNhWmY2dzN1eDcwdkRJbWZ4MURQblBjeWloRlRzdXozTm4wKzlqQ3lzWFRkWENSNnZtYThZY012N0JsOS9IcXlxRWRmdVFwQXNEZzljMlYxcWxTeFdicXdKTCthU1V1ZVJSeDU1L09aQUVXTDRoaUx5aG1HTUdKMnZYaDJheE1MNWZhMTVmNGZySCtaUFZiMzZzVW5FM2lVd2ROaDJvNjlsUDNNRGdZZE04cm9MTmVPR1lEa21wc0o3NHNUSldqbmFkMHVWMWlJcUJZKzFkVGpERDYxNnpjWmxRbkdCQWcrUzF2NzJwaTNEcXJtQVNLWmlTd0FIYnM1ZXFFbGQ2Mncra1VHT0ZKWk9uamh3WTJpQ05OaC8rZlM1WFU5ZkE5YktjVjVWN1dwOXZxTWhsRzErQ2dDQ1RPTmpHdWJMQjNlSGhsVXdxcmwvdysxSDkzejlsaHhxRCtJeDQrbzA2N09kTzU1K3ZhWjJ3d29KNm84Unpuc3NaeGxpNWc1cGVoNTI3V0dQbHhTcWdrOU1neEJ6RFJpNUp3dFpZTlpPc2lKUFVaSDVlMG81THprc2JqRWszWFkxSm5lbEUvOEwxMnk0ajRublJjUFhocEg2bGNGUEZBcU5HZVR5YXhiSlZjS083VzF2emoyUHFscTlZUWEwbmtra0w3T2swblJDcFR6NFVTOEp1VmdEVWNtQzJuWnNia3UyelYyNWJqdzAzYWxKaDEyWUI0YW5rcTJWWTd6T1F0SmlwaGJ5WisyTm00ZnQ1eUtQRzlSRXhlSEkxWC9MYmd2VXJadEljQll6QzV1amtlYnU1aThPSUc3MFR5SWhraFdHVldiNGltWnBWdWVVeTZlNm03K1FXN0x6dXdaeEJCQ0phMGMrMXkwUXY2eExIbm5ra2Nmdkd1OG9VaVVUVEt6ZUFlay96QTZJd0FJaUdTb0FEMWZZTEs1VDg1U2dTWnJVd1k1dHZ0VExjNkQyeWRtSzRSVlh4RDVSNWk1SE5IYXdKYXYwWDgyYWRmTUY4Y0p3NVByVDNjM1BqWmdiWHJObTNYd0ZmWS9XWW50bll5aGxpRGRyOVdPVGhNQUtEWnduMTNscHBHaVhhdzllTy9SaUttMGpVbDMvNUo5TGJTNW5GV3VHTkpmRVZIaC8xODVuaDBXaUt1cER4VVVxK3I5eTdWTWc4SkNmMkpydlJNVmVqSU5GakRtNGNqbkZjSmpDODZkUkdmMm1CVkVsbUE5MmJYOW1HSTFHSkMzQkNJUXgrRXhTMXB5R1FnQS9BM0JQZGo4NzF2OWVyLzhmTm93di80dHdYMi8zOXdadm5yK2VVS2lZaWVQdUx4dzFHWVlzL003MFJlK2JmL1BhelQzNzlxY0lpUmNYcjltNERKcFBIbWd5VXFxTm1sVWJicGVHZUtzbEtsNUNjOGhkVkwveEhtWStEaEkrMW03bkNLV0pNZmZ1djU1aStndG5BanludnovMnpkUTFLQnYvaDh3NDI3YmplSWF5YWRteVIzd3hrK2FCVVFwTmI3UTFQWjBqTjMydExDb3dscklyRDB1cGd3eTlvNlB4NlZUQXA2cHUzZjAyOHdtTHJDZ3N0L29tK2hyTzdzdWRNbFV5ZmRRcTF1b1dxMy9nbi9hbGtUTFY5YUZLMXZaWUVIZVI1aVdEWjQybVk5MC9WZVd6RjZTcS8yanQ5UHNLeDc0cnFtT2Y2ZG81TXVHWFJ4NTU1UEhid2tpa1NsVXdWQ3FFKzBFaW5HK05tYTltcXdrQ0Q0VDhzSFUxaUdjTjNMVC82ZGdyenc2TDlQTzRzUUVvbEJLQUcvTDY5bVFxNnVLVkZkT1paWUZtUGJOdndQNVdldCtGdGV2bU1wTlhPZktBOU9nN2JwNjRQb3pwcndyK1ZlbWhsNzlhcU53NHAwM0M5QXFTbzFxS1g5K1I3dnN4dDNiOWxFdEhkOHhJSjFWdVhEd1NBekI5L0xSVFV5K2RHWnh3NnNpMkZnQVYyZHVZdWZpUFA5RjcrbUQzcVNNL3U1cmRiaFZNOWcvMG52NUlOSHg5R0lGZlU3ZnhUcmpxZE9ldXJWMkxhdGZmRGFKTGc2ZmxtOTZwOXIySU9pM2FFdE5ZcXhFWmxZcjZoejJHTmo4N1lMdC8vZnF1emI5U2lacGtlZW1GYTBJZjBJd1c1VGhDbU9wVys0d25JMjFuWWYzR082QjRFYTVlL2dLMEdsWkJ5ZThkL2FHWWp2N0lNcndmdUVrM3YzbTgrY3M1dHo4LytOaGtJWGt1b3RaZTdkRkxMdlgzWjVCZVpkNnA3eUhXdmF6NWFudlRzWlJoZldWbHlMSk11MG9TNWx3ZjBGODV2amMwVEhoUkZadytSWkNzWmUwKzM3RjkwekN5cTJibHV2bE0rQUFNNDVQZHpjOWxCTDNLZ3lFdksvc3VMV2k4dUhycFg5cEdNSUZuWm9OZDdYRU41MExucm9MWDMzWnBQMGtvanJEQm1rQUFzVS81blR5cGtrY2VlYnp0OFk0aVZVajBNVkRFQU1EOERuR3JwVVQ2RDFHeStnL2d5VnhsVHQwam94MkJBREdmN2RpK0plV2dQM2ZsdXZHUVlxcmI3N1lZbzNtWkZ0YjVqdWJOR1lUSzNKWHJ4aE5SYmRSVy8vQ0xDSlhLVlk5UEpSYXJpZkJhUitPbWc4bmxWY0ZRcVdtNmE1VVdwMW1KL2UwN3Q2UklrY3BncVBEb25rM1dVUFdmSVpudjVHV1ArQXd0QXpvbVhpR3ZXVTNDdU55MWJiaUNwRElZS3ZSRFBXNHJiczl1cTZoLzJBTTk2bDdOOWpGdFJSMnY0YnVmbGQ0Ym54Q0VSR0NOczV6WjNHYTVmQ3REdWkxTkdUTGxNVU9ubUdTNFR6eHpaTitYc2lkNm93QnNCN0FrN1lMMENXSDJhMjNmQWdEUjhMWFBIbS85NW84SGI1Ny9BNlE1M3dZQ0Q1bDZ6TmhsQWlMRzBPVnVqSDk0ZlAvUVJLdHE5WVlaaW1sMFc5T21GMU45Z28rV2tSQ1RZenI4S3BxZlZZRlZHK2RwVFFLTXNDYSszakVDb1RKLythZkdXZitYdlRlUGp1cTYwa2YzUHVmZVc0TkdoQVJpeGlBaklVQklLb25CZ0NrajBJQkRabVhzeEVrNm9idlRqOWZ4THc0MmsvczJZckNkcE51Sk8ybkhjU2Z1ZHRwT1l2OHlPVVlUWU5tQUIxUWxDUUV5WUJsc3dNeUQ1cXE2OTV5ejN4OHFGVFdJNUwyMVh0clF2L3JXWXRuY2MrKzVReFYxOXYzMnQ3K2Q0dm9VQUJ3WElqUmNFMTlieThzR1psY2kwY3pXaHJvTjBmdFA5NXJPa0dHdkJBSkN4czYxTmRYNVI1dTN0SEptTVhKdUtTYkxsQlY2dFgzdjkwZk9qK1hWVzhxRVZCZWxiWnhWaHJXTVNkblMzVGc2b1ZLNmN2TnNZT1FKS3YxZi9WR0V5dHlLamVOSjJwa2h3VTQ3ZGZZWlh4UDd0ekM1eElEQUd2a1h5cGlSSFJpODhMc1RiNzJRSkZTU1NDS0pEeEU0OGhKSjNZYVI4RUxwOGF6VndXR3RKbURYL0EzYm40OGZ6MSt5UGcxRG9rcHh4Z01EOGo5RzhTL0JlU3UzekFVbHB4SmluODYwMTBjSWxYa1Y1Z3pGNVZKQU9CK3d0TjhlUDdBdGN1eWNLak5Mb1pva0ZHczNuS3FHMlhaVHZPS3pzTERXNEE3M0VpbENrWFVla2VtdGpXWkR6RDFVYlp5QUFGNHIyQk8vM2p3UEFIRHgvWnY2eHdNQXdJbURDWTFrSXJBR3o4S0pnLytac0wyOGN0TVVvWUMxUzZPci9GNXpCaWlKclFGK2ZQNUVleEZ3ZHBvTVBSczFuQ3hGY0ZTeW90ajdyVXlOVXJjR1NXMk85d3lMb0xhV2ozbnQ4T3pyRjQvRmJDNnIyclNBTWJ2YkVxSHpodUcrbTFUb1FMUVB5L3dWbXlZUjBkMGhxWjQ4TWdyWmtERXV2MWhJK0w2dU9ZdUhiUHVsN3NhYkVDcVZENlJvVEpzajBHN1ZuTEJzeUZhdmphZytwM3ROWjdaVFZDSlF0Mkl3aG1tNkw0cmtRbjJpdllBaHYxUGE5RUwzdnAwSmhJckgrKzFzY09wL0wwSFZ0MW12SDRzZkw2NDJweU9Lci9ucXRiWHgzYWNtTDc3ZmxlMlVId1BrUmcvdy8raU91MGVWcHBBcFBpendKdVpVRkR4enVQbkpVVDNUYmhrd0ZRRGlLdHlUeUNWc0krbXBra1FTU2R6eXVLM1lYNHd5cWdVQXBOdkFVMlhrUlowVTZEZmJ3WVdwbitZRW1sQ2hwcEZ0SmF2TWlRNU5Ld09iSDlOU2pWTEYrSVgyK2xpcGJsN05Pb2ZMd0w5UkFscU83Tmx4VXhubnZLVVBqWEhwK3NjWXFnNWZ3N2FXNk9PWlExYVNVaGRGTU5qYTNteEdTbGp5RnE1TGQ3cUZGMFpxT09LUW0rNnVKSVJUNEJLbENyVmc2eTR6WVpIT3Exbm5jTHZrWjBqQjBjNDlqNzRZTzhwNG1reGJnU1RlRnlUTzYyaDROVUd0STBxTzBwVWlINlVpd2xBT0FFeG9hNnlMN3VTVENRRDVJMzlScEs0Y2ZTT2g5Q1VIQVBiR0VpclFOK0hPWmVzVmQzNEtBQ0lCNjBEUDJZOER3Q0VBK0RJQXVBb0xUVVBsNU42dE1SWWdyaEIwN0R3VVpUU1hWMk9tYXhyTHMya284aXpuTFgxb0REZ2NDeTFnaHpxYnZqYzRyK0toT3hoVFl3Q0VXNUdTMFVSV05Nb3JOMDNSVTUxM0ljbkRVdEc1OXViSHpnTUFsQTBVTENLU3M5WGxpM1hSKzNzOHBqdkxJYnlJZkFBNERGME84SVRPQVRCaXNFamFlRUJPaUhDb2ZlLzNJOHFrNGxXYjh4UXdoOFRRMjA2bnFHUktQK29meGFnUWhyMTg1akNOZlpXVS9kelJ4aHZQdUxUcW9UeW56andhTVhRYWtPOXIzUHFqcUdCUEFkNTR2cVRFWUtqbmVJS01QSWtra2tqaXZ4azNZb2d1VndLcFF1TW5WaUd5OFlNRDFvdnhZeVdyekltcHFjNHlaS0JBVXZmYis0eUVOYmVreHB5dGFYUUhJK2dYekRyeVZ2Mnd3YXVuWnZOTWgyYlBBdzdIUVlvelhTMW01TmlpeWdkU1hLRHVZYURlTTVnb0N5cTUvK0FveFBIdWdKc0FBQ0FBU1VSQlZJSno2dXg3Z09oZEFJb29VcFFNeFNSU1BHdE1OMk5ZeGhBR09OY2Q4WFA4SllDb09ZaGh5ZEJRcUszRUllZElxZTRjZkorL1VXN1lkMm1jZENWRkFCaWI2dHUxTmFHTERZUlZsNW9yN2ErVW9PZU9SUG1QeEorbXBLOWdydUhNbkJCN2JtWWdZNjVMUXg4Y01iaXpSbXF5SzNvdDgzaS9uYTBaOEZVQzlmTE5ZaVE3MkhlWkkyYUJVbGU2ZHJ0dVZsRE9ITXhaUmNRdjZNbzVINFh3ajVBL0hzOWFQY3NoeTRWVXB5WFFsSkNsRHZsZk1pUEVSbm5scG1YY3dEdVI4VGE4ZnFrN2Z1TDVLelpOQXNOVlMwQnZCQVBhUVdocGlWSHpGRlUra01KUnJCRWgrbTQ4b1pLL1pIMWFicnA3TlFDbElQS203dnBFUTJHdXNod1lqdldKUkdqbzZxRzNiM0tQdHd4UWFrTVk3b1FGZ0M2WEZMZlZ1MG9TU1NUeGZ5WnVLNlVLNHp3bUNMbzlqR3FoSDRiYnlxYU8xZ3E2ZFBYbWo0REN2QUN4UjQ2R2E2czkzbTluQTdlWDlLTGVtQUdXUjFONG9qVWgyREJaSnNoSFNNcC9iMi9lTWFxeDZBZ2NxZG9HUmZCbWE0UHhTdlQyVkpsYXcwQ21CZ1c4ZktUbHNSc0JoOWZVMGcxUnhoUjRTSWtRQUtSRUgxZFd2ZVZ6aW13ZkVrdFhFcSsxTjV1KzBjNmJwVEsvcEpEb1l0L2did0ZBQXNBM1JzYkd6N2hMSWFwM2ZJM3ZuaXFyemw5R2doOCt1UHVmVGdNQWxGZVlNeVNYOHlTREl5UlZwci9KRmQyRktCMEEvajNza3pJTVV2RTE3K01CNEJVQW1CMjFMVGk1b1BJWkxmZXUvNEIzWGd2bXpsajYzSVdUKzc4YzFaR25BQUQrQXdDZVBQSE9ZMGZ3WFhhSWFjNXJUbWNtOVY3dFBnb0F4UUFnQUVBTW50aGRmZnBNUjdObERTd0RBT0JHbXZQeStmMUxMNTlwMnlldG9WSm4rdVRzaTkydnpKS2hvVUZMaE96K0t5Y2NBREFqZkM0dC9NZGdURXM5ZHZBWHM0bWhXNFFHQThIQnk1Y0JJS3VnWWtNbmticEhvZnBKZTB6V3lXUXNXOXhsY1huU0lQcm9kZWg3NHIyV1JIVkpXWlc1UUpHVUNvRXBXNXp2YUw3UmxhQzhjdE1VNEd5QnVuVCsxMGIyK004UDJPTGxZM3UyalpvWkxLMTZLQThSdmlrSGJiTjkzeU9YbzdlRFpETVZGeWVRc1NuK2huY2FvNC96ckRIZGZXZjIzMmtITHl0RVpBUlNJbHEzcHN3NGlTU1MrRDhHUkVBMzBnVCttTitrc3FxSFAwWktsc2xCK2NONEJjcmt4ZmU3R0xQeUNjRVF4UHJhbTQ1MUFMd1E4NEs3c01aTWw4cStFd0duRDFvOS96NmlITTFmc2o0TkZDdEFKcFZDRVA0bW95dWEzTkhCL2VYUW9QVkx3NldWQTlsSGp1eCtOSUZZS0szYThobHBzNDVEZTNhK0U2ZDFqYmtITHRSZks4TDNsYkM3TldkS1pld3NHQUtnbTVUZklFUEdORkp5ZElON1JHM1lJaTVDNkRoSDFrNnU2eWs5Mk51WWxwcFp3S1JLODQ4NXNidHNXa0VSQVpNRGZhSDJ0RFJqR1YyKzFETHF2QUFnTWxPK0NVUnZ0KzNXYnlxaEtmWitLNE1CTEpaU3hCamNjOTJaTnZnK2Z5TjcycFRQeWREUXE5SEpnL3dsNjlQUTRmZ09ZL3lGZzd2TWhFNkxrVnZqdWtFb2pMYkdibC84WnpxQzhxck45OWtnWHVGS215V2s2amkwOTlGSWtnQnp4dFdRb0hjTXpwY1BCUGt2b3IxU1NsWnRLaU5RNDBCcHRycDhydFVmWlVnTUk5MzBIUFpTbEJqcXhaNlh1MGRaenczdTNnbFNQSFZvNzQ1ek1RTmVVMHMxUkFVQ1REN2ZPL2pVVFZwZVkwWk9RZm5BdFk0c2tqYVFrdEt5N1Z0K0xiYVpDaGpJRkE1My8zRUtoMHlTS2tra2tjUXRqOXVLVklHckFKQ040Y0lmUklDMEQvdUsvaXdJb0IrSGExblRFWWV0ekVlS1RJcnUyWnlQeEJaSWEvQkhSL2QrL3hxRURkUEFsVmFxSU5TU1JuS080dGp2M3hWSHFOVFdjaytmL0N3cTN0amFWSGRUUW1YeTR2dGR1ZW51ZFFSNHRxMmg3amZSeDVmMXpsNEJYRTZYbG1vNnNtZG5UQVpudm1Pb0ZORXgxN2JGOHdDd0xuck1VN1d4bEVpZVFHQ0RSR3hxNkFOdGYveDVDd3ROd3ozRlhpTUFVbmt3OU11b3hmNXBDRXRabVJJejJocTN2VHYvbmdjTEZWS3diWmhRZVI2UVR6MzArdU51MnhvNGFUalN2eFlhNmprRG9MNFFMcHlhQWdCTEFDQXI3cFNOY1gvbllSSmpCR3I4ektYUG5qM1c5QStGN0M3RFU3M3BQaUE4ZnVIa202c0J4TE1BTUM1cVg1ZXdoOG9Cb0J4Q0F4QWFUUFFVUHYvdWZnQ0F0U04vbDFZL1hCamU5bTBBZ0dEZldRajIvWGtIWmFVRTlQZThIN1BObVpxeksxWFhINVJFLzlYZXNEMUdKbHk2Y2loZk1ZUHBpaThiUEgzdHllNnVIeWNFWVBOWGJKb0VLTElaQWhDcGN4MU5PeUtFVTFHbE9RNllYTjVhejU3elZHVXZ0NFY0ODJaUzYzbjNQalFHbGY1eG0raUhuVkZ5WlkvMzI5a0t0T2tLOEpLQmZGRnJROTB2b28rYjdqV2RaSXRxcGF6TGlEaFNDc1NHWS9Ba2trZ2lpUThIaUl3bzNQMG4vRlk1OG5LSm5zb3RDd2psekNFcitQVGIrNzRmODd1YnYyUjlXbHFxdmdJUWUwbUIzdDYwTFg2OUdTWlVwUHcwTURZa1pPaUZFVUlscjhaTVR5SDVVU2J0TThBMDhPK3FpMUlXbXF5MFJuaWxVTHQxQjV1aU9QYTNOendhYjA2S3BTczNMV1FTM21uYlk1NEJ3QmNCS05yblpDd0FqUFY0ekFETGtaK1VpaDJRcU5LUmE3UDZyNTJMNlJya3pwejh1YUdlTTcrTHYvWmhIekQ4Y3NDV2o0K201aWlyM0RpWE5GWmhpK0RUVWFhNnZ3dDMvd05oQlh2VGhHc3NjSmw5Vlp3NzRMazhad3pwSW1kUVNYOWFxck9TU0x4K000K1BuT2tMdlVUc2ZWL0QxbDJqalVlZXJaSi9CU1F1OUYxNk8wYUpJYXlocXltVDdUSkoxQkZOcUhpOXBqYm9FSitUUlB0OHUwWlArb3lBTTkzWjFyaHozK2lqSml1dGtrdENKRnQxd3ZIQTFKVkR6VHMrZ0xBcGJaWno0bkpKK0w3R2FWcklWaTkxdGRSRkNKVzVGUnZIYzJSNXdKbTdyYjd1Wi9FekZ4YWFodHNwS29sZ2JBQUhmamxTSmphQy9DWHIwMUpTalA5bGdmVzd6cVpINHVJOGs1VVk5bDJNNDh3Z0V6KzdDYUV5ckVvVnZkTkp5dUhuejBBbkI5M3l5VWdRY2doWXVQd0h3YTJFSTBtcUpKRkVFcmM4Yml0U0JaSEhsdi9RN1dCVUMzMWhFaWd0c2lWTWVCZ09YQTVLL25Fa0dNaXJXZWR3VThiZEpFTW5HZXB6QVVTdmY5ZU9CQytTc29IOFR5aUUxTXRCK0UzODJBZ0tDMDBqSmRQK0tBRzc0cTgvOWg5UlExamVNMmNlTVZrQ2tuYTE3OWtaVTFMa1diMWxJVk8wUWluWWV5aXJPNllkSVhMZHhSUlBVOFJPa1NZV0RRbjUyckd1YmJHWnJkcGE3dWkxRnhHeVNRcnMzN1hGbWVvV3I5cDhwd1ppOXJtcmwzWjdxamFXSUxKY1g3MFdyZ2xuSVNCNWx4WG9BUUFvRGcwbGVPR05oZ3NBOEpPNGJlY1kxNTlYMHY0S0FFQnExdFNmanArNTZPR0xwUk40YXIrNlJ3RnpYT2diK0NHQUNJUVZLcHNCNE90aEZjeUhDRHd4ZDlrM2xrbGh2OXpldkRPbVhNaFR0YkVVRmN1VkNpeEpzTGVySzlFL3g3UHlINmVTSmp3SzJCQ0FPTi9XdUtOelpHeTYxM1E2VUpUMjlWdS9MNmx5ekFPaW9VUFNjVEorRGdpWEdJRVFYMWFrRG5ZMm5ZaklsZWRXYkJ5UE9sdklFSUlhZy9UVytsaENKYTltblNORHFRb0MxWTJrRm94ODF4R0FxN0E1YzFIbEF5bERQSldQSmxOT0lva2trdmhMWVJBQTNNTkVMd0FCamZ3K0ZhL2FuSWNjeWhYUjdyZWpYc3doL0p1bmNTZ2lLVTR5UTUrRXVwYlFqYWVnWXNOWVNXSWhNZW9ub09Nakpad0xLamFNbGNwYUpBQlBJTk5UcmdiWUc5SEh6YStTczRrd29ITTdVK3JhK1BaZFBJRlk4RlJ1eUNjRjROdjl2U3NBOENvQWxjZnRrZ3NBKzY3WUhWdHlWTkZWNHZZa2pmUitDYkk3MEhjMkpqNGE2am1Ua0NFb3FkbVF3d0NySk1ublJ5TlVQS3UzekNNRm54RkI5V1RuM3RGTnhoRTVSKzZjaHlMMHBzTWVwNnRVZTdra2JFdlI5RVcyc0E4ZjJyTnpWQzh4QUFCR2pQc2F0djdMemNiblZKbFpFdFV5QWhCS1k2MldOVmdTZTI3TkVJeFI2UFN4R0IrU0FhZFlyWUR3VXQvUW5vUnpjc01WTGNnWnVINDZvU1JuQkdXVlZxRmlhR3VTamVNQWNMQngyMTRZNmU2a2ovY29RYWVSMlc2RjdOS2h2VWJrUGhkVWJCaXJkSDRQSUJoOWdhRS9KRXpzTlRXblE2d0F3cm1DYXk4ZTNSWHJCNWRYczg2UlJvN1BLMFgrenZwSDRyOXo2RmtsVmlKblpjcG12emk4ZTl0MUdBV2UxVnZtb1lRU1M4bkxnSkZ2dkc2UWZzc1RGQksxNExDSEh3SVJ1cFMwa3A0cVNTU1J4QzJQVy83SDlVL2cxaWRVQUFDUSttRDRZc09rQ2dFZ28zSHBqa2tBZE1HWGZtTFlaTFMybHFkVDV1Y3RwZm1RWUt6ZzlnZit4bEVJbGRVUGZ3a0k1Z2pGZi9kZWl4bU1IeCtCYzVwZHBRQ3plcURueGVpdUFNVmVNd080L0JTUitJT3ZLYlpzeUZPNW9RQklsSkpTdnNEWlkrM3dRbXpyVzExelpnaE5kQUZYUzFHSXZhT3BIRXI3NzV5amNiYUF5TjdWMGZESWU5RmpoYXZOWEkyeHdndTlnODNqc3NaTkF0QXlmRUd0YWFST09DTm54djlYSTlNUEFPQmVBSWg1UWMrcldlZVlVcmk2R1FDRU16V25hVmI1Rjc3WDJmUzl5eVY5QlhNbHFRSVI3UDkxVkdibk9nQjhlOWJDcjkyYmxuWEhkd0RZVTVydVBnSUFaOEpkdkVQaDBxVy9PREp5Wmh5UkV2ZTFOKzk4TlhyNy9Lb3RjeEJaT21qWXkwQmQ2MnpTM284L3R0RDduVnpTaEljRDcwTVNsOXNhakpqUE50dHBmeUxFckNNcG1jWmtRSm9XT090b2orOXFFUWJESFBFZFlQQjJ1NlcvUHZMZFdWQ3hZYXpUWU1zQW9JOUpHbWdON0RzUWYyQW1aU3hXekQ0bGlVdlUzT2tVbG9vVElpTkZPTjFyT2pWd0xzeXdBN2ZIdjkwa2tramlmd3lRTWNJYjVTc0FBSlMzMEV6blRDMVhDZzdGLzJaNlBHdmRUZzZseUttRHVGNW1EMmx2Um50bFFEaDVrYWJ4RWlETVJvTDMyeHJlT1FvQVZGaG9HcVE1U3BTZ1V3N09pdUFLZXl0NnZTNVpzV21hampBUFFRNFNZNWw0OFZKanZGOUdlWVU1UXlHYjAvYnF2MGlBd09zQUVFMm85RVQ5Lyt6VFIxNTY2dDJPRjd4RDF3Y1BFd3FqUGYzWUVRQTRhYmd5ZjhkMTEzUGh4RU04dVlFY3RBZElZY0s5QXdBVVZXNitneEhlWnl2K1JMU25HQURBbElMSy9XbFowNzZSa2o3cHk3bDNMSGtXZGJiUHY5dlZuNTVxZkk2RjlGZDFWTk1SVmZlaFBUdFAvS25QNU1yNXp0ZHZPdWcxTlIxRkVVaWFJME4yUS91dTdRbnJIdE4wZHovMnRIVjF2UkJoU1Vwck5xOEF4RldEL2ZiejhRcU92SnAxRHQzaEhoTzlUU2s3cGlSbkJKNFZtMmNTd2pRaWhvd3dkTEJwMjQzeTZURTVDeFhSTldReVhRTXR3eDh5T2tjK1A0OW5yVnZvV2cwd1JDQjY2MFRMOXhQakpJZGN6QUJMaFpLN0R1MHlFMXAyWjFMNkp5V3BBRjY5bEtDS0txdmFWSTRNS3dLS1Ara1BsMHpIWTBIRmhsa2sxSFJpbE5IWGUvSU5VbkxrdTJjb3FXNzV1TjloazQwalNSa0U3dEExMTU4L0tva2tra2ppdzhWdHBWUmhUSXRrbHhBSjNiZUJwd29COW9Zdk1qMnlpUlJ5Y3VhME5wcmhESWJKeW5yVkNrbkJKazFwdVdobzJxRmRkWEhCaU1sS3F0VTlDbFE2MmZLRnpqM2JFanJ0Uk9hcUZuY1RZRmtnRVB5MzZOYUFualdtRzJ5eFhpaHFhRy9hR1pQWldWQ3hZYXhpZkFrUlhmRTFiVzhlYldZcjFIK0JTNzA0S01XZUkzc1NqVTNuVlpnem1CS2ZWQ2hmYld0OEpDYjdNM254L1M2blV2TkRnOVpyR2VuZzBramxrYUc5Q28ybUFEQloyYXJRNGpQZHJ4N3J2Znl1QlVBOHl1c2tCb2c4UkNSOUFQQjdBUGhwWEhBSlVGdkxNL3N6RnFzSlJjZXZYemp5NHdtemFwNXRhM3lrdTdqNm9la2EwZDhFaFBxbkl5MlB4eHpqV2ZuZ1ZOVDBkQzMzdmgrNnl0VXF3ZG4zRCsweUk4Ky9wR1pERGlyMjJiYkc3VStGMnkzcmR4YlhsZ3NpUEhYb3hjTUFHYzY4MG85OHJPL0M4VlpueG9RWlY4NGQ2aHJxUGQwZlJmemh5SitjYVdYVDNPa1RaelBrN0ZUbmIxOEtmNThwWi9yU21SUHVXRENyL2VybG1HeG1RY1dHc1E3RXlVTFpWeEMwS2Y2bUhRbnk3Y21MNzNjNUhZNWlEcW9QU09reFpKelgxTW9OVldOUnFKTkxVSXpqZkY5RDNTOUhlN1lBSml1cnNyK29GQjFyYTlvZU1VMmU3aldkTnJjV01DSDZPRE5TRGpadFRhaVA5MVJ0bkNDbDRsSndhUmhxUVdqd2ZEdmovRDRBQUNCaUtWbXpDMUtjNG04SjRTZitwdEZOY1pOSUlva2svcElnZ05pZ0lldHFDT3lzcHJhNGwxT1BaNjJiamN2OUJBUDJLcEtzR2d6eCtxNFdNM2F0QVpPNUo4bHlZamhSS1hHcXJYRm4yQk9rbHJzbTJnc2tnd0ZtOElxRHUrcWVpRDVxM3IwUGpXSEVWcEZsdlFCY1h6dzBwTzN2aXZQYThGUnRuQ0RKWHR6ZXVIMGc3QThXN1d0MkJnQldBTUJYQVdBakFBQXBtWFg5MHR2ckIzclBmTTRPQmJZQ3lESEZxemIzNjVwOHZMVStscVNITUxrd2hqSy9RMFFuL1kxMXI4U1BUL2VhVGdlWG54SW9uK2hzMmhvZGErQ0M2aTJMRk1LZWNaTkxUcExtV0RUWUgveWQveVV6VUY3OThBcEo0aFhKeU1HQThmYUdiWCtTVUFFQWtOYmdKd0Jnem1oampvTS96RDNsSGp0OWFPQlN0eDNzL1RvQWdLYTdGd2o3QnE4bDdZQ3p1LzZKTFpGam5HUEduZlMvVU5CMzdlUkJKZXdINCtjOCs5cXZKdHZCd1R2KzNIVjVxalpPQUk0TGJXSHQxcFd6dUVmcmZSVUF5T3MxdFFHbldDcEJoaGh5aTRFKzdtRDkxcGR1SEdreUdxY3FPS2toSWUyKzlzWkhqc2ZQWGJKcS9VUUVLcFZDdnRLeFoyZXN3Yi9YMUR3T1ZhV0lpdHREZkJQNG40cEpmTXhmc1drU0FuNVNxTkFQampZL05xcVUxN1B5d1F3TDJHek9zY0JmdiszUjNMeVNIT2VOU0Y4blhUS1B4M1REMk5BOGE0aE9ITjcveUtoS2x3OFRvZEFseTUweUlVSXkyZ296UDl3clNpS0pKSkw0ODdpdFNCV0Fpd0FRTVgrLzVRa1ZBQUFnNmdORUlLUjBITGxrWk5UYVpFWXlOS1hWYXBXTjFpV2RqRm1TWTZpMXZpNGhDQ3F2VnZlQWtybEtNVjliWE1uT0Raak1VeW5MQWFCRWhOUlRYVkdsTjhYZWIyV2lKYjlKREZyYW0yNjBiWVl3YVVDazNVc0VBYmlpdlJ3OWxsZXpibEk2amZGaWtQbkpJV2RMSlFOSDl1eElJSFNHVFUzbDV3RGdvTDloUjBLUWxwdWV0bG9STytSeUlKT1Vzb3hMOWNaYjRheGZTUTBVS0p2SlNiTXFPbklMS2hZZHFxOXJEMysrRVdQWDJjditicVhoeU1nNnRQdVJoTnJrRVhnOGEzWHN6ZlZLVFY1SGhUQ3I1TE0vOVRYdE9GSzhhdk9kSE9EVGd6eTB0YXZ4dXpFUzU1TFZtOHJBeHF3THZZT3Y1RTV5cmlTdW5ZNG1WTXBYbTdtZ3hGMkRaN1Nud200NGxxZHlRNEZpMmtEb05QZDdQRm1reHVZc2xvQy96eHgzeHp4Q2VQMzAyeSs5TzlyMWxWWnU4U0RDR0dUNHRpV0hYb05PR0FRQUtLM1p0SWdUVzRLMmVCejgveHdKcnVkV2JCenYxTmxDVXZJS1k5cDRYOE8yQkVJRm9KYm5acWJjcTRna01yeHljTmMyWC9SWXFjc3VFNHFkMWd6WEtiTFZNdEpab2hRNWNuMWl0VUxHTC9VTlJPM2oxY1k1MVJvRm1rWWtqaDlzM0pxZ252S3MvTWVwaE9UaEdyMkhpTE44alZ1Zm5WNVFkQitHNWJ2SW1OdHc1M3hPMnRvajdYdk1VWjlORWtra2tjUmZFb2ljQUNsYURVSmhINHNZUXFXNCtxSHB5dGJ5QWhqWTR4REdMTW13dGF2RnZCQTdtOG5LS3EwS1FwNGpCYnhyZmVCb0JSaCtLUzR4N0x1QWdRS0ZtUkRTWXRveUZ4YWFobE9JaFVxeUpxYnBGWXJVRzlIR3BoQXVrUVRRU2cvdGVjd0pBUDhacHlpK0FBQVZBT2JKdWQ2aDM3N3JlMloyWU9EU0owWUc3ZERBMUxCMzJWTkhXcjUvUXRpQk40ZjNoN1BoQ2lnYndLQ0I0LzVGQVc3d0Q5NXBPUUFBUzRlM2d4WCtyNFFySFo4OVBYanBnNHVuWHA4YzlpZHpBSUNSa2puNWptTys1N05DZzlmNkhLbFpYeHZxdlhCQldBTkZEdmZZcVlmMy9adGJTb3NNdzVVK21IN0hmZkVtdWdBQVhITzRwWWl4RHFtOTJlY1ZHcm9HNFJMZ2lwRnQwWVJLR09NQllGUGttT0IxQ0FXdkF3QXNHMjNPNE9CTmNsRlI4SGhNTjVId29CQnRCbk11RWtIdHRlN21KMExnTmJVK2wxMkd5SzdxSVRnbmRGV21kQzJtdktpa1dpNEVxZEtCczdQdERZOGt4SEhGMVE5TlowcXJJWURqL2NaQTdGcGFXOHRMKzYwS1VHeUczcXR0aDdkaWxhVGxGZVlNcGNzdkNMS2ViMjkrN0Z6ODNCRHVRb2lhWHFVUjZqM1hydjliL0RnQ0dpa1pjMmRqaHYwSkc5VExoL2MvMmpQYVBCODJMbDRjYTkrUkZXM21qQmtmN2hVbGtVUVNTZng1M0Zha0NvL3Uva09BUkxlRFVvV0Z5Mzh3ZmZpL3NZRkdhZVhtanlpcGpqT3VaMHNVbDlyckV3bVQ4cHBOWDFRQjJ3OEdwQVhPbm1pLzJiazhLd09Ua2ZPVlpPdlBIdHI3VHhHNXJ0ZHJhb05PK1hHUzRsVi80ODZZc28ySkh0TU5VaXhYbktZTTlGdVBIL2MvRmhPMVpNblVWVUtwZDhGTk02V3k2RkRteWZiNFlDbC95Zm8wUlAyalVzbTNPcHJlU2FnNUw2M2N0Q2FvQmJzY0Yzck9xZXljVDFtRDRvLytjSFprWVkyWlRpQm1rYzZsbEhUdVVEMGY4Uktoa1c0Nzg2dTJ6TkVRWmx6c0hVZ0lFcUtBS21kc0dRcDFGaFhweUZTNnIrR2REcy9LQnpNWWgwOEhiZkdycmoyeC9pN3pLemJNb2hCRC81NWplOHFxWm5rc290T2R1MjRZLzA3M2ZzVXBiR3RPUU5Hckk5NHg4eXMyekFMZ0JmM1lVOS9kOVlSVnNtckxjZzd5S21OUXBnUWVhZHU5YlZUU29LeHk0MXhKTXBNeE5uNG93UC9RMVJMdTlGUzVvUUFVLzNpL3NMOGJYVTdsV2ZsZ0JtaDR0MjNSNjdxaHo3ZlVRRUtBQmdDd29IcldYMW1vem1sQVF3ZFR1bU8rRzNOWFRKL09oT0srNWhOSFNxc0x2bVRac3Y1SXc0NVJEUU5MVjI2c0FnWWVvUUxmaTVaTWwxVXZ2VThxS1VDeE52OXU0Mmo4Y1FzcU5vd1ZYQzJ5YlBtcVMyUHpCQVQyd3JBNFJlQndhMlVBNEdtaC9nOStkc3ozbzV1UWdVa2trVVFTZjJuMEEwS0srbFA1bURtTDc4L1NpTS92RDFwNzNScWJnUXFzemlZdG9UeWp0RktXQUpHT0RGU1B6ZjN2ZFprV0FFQ0pZZDhGVWwwaFl2bTJFb2NPdDhSMlZuTk9DYTZRVW51ZmFhcGFCUU8vOGJkOFA4SG5ST1B1TDBDQS9WYks0TXc0UXFVUEFHb0E0SjNTcW1BZWtENWg3dEsvK1UzSEt6OTR4YmI2SHdFaWQ5UytUTmlCZ3JCbldCd3N1SEF5a3RQNWg5R2V3M3RIUnVIdkFXQ3c1NFlCZXlod1F5Z1JHcnB4bTNhdy83K2c3MEtDY1dyK2t2VnA3eC82MlFRNWtPQ3Zma3VCalplZklhRjh4Tmk4L242cjRmaUJiZjBRTHRrQm9sNS9QVDlhVmszL0VBeHFQKzFxdUZFT1ZsYTFhWUVDbGNzWTlsK0huamZqNTUxYnNYRThCMXlPaVB4aTM4Q3JaOStJTmFZdDdTMG9SZ2I1Z1BLRnQ5Nks5UndyV2JWK0ltbnFhMFR5MSsyTmo0N2F5Y2pqV2V2R0ZMWUdFSElsMmovdmZtdFlwVHpzUFRpUzBBT1gwejN1RzBOUy9IM1g3Z1JUNUZzSVhSYlJmSVVqcmJwMG1WU3FKSkZFRXJjOGJpdFNoVEZHSTZRRUFTQzVibjBYY3diVUI0QUFDQkdtSFJFSkFOQlR2V21Kc09VSkJ3QktqYWY1NjNlK0VYdTB5Y3FxNGU1UVVQZ2NUcTE4TUJqY0hWMDdISTFpcjVtSm10eWtKRHdWTDJYdU5leTdPS0REMTd3enJuNjVsdWVPRlNzWVkzT3ZCRTQvOHQ2Qlo2SThXa3ptcWFhN2dGUXZKenRFdGpiMlVQT2ppVVo2YTB3MzJ1SnZnZFRKSy8yQi9kSCtMUUNBSlZVUEZpR3hTMGRlUG5XaXJQTE9GVUZCVFVmQ2hNcDByK2xVSkQ4SmlLZWtJdFhXVk9lUG43L0l1MzZ5am5qL1VKQjk2MllPOXpDc2xwakNsTWlXQUQwY2NYWnIvZlpmRlZVK2tFS29mMGNTTmg3ZTgwaU1LV3ZKcXZVVE9lSk11bnB4dDZmcXpuRUVsTk5wR1RmcWwydHJlWGJ2MUdVQTR2d0kyVkhrWFQvWjRLeWt0V25icndCTVZsNjlwVnd5Y2luQ1ZKRHNaTnZ1dXJkSHU3YUNpZzFqQVhFbVI1YnZhemoyL1pGblZGVDVRQXB3L1dOZzQ0OWpDQlhQV2gwNFgycWovWWFtTzVZUVdmdWl1aTVFbm0xcDVlWjdMRkpYTk1YSCtocnFZa3EyaWlvZkdHZWdzNGF1WFB4SldkV3NqNU5GKzQ3c1RUUWloSERiUjlEWWlyYjZ1bWk1TkhxcUh2WktKWWdoSFBidnJrc001THltWm5HcmxHeDF3R1hBS2hYVUdqckRaQkdCc0FtNVFrQUFKWWFDZmU5ZVNEZytpU1NTU09LL0NZd3hBa0kxT3FkU3kwdFd6SnJNZGZ5SXIvSDRrOFhWTTZjZzZDVnR1K3VlaWQrelpKVTVrVEY3RnFEbThrVjFkWm0vWXRNa0RkRXRPRTREWUtjUDc5a2V2ZVlNZHhnQ0FzYlk1SkJ0N1Q0Y1I2Z1VGcHFHZTdxOVptZ284RkpYeTNldkxGNTgvNkMvNCtlZFZxQ25LS3dpK1RnQWRKU3NNaWNpeWtxRmVIeUkySUc1Sy81WGJ1LzVZNTg1MmZITGxlR1NvQTg1cTY4U2pHZW5lMDFuaXNQK08ya0ZidG5TVDQ5bnJZN2p4bjFNV3ZRV2NwakJiYlgzK0lISCtqMmV0VHJrNUN6a0pHRGd0T05ZV2FYNHFnZ08vTHlyNWZHSXdxajhYbk9Ha21vYUkrbVVRN0toZTE4c1laSlhzODdoQkxZTWlFMzNOVzc5cDdoVFkrbkt6UVdJOEZFRWVzN1h1Q1BHKzhialdldEc1dmlrRUhaOVIvUE9UaGdWdFJ5emMyc0k1Y1NnNGs4ZGJhd2J0VFNJaUxuNlBuaGowNm5qYmJjd29SSkJKTlpWeEpPa1NoSkpKSEhMNDdZaVZjNEN3STFpMkZ1ZVR3RUFBRktxRHhrSElNZ0lPMnNRQUVCSjlaWkZFaUJrY01nV2pLZTExVzlOTUNRcnIxYjNLRVlEbXBObUNaQnRYWEdkZEViZ3FkbzRBVUQrcmFYZ1o1MXh4RVJwemVZVkRHalIwUHZhOStJVkp1V3I1eXhSVXVSTGEvRG43N1ZFRXlxQXBTdEZ2Z0tVTXNUZjFseTQySkpEaVZKV3I1bEp0dlVSSkg0UlE5cUJlTktqcUdiOUpFM3BPWmN0dnIrNGN0WkNRT2c5c21mN0pRZ0hDbVNJRlFMbEtTRFVyb2VNQk9QVG9zck5keGdNN3VzWnZMNmhlOThUQ2QxdUl2ZDQ3K2Jab0dTK3NOUUoxUFdwcmZWYmYxWHNOVE4xYm45ZEFiem1yNitMYVpkWVZyMDVId0JtV2lyNEtzL0t6TkdRTGJLRDJ0NG80MVlzNmIvVEt4a050RGNNbS9rdXJESFRsUkp6QjBQYXl3Q0FaZmRDb1JJeUZhVHFSdVM1Z2JNOG9Td0doa21uYkdhTHV3SFFIVkw4bVdqU3llQ3V6MHFsL08yN3Q4VUVPQ3g3M0hLaDZLSkIyanlsNkxCLzk0NkU3Z256cTdZVU1zQkpuTVBsMWwyeEhpa2xxOVpQWkV4ZmNpWEluODRhaytPUml0N3QyTHQ5VkFYTjdLcU5FNUN4cFpvbEhvdmVYbHk5cFF5SjVnQ252ZjVSMUZNQUFHVXV1WkFVQ0RSdy9xQVFyM1cxbUpHWEJDUnVBNENDNFMrZHJ0U3RiNDZYUkJKSi9NOEc0WWluQ3QxWUMydHJlV2x2UVRFd3pQWTFiUDNSM01wTlV4aGdhVnRESXFGU1ZMbjVEczdrUWtWTTlpRi9jV1I3ZVlVNUEzUlJMQlJkNFloQlgyUGNPcnh5Y3dFeG1Ra0E1eFFqOTJITEdmdFM2elUxcHlPMGtBUWM3V3I1N29WaXI1a3BEYkZVYzJadHNBSTlmd3gzcDN1bHZNS2NJYmwxSjZKMlNrZDJSZ2ZJbGtMTU90a2hYNXEzOUtIWFNRL3VPMzd3MlJSNzhHb0pBQlNGUzNleUFDRDFaajVsL3ovakRRQ0l1ZmRDcjVucWNzalBNY0RMdGpXNDdHYlg0WjYyTEczbTFIbFZ3TkE0MlhYd0Q0T1hXd2NnYlpaelRsSEZYYUZnLzFsaXVwTWJuSjg0OEhTMElwUE5XZmJOU3FZWk13NzdkdjBNK2svRW1mZFAxZWN0K2NocUFnZ29zQU5kQjM2NkR3Q2VCSUF2eHU1WHkybE1qZ2RzUEE2Y3BpR3k3b043dGwwRnI2bVJJWXVRNUpBNzVPZ1VVMEtMclFEZjIvbmFEVisydklYcjBrR0tZbEtNU2NJM08vYnR2QXh4U0pOcEs0akRoSkF0bm93ZkcxN0wxYjFFdU12WHVDM2Vnd1VwWi94bkVPZzB2M2IxNE0wZXVxZDYxbUlpTlJtRWVPN283dTB4aElwYkthVElJNWRJeXI0OTFtS0N3QTJCRGFSKzJKZVRSQkpKSlBIbmNGdVJLcUJwTk13TERQY29WcmVCVWExRTZHSEQ2aFFuQUFBUVV1YkVCZFZjd091b2dTWUlaOXRTbXdBQUlBQkpSRUZVclBhR2VFTEZaR1ZWOXBvZ3R3NGJnbVZxQ3M4ZmJCNzl4ZGF6eG5TREpiN0FFUnI4alhWdlJZK1ZyTnBVaG9SekxSWDhRVmZYOWhpRmk2ZDYwMUlsUlRreTNOdStOKzFNOU5qQ0dqUE5KcnNnZEZwNzJUMVZmc1dTL0hmeFNvbkNRdFBnRG1zSkVzK2tFUCtsTCtxRkdnQmc0aHJUN2JCRWpaTDJyOGNZdElCekpuMkJmVzNENzlnbWsyUHRZZ0M2cGlsOVpnOWp2NC92WkxTd3hreVh5cTVWSkgvUnZlK0poQ0JsQkVXVm0rOGd5U1lHV2VCTnQrWmFPSFNhMVhzOGEzVncyaDhEaElQK1hkdGkvR1BLSzh3WkJHTENsYUMybC9WelIwWVdLd3NPaUZjTzc5OFdDWkxLN2pYbkNOc09kRFRWUlpSRFVva3ZoUWJGYzEzN3R3M01xVEt6UUtrcGxsREhIWm94ajNUVzNCV1dmMGVqMlB1dFRKUnF1V0tZbzRLcXZuTnZYZVEreXFzMmYwTVNJTHR5S1lhc0txM2MvQkVGNmh3U0dvUjBxbTMzdG1QeDg1WlhiWmtqbENpVmpKOW5GMk9Qbjd6NGZoZHk1endJRHI2U3h1VkV6amhyc3hJN093QU1CL0lwVEc0TVN2VllXNVJTcHF4bVN3a2kreWdwK1l2MmVrZUM5QjNDM3g5VTVKUUtpSkY5SkY1S3JEdkhqSldpendHa0FJQWNwUFBiSTVCTElva2sva2NDR2FPUk5xM1JDWWFGQTNkTXNBR2dMY2oyTEY1OHYwdWdQc2NPUWtJWjY4SWFjN0pRcXBCUTVWaTIrblgzbnJvK0FJRHl5azFURktyWnFOUUp6bGgyYWxDTElkaUhQVkpncGdKK2tTbWEyc2Q3bTZIbGlSaS9qQkxkTGliRkFtM05KOTd4ZU5icTNCQ2xGaE5IaHE2ZmZDOWM4dE9ZdjJSOW10TFViRTVzbkMwRCt4MWFTa0NTS0wzWVA5aFk2SjNqY2pya0tzSHdGWHZ3Nm1VQWVEWjYva0t2bWV2VVExOEw5RjNlKy9aYlQ1OEllNlJFL3FSbDUwM0xtVFR2cTJmZk9mQ2YxdENsM25EcHJRUUFNV25XcXFYQm9hdW5Nc1pNdnVQeXhSTnY5bDg2ZGhFQVJONzh6eSt6UTMwbnRmVE04YWp3ZXJmdkY3NXd0N3diOEhvMXAwT3VCb0Nod1RQYWk5SHFnMmprNWExempNbExxd0RndVNFVitObmc1ZFpMQUlEbGkydExpZUZ4dzUzV3J6R2pVQTJ2bHhIZnNaS0tEWVdvYWJuU1Z2OEYvU2NTU3FuS3FyLzBlU25oT0dOOGZPQU0yeE0rZjBMWHU5S1YrYk5JUTlRQTg0RGc1TUdHdXVNQUFLVXV1d3lJaHZ3Tk80NlVWRzlacUZBYjZIeU54M1FoeXNqTS9Bd2g5UkMzRDNmVTcweFlMejAxbXl1QmNEWXhxby8zby9Pc2ZEQURHSHhHU2ZtSHRxYnRDVXJkc3VyTmF4VW91aEw4b09rOS96T2pkeW1xZXZnZUlMVkFLdmhOeCs1SHo4U1A4NVJ4cVVKZTF3RUlFSkVweGR5anpYUExBZUZHVEVncTJmMG5pU1NTdU9WeGU1RXFjRVBwQVVnSWRPdXZEWnhqckxvRUVmdXVkZTFOblpSeDBRVXBpOXFidDhlVTFPVFZySE5rU210RlVNQ2JRcUF3R011N2RxcDNWRCtONlY3VHlTenhEWVhzOU1HR3JUR2xReVVyTmsxam5GVUhpZi80YUJ3aFVycHk4MndrS2dNRXYyL1lGRFlDajJldFc2TDRmRWdOdlpBeUxhMVdEY2lYT3ZmVnhicTdlVTNOcFFzdklwc2xVZnlpdmFYdVN0d2NPbHJpcTlmZjdYMDZmWHJHRE02QStlcnJJdVJHVVExTTVBU1RGSUhUMTdnMUp2aURjQkFxUUR3Z0NSbzZtbUs3Q0VWalRwV1p4Y2txa0VyenU5SDVCVi9qMjA4QXpLR3lpdXdLSUZDdHV4SU5lYVVTczY0Rno3YThCOU5GYVE1ZlRraHZSTHZmbDlSc3lBRXBwZzZjN05zREk1THNxZklycFBPZkgyN2NObFJVK1VDS3h1U1hwUWo5MnFrN0tsc2J0aVprTTBlT001enFIaWtweHlacTdOd2JhUWVKWlpVUFZ4TkNabHZEMXU5R0hZSUxxamNzVW9nZm9NUXJnbU4rVytQT2hMcnM0dXFIcGhPanBSdzE4alhVN1k3L1hIS2Q0aDZtMU50RDNNRmRPcTl1YmFqNzhXalhWMVQ1UUlyQnhLTkRnZEMyYUFWVVdNWHphV0hqajlxYnQ0MXFobGRXdlRtZkpMZ0ZNTWs1blBVMTdJZ2hWRXBXclo4WUdqenJEZlQwajVDZWhpYmxmMGVXTklra2tramlwc0NSOHAvaEVsd0FBT2pwZzk3akIrck9lanhyZFd2c3VDcGwyKzBkTGR0akREd0x2V1pxU0lTS09OT205QWNDejU4SWwrN2tMMW1mUnNEblNxVk9hSXhYK1JycS9qWG11RUxUTU5DdWxvcmUxMUNiN21zeVg0UllvR2YxbHJta2NFcGJ3OWJmQWdDRHNWdEtGWWZySGZXUHZCZmVwN0hRKzgxVXQ4UDRNaEtjRGdoNGJVQ2xmSkROeFlyUWdOaDMxdEZ1bHhwTEswS2t0WFRXMXlVa0lQS1hyRTl6dWNSRFN2RS92djNXMDIvRksxWkxWcTJmeUxsemJXakErbXRyNkxjM09zRjRUYTNVSVZaS29QMGE4QnpGN0dkUEh2N0RaUUNUZVZiYWQ1R3Vkek9RSVJEaWtxOTVaNExTRkFEQVl5enpNSVRja0FyOGUxZlg5MFlsVkFBQU0yZWtyVkRFeGdkQy9KbXVsdTlkZ21FU2E1SlN3dUNvblVjTjE3YlcxMzB2Wm03dnQ3UFIwTlloeXArME5lNzRJSDdPOHNwTml4WEFHWTFoeWZWM3IvOW5kL2NUSStmL1N2Z1BRTVE4RmxjSWdNTlNVTGQvZDkxaDhKcGFtVXN1UktsNGE1TngwRk8xc1JoSVpyVTM3SWdZK1hzOGEzWElIbDhMQklkQnF2VDJwcDBKNWIrZXFvMmxRRmhBSkZyYlhvNGRMNnA4SUFYQnNVa1NOTFkzUFJKUHFHQnA1ZVo3aWNEWjFyajlCemQ3YmlXck5ua1loMFdrNERjZHpkc1NDSjFDN3pkVGRXS3IrNiswamlFMXpIY3BuZDh1cW84YnltY1dUa29ta1VRU1NkekN1TDJ5eCs5cDBjSEFiV0ZVYTRmRWxlak1DcEVTWUE4RkIwTVpRNzZHYlRHRVN2NlM5V2taa0xGY2NucmYwWE9sMzYxcEZRcXNJOTNkVHlRNHV4VjZ6ZFN4RHZrVkFuYk4zOEQrZC9SWWVZVTVBM1g4aGtMeG02T05ab3dVMUZPMWNRSm91QXlJanZvYXRzVzB4czJyV1plTzJUbXJVTkF1RGR4NUFsaTdmMTljNmNsd3k3OWxETEVJQkxhMDE4ZEpYYjJtaGxsakY0aVFlRGxsYW5vMmFXemloZDdCaUlMR3MvSWZwMm9rdlFRb1lVZzF4Ti9YbktyN3N3eDAvRDFLdGEramFmdnI4ZU9SZWRhWTJRNm1sbWdFNTNWVTVSZDZCbjRDTUlmS3F0UWFNUGdjMzVYTE1TVXhDeW8zMzhHbFhxeENBMisrMS9KTXNOeXdGNkRpUGRIWFgxQ3hZU3lUZklsRTJkcmQvVVRJNDFtcnAweVRpMjFOdmV4L3lSd3FxalRIYWVDOGgwRDhGMlBPRWlXczM5N3MraHhUUmJVQ3lBSVNMWjFOMjA2TmJKOWJzM2tHTVRrN3hLMm5vL2N2WHJVNXoxSU1TWXFBWkZoK1BhVHRqNTl6eHNvSE16VFM3Z1dGdmI2R3VxZWl4d29MVGFQRUVmUmFTcDIyeVFxNU5MNjh0V0hmVS9GelFGak5ZcUQ3SzByUUw2SUpsYUpLY3h3UXJoSmsvN1M5MlJ5VlVGbFFzV0VzSWN3bUJnd1lYZkUxeE1xVnl5czNUV0hNK0x3U3dTNVFjZ0NHZVVUR1V5Wk91OW16U2lLSkpKTDRTd01IYm5UL2lUYU1QMzdnc2Y3Q1F0T2duT3dWQ3ZGVSt3MENIQ0NjYUhBNjFTcU5hZG5BcUhtRVVKbnVOWjNwS2JvWFVGN1ZHQlg1R28vRkdLa1hGcHFHZTVxcUFORFBjS1F4bGh5b2o3OG1UK1dHZkZKeVlwaFFnWkxLVFV1QktUMDYyVkh1L1U2dTI1bTFBb2lka0dDZE83TDMrSHRqSEdJcFIrMjl3L3NmdVY1aUxMbUxFTTkwTnBrSnJXM0tWNXU1YVduT3J3T3hBOWREWi9mSEV5cWVOYWFiTWFOV0V2MDB0cld1eVVvTk9WOFI5WEdrTVlpcWUyU3Q5S3lVYzRCekhaWDF2aVNaZFdFZ09IcnBhK1dXaGNqd1U0cmtDNk40Z2tYdnR3Q1F6U0FKdTBhNkxKVlhicG9pUVN4Q2duZWxzbGVGWkNEbTJYcTgzODRHcC9OdlFlSHUxbDA3T3VMblhGaGpUZ0tHdVFoc2NyK1F2eGt0aG9Kd1BNSWxMMWVLM3RDVjB1SDZ4V05RVzh0TDNIYXhraEJzYmRyK1drbEZxSUFCeS9JMzNpQlVvTGFXczdFNTVRUjBEWUdtV0dDOW52QnNxelpPUUdDTFVlSGJiWTA3WTBxUVMybzI1QmpNL1UyRjVHdHYySnFnaWlxcDJsS0VDRE5CMnFNbWJXQllwVHVkTTF3b0ZYczVmaDJHY0R6amRtUlhFWUtEU0VUS3A1RW8vV1p6M21LNDhaa1JKRW1WSkpKSTRwYkg3VVdxZ0JGRHFueUlGL0wvR2t6VEpSSGNjSEpIVkFBQThlVXVlUXZOOUxRTVo2VVMycEgyK3AxZG1KMzdLYkxWVzZPMXp2TjZUYzNwa0t0SnFZdSswR3ZQQTVpUk5wRnpLemFPSjEzK1BZQjRKcjZUME1RMWE5Mkk3SzhZWUQ5ZHZkSVNPNm1wcFdGNnNVWFlHV0xvMWhIZDdhbEhFeGJxWXFjc0FhUWxCTExCdDdzdUlaZ3BjUVRtRUdjb1U2Q1hhN0NVaVpCdnhHdGxUcFdaaFp6S1FTRXhnS1B0KzNZbUd2VkJ5c2NVc0RkOFRUdWE0K2UrOGF6V3BaT3dGeFBLVHRLMENUTEVEcHg5NDE4Q1pkWGliZ1ZxM0pVQWZ4TDhUMFdJTE0vS0I2Y1N3c3doaTczUjBmSjR6NExxTFl1Sm9lRzNlQ1E3TkhueC9hNFVUYXRTWEI0WUNSNHBKM2VGcGVES29UOXVQNWRYczg1aGdKclByWkFQbFhZUHlOQmgvKzVIUnpYZFcxRDk4Q2RBUVk0QzBlcHY2bzVraitZdGZXaU1ROEhmU1lrdkhYNzVSZ0RycWRrOEV3Rm1jNEVYa2ZGWndlQzFwdmp2QndCQUZ0ZitCbEgxRHAzbXY0a2ZjMDIxRndEUTVXdjlnWGVSTytlcDBOQmVnSllFbVRNQVFHNm0rMitRd2VrMm9VZTFYemFad2RUREF2a2ZPeG9pR2RJRUtFUDdFaW9pWlBCT2UyUGRvZWl4d3RWbXJnTDhDQkorRUJ3ODY2ZW85cVZrSitXN1NTU1J4SWNMQ3ZzOHhYaXFSSDQvNFh6OGI1ckhzMVpuWTNNK3dRQ2NKS0hkWDYrRkNYS1RaYnZrWjJ6Q1k4UXdVNFFHOThTWnRJTnJxcjFBQ0hGZW9TeEV5ejRjVHl3VVZUNlFvcEJQN3NQK0ZnQ0Ewc290SGs1SytodTJSd2oxeVl2dmR5bVhvd2lJZEFGeU1OMXlIaXF0S3JnTGxMVGZxb2RqbnByTmxjUllvTDJSSnhpSlQvZWFUcEt5RWtCZUFKMjlIT2ViQmdBQXpKYi9OeEk3MGQ1NExLWkV0R1FWNUhLa01ScG5CY1R3Mk1oTGU2SFhUQVdPVTJXSXRTTnFIKzNIL3RiUkRPUkxxemNXTVU2MVVyTEgvWTJKbm1DUi9Tb2Y4Z0RRQWlYSjM3YjcrQWtJRXc2RXNNQ1MybXVTNE02Z29QM1J6ODdqV2F1VEs2V0tFRTc1UXV6MzhYTk9YR082cFJJZkl5SnBZV2gvdEFsOE5EeHJURGZxTkFkUW5kWVl6THhzNlcxKy8xTjI2ZlZaNVp5WWJNczQxckd3WmwyNnJ1bDNESjdSWWxTdlpmMzVlVVNZeVpDTklXVTNKNUJHWGxNRFpGOEJCaGZwNm9YNDVKV0RFLzhrY2VocWF6ejJ2K1BKbUVMdmQzSVpvNjhxSnArN1dZd3hUTXF3K3dTS2cyME5rRkRlVzFLeklTZFY1MHVBVWI3VmY2YVJsSWg4UmlPZEtHOTFVRlNaRmlOSXhnOUpKSkhFTFkvYnIvd25hZ0VpZGV0My85RXNXNEpUN3dYQXNRQUFTRUNBTEc0Uk5WTmREclZNRExFOUhTMW1UL0dxamNVQzZWaEhYTVlzRE93MTdMc1k0K043MysxN0NycHZ2RGg3MXBodUZMSldTZnU1dHZpeW1kcGFQbkVnNTF1Z0FIMU43RmNBVDZubzRYa1F5bU9vYzZGYlBRNmwzK2VycjNzOC9zUnpLemFPMTREdUpWSi84RFh0U0ZqSUM3M2Z5ZVdnTCszcDduMDY4ODdNdi9NMVJjM2g5V29PRUFzQW1KdEl2dTFyMko1QTJEZ21XY3VJT0xZMXhSckx4cHlqc05ad3BXY3NBcVY4SExUcUVMR1hPMXZNbnFJYWN6SklzYVNQYTA5RUV4S2VsUTltQU9memxLRzkwdFZvRGhWWFB6UmRLSlhkMXJUOXBlaG5tcE9SZHBlU3JLVzlzZTd5c0t4MjR3b0N1KzlRNDg2akFDWkxsZXB1RyttYzVuSXNBcHNPKzIvU2p0QlR1V0VoQVdWd0J1LzZHblpFblBvTEMwM0RrU0szMnJaNjl0RGU3UkdpcGR4cjVrcXdGL1ZyZlM5bThyRVZBWUw5WFMwL2pqUGxyZVZsMWZsZlFZVnByWTExdjRnL1oxSGxBK09JTUpWZHVmNVc5dGhzTDdldGQxcEhhZFVKVU1zOVZRWGZJRkxNMTdBMWN2L0QzUTNrVTFaZjRNSE8xNytYa08wY09iYTB1dUJMdGkzZjFqaGM5dGZIR3Q5Tzk1cE90NUplNE9qdzFkZjljc3Fzb21XY01ScWhQaTM3YWtKQW4wUVNTU1R4MzRYaDdqL0RiZDZKSUxMK2VUeHIzU0JZYjl2dXVvUTFqY2FPcXlKa1FWRFFGOTBCelZNalZnb1Jla05EeDN5VTlKYS81ZkdZY3FHQ2lnMWpTV0dtcHJGWkZvU2EydUpNNWoyZXRUb3cxMzBEL2FGbnV3ODhFUnBXQUZLT3VucDFUMlFucjZubE9sUWxTR0VKNGhjNm11dGVMNjE2S0ErNGx0SGV1UE9QcGRVYmkyekplenViNmxvVDc5WmtXVTZ4V2lFNDBCYS85emRzSDRvZHIrV2VxdnovU3dMSnRxYTZHQVZOWWFGcGNHYi9GU0VlUWFtYTI1dTJueGs1SnNVcFAyNVo2aFhkb2I1b3FlQXozVTFQSkNoUWlyM2Z5bVRJMWdRR2gzNXc1TFYvSGxYeENHRkZyVVI3TVNCZGFHdmEvdWJJUFRPbEZtQW9jRUIzMEJ6Ylp1OGZlU1cyYTUzS0hsK29LelZaU3ZFa3RHeVBTeHpVOHNsQy9iVWdPTW80dTk1Wi85aFpHQTIxdFJ4NlE1V0E3QnpUdE9rSGQ5WDlHc0JrY3lzM1RRSEdKL2pxdC83VzQxbXIyOWtabjdwd2hmM3FYSlJuMnR5S2plT0pvSm9RM3JWc3NmZklubmppbzVhWE8rVTNGU0QzWGJyNCsrZ0VENERKTXBYOUVXQVlDSnhpemZGRTNPVEY5N3ZjVHNkalY5NCt1L2E5OXhKSk1BakhpenFwN3hDVGYrelk5VWpDWjE5VStVQUtTcjRRRUtkYUdQclA0TlYzQkRqMXlEaFN1RHVVMTlTaXpQbHZPU0NTSE1tZEVpVExmNUpJSW9sYkg3Y1pxZEpGQVBNQmhoZUdXNTVRQVFDd0RDRU0wS01DTGxJWXNpS2tpbWZsZzFOUkUzTko4TU1kTFdiUExPKzNzelhVY2k3MDlpZVVmd0FBRmxkdVhNa1lsbG45MXBQUmt0YWl5Z2RTUU1xUEtha3VCODg2WTdKV0hzOWFIZnZIMVFCQnJ3WEJad0MrRjBPb2xGWTlsTWNaODZqQndVYkQ0YTRaT25Nc3dZZGpRZVhtT3lTak5VaXdmK2hNb3ZIcG5Db3p5NDF5cGJyTWY1NXhSOFp5Uy9MbllxN0JjVmNSRWs2VmpBNjNOMi8zeFI5ZnNtcGpCVEx1OFRYV1BSWS9kZ08xM0RFbC8yNENEQ0JvcFVLeHhzNW04OUw4cWkxek5GQmZCZHY2YVhmVHRvZ3F5Rk8xY1FJaUs3R1UxdHI1a2ptVVYyT21hMkRON2grMFl6SkhucFZiNWhLUjFkWU1Gd0JNVmxwaHpRWE5HR3lyTjk4RXIxY3JjWVdXTUdJQlVzeUpOcjd2djBucjVQS3FMWE1JWVQ1Sk9PcHIzaGFwTVIrdXZaWmZCa2F2SHRxN1BlTGdYK2o5WmlxNVZJa08ra3NaSW1PNUpjUzdSMS9aRnRzS3NiYVdld2J5MXhCQ3FxK2g3dUg0Y3haNnY1TnJvTEVrcEltOVJuYjJVazY4cjNYUGpwUHgrNEhYcTVVNTgxY1RLTGUvWWZzL2oyeWU3aldkNEpCZmtWTCs0RThSS3A2cTJYY2pTSVBwL0ZLOER3OUFMYzh5UWl0SjhSd3U1Yk1BQUl3cENjQWkzelBEbVRGMTlMbVRTQ0tKSlA3eVlJelQ4SXNhQUVTcDZQeitwNFlBSUVIcFViSnFVeGtpcGhQQWVYL1QxbGRHdHBkV2J5d2lDUUpSendOUXgxcWJkc1NZZ3haN3Y1V3BjVzBWb0FyWUN0L3FiSXg5c2Zlc2ZEQUROWDI1bFB4M3h3ODgxdStwMmpoQklDNUNZZS8xaDEvQTg1ZXNUMHZWeFdJRkVBTGtnd084eHpmUnM5WU5hTXdjN0EyKzZsbjVqMU1SWkZhZnhSTjh0d29MVGNNMVNYZ1JZS1lnN1lXTzNkdGlYL3E5cGxibUZLc0JtT0dQOWZXQ2dvb05ZNTJhckNDR0hhRFVGVi9UanJNamN6cW5pQldFY0pUcmJJWlExTlRabkZqU3M3REdUQmRTZkVsSmVPUElhK254UGljeHowaHBzcEloditwcjJQcEM1Sm03b1ZncHVzWU1ZeFlxWlhXK0VsdldVckppMHpSRzhMV0FGRDg0UEFxWlVWcFZjSmVRY0EwNWFJbnIxREFXTDc3ZlpRMWtMSk5nWDJMSXh3ejJCdXVIMXppWXp3aWNyUTFiZnp2djNvZkdnTktXRThnL252TnZpeEJTY3lzMmpuZnBmSlVsNERXZEt6M2VlQlpxYTdtbmIzWTFrRUpyVVB3b21sQXBMRFFOeDFSUlRjUnl3TGFlNytwNk5NWmpKcTltblNOVHBYek5Jdlg0elFpVnZKcDFEamVKejFvQ2RuWHNqdldNZy9Eblo0QytBRkE2Sk9DK3p2ckh6dDV4eDl6eE1WazhSdWtscTlaUDFEUjU1L25GOXg4Y1RXbDBLNEFJQllhamZCbzJWRTRpaVNTU3VLVnhtNVgvUkFOdkMwOFZMZWlRQUJBaFZRaFJoc0ltZWZNck5zeGlYSjlGd2o3ZzMvMVBwd0VBMGd4WGJRRDcvYU5LYXF1MkxOVVE4d2Y2clgrTnJuL09xMW5uTUpqcmk2Z2dGUjM2Uy9HZGFGVG11T1ZFTk5HaVlFSnRzMmZsZzFNWnNUdVZMZjRJTGxlcFRZSGRYVjB2eEJ4ZnNtTFROSWxVaGNUZlA5ODNlQ0IrL3J5OGRRNEhpZUtRNGswd1RsUktnRk9kVFdiRXE2U3Naa3NKQXphZk9IK3ZQY2dUTWl2bE5WdVdBOU1tdGpVZSsvNmZlcFpsTlFWZjVBaG5PSkFEUUxTMU41dm5QSlViQ25TQXI0ZWsvSUh2bGNjaUFWamhhak5Yb1ZiSVVkcy9VbXVlb2VSbmdoYTBIVC93V0gvVS9jOURqYWIwdmR0ekVNQlU4eXNnRHpWdGJGc0FmQUFBeFh4WkNTaXRSMHE4Q0NqY1BwRW9zd1lBS0swMml4VFFTb1dxMDVkNUxEYlF6YzZ0SkFKMkphRDlNWHF6MnpuMkM4eXlEOXJTWG80YVhvNFBJQUVBaW5zS0ZvSENYRnNFbjQ2WENjK3QyRGplN1RBVzlnL1lUUTZsRnlyZzEveE5zUjJnSXMvWWVkZHlJcHdvZy9yUG9yZm51TVJHUkRyVzBmek9xUGNGQUZCVWVlZHNJRFVYQUY4ZExWQXRyWm45T1VSdE1qSm9PcmhuNXpVQUFLYTR3Q2lKdlIyNFBxcU1PWWtra2tqaXZ3T005UkVSREpNcWhPcFA3ZXVwZXZnZTVEZ1ZDUy9EbFF1UkJFZHg5Wlp5bEN5WGdlS2NzWlB4aXMyOHZIVU81a3E1bHppL2hzak9IV284RnRPOXJiQ3cxbEFhTDBORjdlM041cmxDcjVtTG9DMUFJZmFPbEhvVUZwcEdTb3BSemhnd2hzQWNmUU8rN3ZvblFybmpjdFpJU3g1eE92UjAwR2locFlLdG81U0pvbU95dlloeHZNZTI2TG1PQmpPaGxMUEVGVnFpQUhNSGJEdG1MY2lyV2VkSTVYb3BBR1dJSUg3Z2I5elJNYkxtT0tmSWhjanhBeFNTR0toUVIvUHhCT0orb21ldFc0RDRPd0k0bFc1cHIwV1hKY2VETzlQK2xpRU1YQW15aUM5WjZjcE5pNUJFT2tnd2dLZ3YzdnkycU5JY3B4bnM2MGppMTRmM1BKSncvcUxxL0R4a1ZFd2d6L2pydHpXTmZ1WmFMakpURndnbFA5QVluNmVDN0szakJ4N3JMMTA1cXh5WnBOYU1FMi9sMWF4ek9JWG1VVUk3R08yNU5ubngvUzVEWXlWQWRFSFRLY2NYMHRzU2ZGVDY3cHdQVE0yd2JIb3gxcU1HMERsTlZUR2dNZjRRZjNxMHNwNTBOZWJyb09CVVovbzdoK0xIUnBDcE1yOEJSRmM2UktMbm1xZHE0NFFVVFY4a1FRNUtWT2ZhMDJOS3VpTFhpV2hNNGR5NWZEREFSNDB6YnhVZ3dnMFZEeVk5VlpKSUlvbGJIN2VaVWdVSVlKaVFJTGoxUzM4QUFJWmNsa2dGWjRSVVFTTHBkTHJBVTdWeEFoSE5Hanh6dkNsTVlxQ24rdUZQUzZsMkgyMzZsMnZ4OHhUVm1KTVIxQ29SMFAvNStJSHQvVGRHVEpZdTdVcmlrTzZQYzhjSEFDeXRNUmNpMllzVXF0OTAxc2NxRVliTGhkUWNFV0J2b0dIUFZ3by82R3lLM1NkL3lmbzByclBsZ05EamE5aWFVTDhNQUpDV2wxbktsUW9DaUFWSzJhYzZtaCtObExmTXJkZzRucFJhQ0l3NS9mWG16K09QOWF4OGNLcFNkTGVrd0QvSFMyR2o3Nk5rMVlhN2hRaStvWEhIYkZ2QjJ4M05PODR2cU5nd1ZqSCtXUXFLbnh4cDJSbkpGdVl2V1ovbUZxcGt5R0w3Mmx2TUFRQ1RlV3Jnb3dIN1dsUFhuaDlHcE1SRmxlWTRZdUpPZjhPMjN3QUF6Rjl4L3lTZHk2Vyt4cnFmUWJpc2hvRVlid2xzZGVqOHMvNkduVDhjN2VJOE5adG5Jb2txVW5Db3JYRjdOS0dDeGRWYnlnRElTMHc4OWw1TDNYQUFYRnZMU3dkbWZ5N1ViNzNBSFpESEZGejJOU1dTRldYVm0vTUI0V3M5Ny9SOE05NW9yN0RRTkJ5YVZjYUUycCthNVhZb0tkTGEwNDhuWkMwQkFFc3F0dncvN0wxNWZKVFhlZmY5dTg2NTcxbTBJeEQ3SWd4R1FvQ1FOQktMd2JaQVlpUmhPM1lXa2p4cGt5Wk40aVo1NnNaKzZ0Z0doRE5Gd2t1U05tbVQ5RTJkcGttYU5FdXpObzdSd21LOFk2U1JoTEF4Vzh4aXpDb1diYU9aKzc3UHVkNC9SaU0waTlQbi9YemV4TkRNOXc4K01PZGV6cHdaNXI3T3RmMVdBS2dXcko4SzdtbUtmaGVyQTRiUG83ZHE0dGVDTFUxN1VweUg2SnBzbm1FSThRa2wxQTk2dGorVzVQVHgxVzFhQTFZR014MEp0bDF6Q2ltaGxSeFg1aWFJcm4rcHJqUnAwdnlQNVFxQVBMQURFQWg0eHcxLzJicE5aVkJPaGpUbFRSM3RXNzl5N2ZYR200WGdLU0M4QVJhelVqVUh6YnNwK3paMjZDSkxOYm1qdFNseFkwK2VPUXNxQk1UbGp2YW10K1kzM09kMktXdUpFM0U5MTdNbnRza09pTXdaYXFVQ01oVEIxUlY5TmxGRi9hWTZ6ZUpON2JWREhzZjRRRWZyMW0rbm1ydXZidE5VSW5GM0pEVHlqZDdudjVLa2lGTytmck5QS0xGV2FmNWhRcThSeXVMY2xReGRUR3pzMlA5c1lNd1o1S3NPVE5Kc1pjbUk2MjAyYVUxbjY5YnZwTGcxVFo4MDVRTWFkTHFyZmV0dlU0eVBza0ZXckMvNkdDa2Qxc3A1K3NTZUo4TUFVRlh6eUUxczBHUkxoZmU2aGFlaW8rM29pNG5udWFEdUJMZzdsZEpRU2ZYbnN0eWdqN05TejEreFhQc1N4Mk1zcVprM2h4VzVUT0oxblJmUGZSUEI2YXB5M1paVm10amQyZEswRndpSTNEcDlpd1UrdXordVdYdEFUTTYyYTVtNUh5U21CbHVhL2pQeDJxWFZnWmtrMUVjdHBiN1R1enRlamFoOC9lYlpVTHpRUGh2NUpub1RTNVlDb3J6Ty9qTWluZE81STE2OFlQejdyNnd2K2pocjdRbTJiMHV5dytZMzNPZDJiSnJId2pucEV2S1d6dFp0WTAzcVEwTHcrSVlrMHBOM3V6VVEyblR3NWE4TUpWN251b0xKR2N0SFowNzNWRW1USnMxMXo0M21WQmtQNFFiSVZIRU5EaXJrZU1haUVreEVtZmxMZlpJTURMMzF4ak14aDBxbGY5TWlLUHRNejQ3SGsyVHhvaExJK3FNRS9mMmVQVnZqYXJjcjZ0UXFDU3B6NEh3cjRUVHkrUU5GZ3AwMXpHanZibzF2V2d0c2tIQ2MxYXpVY1pmYldLTEFzcnV0NmZYeFI4eGZIc2pKeWRGM3NRWmJPdlEwVXVEemJ5eG1yVzhDbTY5ckdiWjdXcDhjaTdMTW4zK2YyMnZLZFV6YTZHeHBTcElGcktyYnNvZ0ZQdUt3L2UzZXR0K2pEbEMzcVJ4YXVJVnd6MUdPYzdSblovUFIwdXFIWmlwRHZwKzAzaGVFZTZ4L1RLbi93Y2t1YWZpVUkvWWZqRGxVNmxBR2JaMDZ1UE9meHZxZ0ZGWUhQQzdoVkxKajd3S0F4ZjdOczZSQVpXZnJxRU9sSVREVFpMM1MxcnJUNitMYWpwYW1yNmVhVzZuL3djblF0RTRMR2V6YUVZanI0bDlWdDZXRXdYY29VdDhkaTNoVkI0eXFJYlZLYWV0VnpwQlprampyVXNSOEpmRzY1VFViUzFqemUyeUUveWFWY29GbnByUGFacHpVd3UwbVIvdkNJOGF6Mko3a2xCS1ZEVnVXUXV0YkxSWS8yVDlhRzE5U0VuQjUzZXBqcFBTQnp0WnRQMzZuZGEveWI1N0ZVdjZWVnZ5am50WmtoWVdLMnNhRm1ta3VtTTUydDhjckdKamVtWk4xK0x3bnRuZGgwbW1uU3BvMGFkNDFTQWhta0tKb2o0YVVUaFZmN2NPejJUQ0tDSnpaMGRJMGxqbFpYTE54SWtreFd6Qy9EVVpWWjJ2VFR4UFBYZVp2bk11Q1pqRDBjRmRyYzFMdks1OS80ektoS2F1anJXa3ZzRUhtOElScXpmck5uajJCcXhqZEdPZG90Y3doempVWW9ZZ09Qd3NBcGY1TmkwQXUyenFKL1o3WmFvMGRNWDZXZU8yeCt3Ti96Z3EvN0gzK1pHTFByNmlOd2NJdkNLM0JlUGxkOHZtM0xCUE1QZ2g2dnFQMTliR3g0cHFORTJIYWF6VExnMHJxbFYycEhTb285MisrRlFJNTRSSHhqbW8xVVpsaXZZNGM5Z3BwL1B6VnRtMzlHQzFkWm1FVVd4RWNOdHllMWNQaHkrMkpBWllLZjNFWkUwOFlITFNTM3Z1U094Nlo0SGJNdXhpNjE0SVZQTEhuc1pTbE04djhqWE0xaVZXYWNNRWgrWE1FcjJoZjNmUXlaamhkN2MwdlJRTU45Z280c1BmdjNEWm1DMFhMZDYzVmttU2ZZc3EzSXdNdFljeU9BQUFnQUVsRVFWUkpXVENsL3NCa2wxVDNFZWxmOVNaa0x5MnIyN0xVVWJ5QlF1cWJ2YjFKZGc1VjF1TTJEWm9VYkcxK1BQWENiWkFWL3ZrTkFJeGcrN2JFd0JtS2F6Wk96RkxtTWpiVW9OREdvbzdXclhHcWYwU1N4L3NRZGVUS1c3M2Q3MVRxZS8zQXJCVlJOSm1lS04xVEpVMmFOTmMvTjFyNXo3VlVTd0xjN3VzL1crVk1YcDdEd0ZqbUNaR1pBY2U2c3E5MTY2OWlaVGFsL2djek5JbVpmZmJaWU9MNXBmN0d1V3p3KzBINk80bVJzZkw2UjJ1SVVNWEsrVzEzUzd5U1RtRjFJRmNJOVFGRi9HeG4yN2FreUUxNWZkRWRUcGplSmlIWjFzb1ZiSHZzMmZIak0xYys0TTNMcysvV3pCT0ZZMjlQSllub3E5czBqWVJjQU1VSFdEcDU4dUxsdUkxMzdyd0p0WnA0d29nMmY1U1VKdHZRT0U4VDNxdElQL1g3MUdaODladFhBOGhsZ3FPRmM3eHJaL01iaTJzMlRYRzUzSDVOZEo0dnVaNkxOVnNyYjloWTRDWlBoUUozeGlTQnEvejJEQWhuRXZyNjRzcGJKcnFjZWx1b1k4R2RUL2FYVkFleVBJTEszZjJoMXJIcndDNFhRcnpnZ3BodmFMTWxjZjRZYlJqbkl1L0hCZmdZWFRnVDExeTNhTlZEMlV6OEFVM2NPbDZGcWNwbEw0T2oramxFL1c0U3QwS3Byc1FVYmwvdHc3bkNOT28xMi8rZWF0M0wvWnR2MCtDd1ZyZ29oYTZ5QjYwWG93NmtoTFdyL2VKTU1GVVRpV2YzajNPWVpSWTZmd1lBZ3lIN0hTT0twZjRITXhuOEFZZXQvK3BxYjByNlh2b2FHdWNSOFdJcGVlQ0tKWksrTzk2c3FiY0tZVnlMTHJGSU8xWFNwRW56cmlHa1pCQ05idFk1S1N1eXl2OS9ac0hsV2czTjdJd00vakwybTE5U0VuQmxtTVpka3RVZ2xKb1VPblhvbDRuUGd5VjNQREpCQWZVTUhiRjFKQ25ib0x4dXkxSW11RHJhbW5jQ1FFVmQ4ZnNkNkJNOVk4Nk5nTWpVT1VzQlFJRGRZY01KOXJaL1pialUvMkNtU2NZY01yQTNZNDd6SGlmc3ZCNXp3c1JkZiszbU9VcUtPeUc0NTZweHRUUFJLYkc0WnROa0VuUW5tRi9lMTlvVTU4U3ZXcmRwS1lpck5hc1hPeTZlNzRtZFcrcC9NRE5iaWxvRjFTSEEwMExLYmsyMXJ1WHJOMWRLS2U1UWNINmE2amtVdytkU1BzMDhTNUhkL21wTFlLelBqQnNaZDRLNXozVHArZVRZdXhJYnRmdnFOazBUZ3Y5TTIveno4YVc3R0hWNHVHM1hDZ2prSzJVL2w1aHBHNk9pN3BINUxNUk5XdW9yY1BTcDNoYWNxV3dvTGlXaE9LWUM2SE1wSDJzeEV0eTVMUzVMaGljWCtKamxnR0xLVjFvZjZVbG9TankvNFQ2M0tld1BLMWJ0SGR2ais1eFVObXdwMTRMdlpHMzhjL0NGWkJXa1VuK2dRRUJWNkxDUmxNVjc3WmliRjBvcFovRkY0d2RKYTFvZG1KUmx5dVdPRUcrUWx0NUxPcEw0R1ZIK2xLWEZRaGpac1JjME96ZEUxZ2NSamMvb1NUdFYwcVJKYzkxem8yV3FNR09zN3VlNmQ2Z0FBQTRldEVWeDZibXg2V3FyYi9Cc01NNDU0cWFNRDJvNHJZbVNoeVhWZ1N5M1ZCK0Y0dTkydERmSE5jTXJyOXV5bE5pK1NRdDZvM3ZuRTBtbEk1TzhhcVBEcXJ1NzViR2tIaHNWOVlGU2tIM0JadU9reWJybTR0QndVcHJ5eEl6c0ZTUjRibWRMMDlaVWI2dWtKT0JpT0V2WnNZNEtsN3VtczZYcEcrUEh5OVlGeWhqMkxWTGhXNiszQitMS21VcXFBMW1zbkE4N1VuNnZkM3RUNnU3OFVlZEdpU1lJNlJpR0pMNndyNlhwZHpOWFB1RDFtTFNXQUUvM2FGWUpSak5QSkR0Vld0a3ZkYmRkcTFjbUtUNFRiR25hUFA2NnZycEg3d0RFcWYzYm00OEFRSWJIK2F5bHcvL2MrY3BYUjBwS0FpN1NqbS9RVVM5bnVlMXFUZWIrVjlvQ1NlVllKU1VCVjRaYmJkRmE3KzNhc1cxbjRuaFd0dXV2UVhpOWErU2FiSEg1dWtDbGdwUGZaWnY3Zk5uTy93NXVUODdlQVFBMnpDY0YrS3VwNUxTcjFtOHFjd0RJOHhjNzVLU3BmbzRNdjNUZ3hiKy9rbmhjV1hVZ2oweDlyMVo2YjFkNzg5Z2NLdXMyZjlSUjdOWTJQNTFvb0k3SFRlNi9kWWhmNm1sTlZoZW9XaCtZcWtpdGhJQzMvN0x4MHhPdnhqdUZwdWRtM3hZZUhqUzB0cThBeUFJQUVOMFFobHlhTkduK1owSlNNbWxXaUhhL2pITTZqSmFTK3FVQzJjTDVyL0ViNTR6Wnp1ZEgyUGhPSm1obEdLRTlpVDNIQU1DdGpFOUJpQUZoMisyOXUrSWQ0Y3NiQWpsTXpxekxQTFFEQUh4M1BMb0dRdlQyUGgwWXN3TksxemczRytBQ0FoZDJ0bTc3WnV4MUErNTdiQkYrem5ETTl5Smk3ZTNkOCtXazUrWE1sUTk0cFl0cW9kWFZqclp0cVRKS2hkZGxiRlJLN3d5Zk5sNGVQekMvNGI0Y2hyaUR3YnU2V2g2UHN4VThobWNOc2ZHUzFIS3BsT0pvZDF0emtqUngrZnJOY3d3dFB0L1IydlRSZDFoMllEU3JFUUxyU0dCSGNQczFaY0txK3NiM0tjM0hETWlwd3hDdnZMNHprTng3UzlDalRQWS9kKzkrTWtrTjBjbWJPTmNVZWxuWTB0OTZiZGVYemllZE8xcm1MQ05PTVpOMkdack83dHZaOU1heStpMHJGV1Iyc0NYUURnQ0w2aDdJWjhrRlhkdWJueGwvYmxsMUlJKzBucWg1WkVqRGRhVm54N2FrVE9JSlBHRzExcXEvdS8zb25zUnpvZlg3R2VxYjNUc0NLV1dsWFVJLzVyRDlSRStzTERlSkVwZGJpc2FPbHVZUEo0N01iN2pQRGFHWFIrQzg3SEZ3ajFCNis1c0p6WHVyNmhwcklwR3JjNWoxdU40cFhKRDZYdGNYekt5SXhzejh0Rk1sVFpvMDF6MDNtbE1sR2g4aWpEYXFkZDhJamhYV2pDdUNZQUZ3TVVIUmFLTmFWQWVNU3BkZXB5VjNCcmZIUnpGODFZRkp3bU4vU2pOMkI4Y2tEVWZIR2hybmFZMmxZSG0ydTZVNVRnN1JWL3R3TGt2emc2ejB3WXVESS8rVkdGRmJ1bmJ6RE1uT1pJZjAva3l2WG1ORlZHZGlzN0xLK3NiYndWeDE1ZkxWSkZubEdKN3BkZ1dCSlFuWG9rU0h5akovNDF3bTlWN04rZ2NkN1kvSHpYM0o2a2NtdUQzT3B4ajhYTys0YUZVaVZUV1AzTVFzQzdXR1ZzUm5POXVhOXBkVjM1OG5QTmxyRkhSR2FEQXlGclZaVkJmSXo0QlRFU0dydDNmbmwvcGo2eUNrcTA3WjFuZzFJU3F2Q1N3VWJGL3BhTi9hVlZZZHlKTXVwM3FrZi9nN3I3L3kxV0VBNUo3bDNFYlFGN0lOV2U0b090YmRGamlXT0xmNURmZTV2WEQra3JWK3ZtdkhZM0ZHV05HcWg3SXpzOXdObW5IRjRxSGQyUE5WQndDVk4yeGNTTXJKb1VzWDJpb21UYTRkQ1JsSjZlTyt1azNUUVBSSmR2aDduVHVUSmFmTDF3V21LOGZKdnpnNC9Ncmtna2xyQmZTeHpoVFN5YjdhaDJmRFVCOEE4NzRMZzhPN0FEQ3FBNGJQNjZ5Rmdzc2dlcUZqZDFOS1pZWlMvNE9aTHVuOWhHSityYnQxMjY1VTQ0cnRHcUVraGFSOCt0aXJnWUh4NDJYK3piY280bHZDQTZkL3c4d2JZallSc2M1TWRiODBhZEtrK1dNZ0xobk1FK0NNL2lSZFUyV3AvbHlXSTBXdEFBM2J0bjZsZS9lMVVzMXlqM1c3WW1yM2tyTmFzZTVJemh6Y0lNdjlOL3RaWTBnSnE2MW4xeE54am9meWhvMEZOdHVySTlwODdsamIxeU0rLzhaaXJleHc5M0NzWkhXRExLdWZWMkV3endZanhOcitZZXplUHErelZqQWRrY3FjcmJYb0RlNys4dStRZ08rdVFBYlo2ajBNN1l4RXJ2d3FjYnk4WVdPQjBNYjdvZmxsUTZsWERoNXNIbk1JRmRkc25KakY4bU1LWXErNGVDNHVHN0dpdG5HaERSNHd0Rk1zaVM3djJ4NDRrbmp0c3VwQW50VE8reUthazFUcHhyTzBadU1DTW1rRE03M2F0WDFyekhFamZIV2J5alQ0Z2lRVU9KQ0hYMDhLWG15UXZycmlEMEhqaFdEYmswbU4xSmY1RytkcVNYK2hHTDk5Ylpmcll1STRBQ3hmSHNoUmxyMkdBYTBjbk9uYWViakRWN2VwUW1ub1lIdlVvZUpyYUp4SEN1V2hFOFp2eHR0TEpldS9NTlZ3bk5WYThXa3kzUm5kTGMzUEphL3ZsdHVaOWEwajFwV3ZqTThPS20xNGFLWkovRmVPNHA5MXR5Vm5xSlEzYkN3d0lPOERxWC92R3Vka0drK3B2M0d1VzRoUFh4d1JuMGw2WHcyQm5EQ2NGWTdESjl4a3JMVEplYlpuMXhOalRpVmYzYVpwa29YUEpuV0p0TDVDSkx3OEpueEZVMUxkNzNxRGtNNVVTWk1telkzRkRWditjNk5JS2dNQW1DNkRPWUxvdk5XSU5EUUFsTHZWSXBDNkZOemVGQytCWFB0d3J2QTZmOE1rMm9LdDhhbW9wZjdHdWNSaUdhQ0hSemZNWTVTVUJGeHNtRFZFYkkxWTVpOFNuU1VsMVlFczB5MXFJbXowU2pacXRIWTY5Ky9lRnJlNUx2TnZXc2VDNmhqcUI4ZGUvWHJjaHZuYUhEWXRGZ2JtTWdsM3lETGkwazE5ZHdVeXRNQTlwUFhUd2ZiSDQ1UVBacTU4d092T2NYMmVXZTlLZkY5eDEyaG9uS2RNS2lPRzFocS82MjVyMmwrMDZxRnN3NTE1dXlDZVkxdllFOHV5V0xMNmtRa2VXQ3NoamRkNlc2TFNsVDdmdlNZWlpybGo2MWZIZDlrdjlUOVlBR25OMFpjdWRoUldmOXhqZWl6ZmlHWHNmZjJWYUdOZ1g5Mm05UUw2c2lJdEhkREY3cmFtbEYzNGMzWHVaMGp6R2ZUMXhXZjRiTmdnTTdKY3l5WGhKa1BLWDcvZUZyMXVxVDlRWUdnNVBYemFlRkZPbkh5ckFyMTFjRThndm1tdzc5NE1FUDB2RGJHcmErZTJwSWF6ODVmZmx3TmhyeVJ0QjZma2VOZEN5NzVValJKTC9ROW1rbkRWRXVnc08vWnpzZStBejJPdklLWkNSZFRaa2RBN0owWkpTY0RsZ3ZkRFVIUjR0RUZpRW00ajQ0TmdRVXFxNXc5dUQ1eUx2L2VteFZMUW5VNUVQeFVlZnVzeXhxbi9NQ0VEMVFHanFpWndVMGxKd0pYcTJtblNwRW56aDBKS2t3bWo1VDk4TFZNbGhNbU9BOXFueU5uVnZYdmJXRFpFcFZjdFowMGpKSFN4YlhFd21HSno3RnRiVkNpa0tBSFVzNGxsckV0V1B6S0JXS3htMGkrKzNoYTRYT25mdEZpUW5EbElRMTJ4a3RYS3VnVSthR2t5eVN3bHVUUDJ2Q3Azanl4eU5GOGxoc1VFSitqSU41TGVrTzllVTFuMk9tYWVJVzM5MjhTeW1aVXJIL0FLSlZjQmNDRGw4L3ZHTmFhZDMzQmZUcGJMK0NoSUhCcWtLeThHeDBuL2xsVS9Vc2lTUzBnSkJuTW9zVndvaHVGeFBxK2c5dmEyTnlkbGtNUW9xUTVrR2FieFBtTHU3R3JkMmhaN2ZVRjFJSjlJNURESk9aclZpYTRVd1l2eVcrZm5FL0VVbTBlU0dyUDY2alpOVXhKM0VuTndrSzUycFZJYW1ybnlBYS9PMTdjemVFQ1J1RXBYTGdZci9NVmx6SkppSlQvUjRJMmVmK2JTaGUzalZRMUwvWUhKSHJnckxXbnRKU2tuWHJnNm5MUUd2cnBORlFadys1Q3R2ajUrN1gzK2pjVXU3ZjZJN1RndHFXeUlrcEtBUzVEeGZnMjhtRmd1Tkg3ZFRFSHZWVTc0QnljU3lyMktWajJVN1NobkxTc2NOWWtMeUhZT2pmL3VsYTk3YURvVFNwVTFzcGZJdkNsaTl4L1ZyTVpzT1FZeTgvUG41eFN0ZWlnYjFZSHJOckRLaERHbkNqT2xKWlhUcEVsejNYUGQvcUQrSG1JYnRSdENVaGtBU0tncmdCRUdrTTBnUjhvUlhiVHFvV3dwcWJBdlpMYkZIVndkTUdEcWo0U1YvYU1EQ1U2SlJYV0JmRGVwMnhuYXJUanlxMFNuU2NaczV4WWl6TFZIaHI5emNNL1hrbXFidlc3MTU1MHRUZC8yMVc5ZXFjT3FzMnZQRTNGR1lrWDlwbElpZWw5d2U5Tm4zK205bEZYZm4rY1NZcmtHRENiMXk0TjdtdVB1UTBxL255RXU3OXV4dFRQaFZKcWM2LzBRdFA1eHNDMVpSU1pHVkhHSFZ6aGtuRllhUXowN21vNmlPbUJrZVoyVjBEVExZbTU1Ylhmejd6QnFuSmlaenZJd2pGZGUzMzR0eWlVblRTalJBTVlieUFCZ0d0NTdjZjc4azhIZ1UzWkYvYU4zV3JiOStzRTlVY2RBZWQyV3BXRDBoVW1lOEVEWEJOdTJwbXdHNkt2ZjhnZ3B2dEs1STdrRC8rSkxSWVdtUy9odFMzMnplM2RUek9GQWJxSHU2Mmh0M2xMWnNHVVZhNGo5S1p3YVBHbktYeExvcmU3V3JTa00ySURJelhjK0cyeHBmbkpaL1phVkVQcjh2dTNKZlU0QXdDM2RuNFdpdDhpMmQrNGJUUVV1cmR0VXdZUTUwUFIyZDl2VzNuZGErNHhaOWwyQ29QYUZ6V2RUalZmV2Jma1lPL2FnTk9oWXgvYkg0dGEyMVA5Z3Bsdks5eW1iZjdCLzk3YTNaODlmbEJ0L05tWDRUR2N0bXp5RlpvV2V3VUVrbFZTbFNaTW16UitPczJBcVVCU054NHc1RVVaN1doMGZmNlN2YmxNRmd3c2tTVnM3NFJmMjcwNHV4UVFBNGFKSE5PdnZKd1lRZ0EzU3lEUjhGQjU1b1d2UDMvZVYxVDlTQ0thaWpyYm1YOFNPS1BVL09CbEVrd3hRV1dmcjFzZGlyNWRVQjdLRW9XZnFFSi9RSHJtd3M2WHA1Nm51WFRsNWFpMHgrenRhRC8xTkt1Vzh5SVNzRDVHQ0ZYSFUwNisxTlkwdmpSRjVPdWR1elh5c3E3MHBMdE8xYU5WRDJhYkhYQzlJL3RCV3ptM0RwODJVMHNTK3VpMS9weG12ZDdjOW50TGhFaU16UTkzUFNyOXhWUXpFQllDeVBmYW5ORk9QbzUzOXZVbHJOenJKYlBOeHhlSWZFck9EcXFzRHhoRDBMWnFnTzFxMnBuVCtBNkRwMlprMWRqaHl5bkNaRlIxdFRkK3RhTmk4QXNSNVhkdWJXeEVMQUZsNllUZ3NuanNUZkNvMDl0NTg5NW9TempJVkd0bnI4bVRlYmJGNE90SFdLbHIxVURhUmVJOFYwZDgrdFB1YXM2cXNPcEFucFBxZ2JmUHpQVHUzdll3VVpNM0JhcTJoUTZlTWQxVGR5L0RxejBQUnZ1RE9MOFU3MHpac2tGa0RudHRzRmk4THBlYXd4cVhPY2ZMU3Z0b3Z6aVpEdjYrenBlbHJ2dlZiUG5PdTU5eS9pd2s5SGdQbXRZVWhvbWxGS3ovcXpuU2RSSHZnOXlnMXZic0lYS3Y5RWNScHAwcWFOR211ZTI0MHA4cTRVcGJydjBsdERNVVlrZ1Nib3BWTGxnaVordkJMeDBQQW9xZmpJeXdCVWVGVzd5T2lDd2ZhSDQ5elBFejMzWnZoMXZidFdnZ0xyUFltTkdTanNwcEhLaUZFdFhiRVR4SWJxUUViWkdWRDhRcWJuTjFWTlkvTWNjQnVNWGc1YmxOY3RxN3haaUwyYStoM1R1V3REaGltMTc3VjBkQU9vNzIzL2ZHNGxOdnl1c1phMWp3ajJOcjBST0twdm5XTjZ4amtkTGJLcEpya3NUbFVCL0lrV1ZWYTBUQUxoTHJibTRLb3JqYkt6Y2dxaGxsQVVQdDZXNk5sTVNYVm44dHllL1J5UTZnM3U3WTNqMjNRbDlac1hLQWhDanRibThlY0hpWFZnU3l2Unpkb3R2L2xTdlowV1Y3LzZHM00vT2IrWFk4ZndXaFpqUUduUUVzYzk3Q3V1UlFXU1hYcFB0KzlKaythOGw0aW5PbmMwZnp2U2VPMUQ4K0dwSTh4MmMva2F2ZmJHSzNUZDF5aS91S0kzTGJFdjdFWWlqSTYycHQyakQrdmFOVkQyZGxaNWoxTVd2VFR3RzlTcmJuUDY2eTFSNHovOE5VK1BKdVY0N3BDUTEwcDdwL0xobnV0MG56S0VYcC9iM3ZVMEt1b2UyUytJRkVPNWxBbzB2ZGNxb2E3TTFjKzRKMmNuVm5ER2pNVjI5L0RubVRKeHlxL3ZVS3pKaWJqZk5mMnByaUd4SXZxSHNoM2tlZTl6TnhEVnk0Y1E5UndpN3VQTURKdUFxbDVqazJ2dkw0aldUSThUWm8wYWY2UUNDR1lHS015clp6VUZ5WEcwcHFOQzRqRVZLWHBPQW5sN1c3N1VuS0dpdS9lREJSTStZeUdiaytWZGJsczNZSnlKdXJ2MlBQM2ZkSG5HaFlNRG9iR0hCU2wvc2E1TGtscndIeE9DV2RNSHJta0pPRHltSHFkMEh6Wk1Qbm16cFpBU29lS3IzYkxFbVpkRm5Mc0p4TWRLaVhWZ2F3TTA3bE5zNzVFV2x4T0xJM3gxVDE2T3dTYmwwZmVpdThGVmgwd3NsM1dDbHVGZHhqU3FDYkxldm5nd2IrUFg2Y05HMlRGWU5IZEFqamUwWm9zS3h5amFOVkQyWm1abnZXTzQ1d1JWdVM1WTN1aUNuYWwvZ2N6RGVHcEkyQXZhV1dibHk4bEJWaDh2bnRObWpUbHI3U2pkblMzYnoyWU9EN2t0aXNBTVk4czYxL2U2ZjdsZFZ0S0ZXa3ZlZHpGSFMzaSs3N2FMVXNZR2pHSHl2S0dRSTdqT0NzQTNYVnd6MlB4Z2FHQ3lhdHN3ZWNrTXN1SmVXOXZlMUpXcWNrNTVsOW9UYnYyNzI0ZXpmUU5DSjgvc2dCQytabTVVMTR4VXNrNjA5TGFoMWNwN2F5eU9md3ZCdzkrSmVrN1dGS3l3WlV4dStpanBQV0ZqdmJtSGZHakFWSFZieTlYNEhPR3RHK1NVcmc3V3BwaVBjL0lWL3Z3TERKVUdWKzQ4TTNLOVkrdUM0WEVyOCtjZVNvMDIxamlSbWI4YzEveHlJSndycEZTbHZ0NmhNRTMybDRsVFpvMGY0TGN5RDlVeFByR2NLeElFb3NBVEVEVUZXUWJocW1qaGxCOE1vU3Z3ZmtyWnB6dkRNbmZKRzUrcDAyYWNnK0liSVo0cmF1dEtTNnlzN1R1NFJJRDVqM2Ewai9zMnJrMUtlcXp0SzY0V0dzSVE3bkNMTld5UVRMYWo0MUw5eTMxUHpoWENueUN0ZnEzN3JZblV0WW1ZN1JjU1lNS2xhUGFlbmM5SGhmWks2L2JzbFNRcmd3ZTYvOXE0bm0rdWkwZjBjemVLMkg1SDZuU2RERnFDRXEzV2s4d0loWjBWMjlyMDNFQVZPbGVkUWNKYURET0RiOWw5aUNXRlVHZUZiQ3ROL2VOaTlJc1hidDVocFFvQ3IxbGprWGZmTDU3VFhhcmNsamMxVDN4MkdXZktxNFVqSE94RXBpeTZrQ2VZZWhibFkxZU1KZVFqclNmMlBOa3NpVGpsQ2tib09CY3hkV2tYaWhsOVk4VUVzdGJ0YUFqQXdPcXErT2xnRk5ZSGZBb2wrTmpxUFk4d0NOSUZ2WkZSRnhrcXFSa2c4dWQ3Vm9Ed0FYSC92NnhuY25TeVJXR1hRbGJuSFhMc0l1a1hOZy81RHgvN0tYNDQwcEtBaTY0ZFlWd2tBWGl0M3BIeTRKbXJuekFDNVkrelJ3ZXNzSTdqaVNraHdOUkkzbmlRUFlLUWZybVVOajQ4Y0U5elVtTkFpdHFuU0pGc2x3STdnbTJOTDBVLzdsOVlhcVhQZFVFRmtJWWUxNGQvVjRsT1ZWSVR0UVN6L1cwUEpaa0pLZEpreWJOSHhyRE1NWWtsU0dROUZ1TFVXZUFZWmczYTFLWGlEQ3g2OExGRjVJZDBRSEJCWFlkQ1p3TGJ0K1dsTkhvODI5WmJndks2bTU5WTA5SlNjQmxldTA3SXNyY0VTdFpyZlJ2V3F4SlRXQk41MjBXYjR3UFRtVE0wZzNRZkVGcnluTU5EclVsWGh1akRkeUY1bnNVOUg4ZDNQbGtYRjh5bis5ZVUyZllGYXdrU1FCbmh3YTdnSytPUFhNci9JL2VCY0ZGYkZ2ZlRteU1YK0ZTU3pYSnNFbXkzTEgwcTkwcCtuV1ZEeFF2RnNRRkVUMlNKQms5Zmc2VTdicVZDUG5ESS9hdkRvNWRaNE0waGJ1Y21KVm15bkxJZnJaM25CMHl4cVJKcTdXQTBkV3lMZWxaVzk2d3NZUlkzR1V4ZnJKLzU1UEpUVzBCVk5VL1VzV3Nwek9SVFlabzk5V3FSUkRJb0FzWGd4Z3RmYktWY3h0cDJSdmMyUnpuTUN1djM3aFNrV0ppWVdqdzVhN2tyRkxDeE1tZkVzeVhPdHVhUnAxcEFlSHpxeXFRbVVIRVF3cXFvenZZSEVvNER4WDFtNVlRNU4xYTZHLzBiayt0VXBReGMrSHRHcXk2MnBxU3BLdXIvUFlkRG9sVEV0ck5tcTJvTkhlVVV2K0RCU3prd2t0aG96MS8wcFQzMmh4KytlQ2VMNTFMdXNFb0kvMG5UcC9jKy9OM2RDeGVmOUFOWWV1blNaUG1UNXNiMEtuQ0RCQVlJT1lid3FsQ0JCU0FFRk0vc1FlTW9TVEhRdVg2UjkvdjJQcGt6NDdtSkRsR1gvMmpmNkdIN1E2WmJTNE1iZy9FbFcrVVZkK2Zad2pYeDJ6TCtVNHM4Mkk4aTJzMlRUSEIxV2Y2TG54M1drSEJoczdXYmQ4ZlA3NndidE0wazBSVHNMWDV6My9mbXlpc0RuZ01Vbit0RmYxcjRuMlczUEhJQktINFF4R2IveEhINGpmOEZlc2I2MWx4Wm5kNzh6dEdSZWJQdjgrZDRWV2ZnbEtIRmNrenZlM054eEZOd2E1bU5nOExPSGZ2YTkzNkpFWlRmME5DcjdiSjd1cmVkYzBCVkZnZDhKZ3VaeWs3OXZNSEQyNGJNeGJDa3lhVW1LeFZ6KzV0dnl0YnQ2bE1HNDRuT0taeXNFRWFIdWZUVjlEL1Qzbm1oTFVSWWIxNDRKbGtRODNuYjd5UE5CdkJ0dVpraDVIdjNneG9vMHdEazdwYXRvNk5GN2pzdXlNajlrdTllNzUwMFZlL3BYSGtsUEdsRStOcXRnSEFNN2ZvVHRKaXlvZ1dQMzE5WjdJencxZS9lYldBZENNOGNvTGRyblVkYmR1U0pCVVJMZnVxSlMyeUhWWW51OXV1MVdoUHljMzRJSUVNU3h0UEg5bXpMY2xBQm9DeXF6Y3ZrVkl0VjZTL2MzQlBjNUpEclh4ZFlMbzAxQVlOdmJlenBUbk9vVEp6NVFOZWo5dGRCc0h6T2xxYXQ0MGZPM0hrd0tIcFJhVU5McUtGVW5pK3lSYi8yWGhwNlRScDBxVDVZM0xDTUxpUTJJbDJ1cWVVRzhyY0xQZG5IZVpkNU5ERTRJN21sS1V2VmRYRGt6VzVGMXdLeVNUMXRxcTZMWXRzcHB5ZTFxMDdBQ0JqZHRHbk9scTJmUnVBeHVpemtoMWpqaEE4TnlMcy96and6R05qeW0yK3VrQUZLL3NTSkswK1B6RDBUNGtsSnhoVjJ4R2dQN2VsL3MrZTdZOGxsWExxaVFVclNVc3ZFMC9vYUdtS2MzeVUxejlhSTFtWGRiUTBOeVZkZCszbU9VSmlLV3M2UDhKRHI3eTIreC9lU2p5bW9QcHpXWkx3V0dkcjh4MnAxaVdHeXAreVRFS1hXa3I4MjhFOVh4NXpIcFJVTHlvZ09FVWdFZXBxMi9yalZPZVdWZCtmSjBpc2M1eklOeExIcXRZSHBnTDh2NkNjSGZ2YnQ2WHNDMWJlc0xIRVljb1JKQlplR3BGZnkzZXBSUkI2ZWxmN3FDcFNkY0RJMS9yV01FTDdlbmZHT3pZcTd0amlrNUFVN2cvM2VqUGxMZnZhUlV2aTlhc2FIdjJnMG5DQ3JkZm1YMWxuVjBJSWc0bUxCa0tobng5SjRZd3FlczlEMldTSkQwUEw3M1MzTnFYc1FlTzdLekNKYmRzM1BHaC9NMm1zN3RFMVN1bGpTckUydk1qdDNQN1krRjRzNUJiZSt6cGE1UmZMNjlYOVhhY09mUU9qQ2xXRmhZVWVlT2d6QUtZREFBbnpyTkpxbDlKV1V1UGY2NXdicmY5am1qUnAvZ1M1QVowcW8xR2pHOGR4emN5d0FHWUNJbUFjOG9SQ2NlVVZsZldOMWRDWWROVTJ2aDkvNmdicDh4ZFhhamlualV5ajR1eVZ3VitNSHkzMUJ5YWJVbjFNYWZ2Wi9XcnZtMGpBVi90d0xnbDVSMmZmK2FlcUprMitmVmhFNGlKZnZycE4wMGpJRDdGV1gvaDlieUNxQ09QY3J4V2VDYlkzeDhrdStxci9kaElyNHhQTWVQNjFYWS9GU1JyNjFtOVpMaFFYRFF4Wi81WjAwVkZLU2dLdWpGbjZUa0NmZGhobmU5cWpqZDJxMW0wcVU4TElrcXhXN0JzeC9qNTJiTDlYclNSV1o3dGJ4cGNlQlVTKzI2bFdaSnpvSHVlY3FLalpWQ29remUvY2J2NnFzblpMT1NUbmRyWTBSN05GcWdPR3oyT3ZzTUxXai9OYzJiY0I0cTBETFUvRVNSUDdmUGVhWEREMVRtWTlGR3h0L203aTNBdXJBeDd5T0xXYVVjQ1NmeGs5SjVDQnljNXFhSHJOTkdqUVY3OTVnN1NkLytmZ3dhWXhJOTUzVnlDREk4NEtPSmdHRlhuKzlaMVBKcGJEVUZYZGxoS0EzTU5oOFdxR3k3dVNWU1NwTkdoK3czM3ViSld6SEFwZ3FjOWZIQXlOcGdKdmtMNjZoYmNSdEVjVDcwOU1YNDZ4dEc3TElpbndIb1p1ajEvUDBjK20rZ3RUaFhBK3ljeEhnNjNiNGpZWXkybzJUbVFwYm1HaWFjcUpKSzNObkpzWEx5UkJQeU5na2RaaE1QR25BQ1QyMlVtVEprMmFQemdGSlNWWlhsdXVBQ09QbWZlQk9DNURZWDVESUNkUDIrdVVRb3VVUENXQzhFdXBydU9yL2VKc052QjVUYzQvamZaaXVUWldIWmpFcktkcmhGNUdkY0NvY2p2VmpzV3RNWWRLcWI5eHJsdlJLZ1hkcDRtZlB2RE10ZWROV1hVZ2oxbmZUQVk4Q0k5OEo1VkR4VmY3Y0M2MHVFTnIzZHJUL2xoY0NhYlBkNjlwVDV4U3dZSUZhVzNhSVNkT2xhNml0bkdoZ0M0TndVamFzQmZYYkp3b1hhTEd0cHdYcFlFcHIrVytsZFEvWnVtZG0yZTRsTGpmSGhuOHMzZGU1WUNvcWxjK3NLNWhFaytQZis1VXJROU1oVmJ2WXhadlN5RlM5dXdxclA2NFIzaXlQOGpndmQwN011S3lMRXBLQWk2bG5MdUl1RGZZL2s3TlhiOHdWYkM1U0lBelEvMURUK1ZrZStjTEliSTdXMk15MHdGUm5tSGZvaDN6WkVMNU5NclhCYWJEZG5JdHh6NXNaa3Uvc2lPdHdKTnh3YS95dWkxTG1mVjBIUm42TG1MUCtnSzdRbXR5TVdNRUdxK2tjcWdzYndqa0tFdDlHT0M5b2RPdko5bHBpQVdtTE9kQlp2T0hoMS9hTmpoK0xGcU9wcGtGWmJoTlBiMWorelhaN1BrTmdad2NyZW92RDR4OHZiTGVVei9DdzkvRE9NbHZ4OG5NTUlqdUlTQVBETmJLK3RsSlovZ2hIRHVXTWxQcnVvSkJNVGtLd2cwa1RKRW1UWm8vV1c0NDd5L1IrRWExTjBTbUNoZzBSQVFiaEg2QUxodlprejQxYythaWZBQ29ySHYwYmhDVlJZYXMvMHd5MG1xTFM0aG9La0hrMnVIQjM0NDN0QmF0ZkNEZkpQVWVwZWd0aDUwWHNHZFBuS05tZnNOOWJqWk5YMWlwWnlvbUYvaEExR3BmVmEwQUFDQUFTVVJCVkg5d2UrWTFJOGUvZVJZSjR5KzF3Z3VwVkEzR0lkelN2VmF6T0Joc2IvNzErSUd5NnZ2emxNZHpCMm0rY0RrUzMzU3RvbTdqcmFTNVhrUC9aeXp0T1JVWnMrd1BDVUtXNDJCL3o0Nm9vVmhSdCtWV0I4WkVrTGFIaFd6Rm5vRGo4OTFyZWdyaEo1c3ZkTFhHUitoOERVNHRrK3J2YmdtTVpVS1UraHZuQ3BjeG8zTzcrU3RmclZwRVFubzdXNXZINXJqVWJWZEFhMXQ2akNJTmZibXpQZkJhNHR5b1lOTDdCYXVzQ3dQRFAwbWUrUWFaNzdFYk5JUmtvdGU2UXkrOWpRMGJKT1dyY2tmVDI3cnYvQkV5ekhKdFlkOTQxUVdmNzE0VHRsMUJSRGVCOFVad1o3SlU1T0thVFpNQm5qWXdHTjduOXFnN2xiUjdna21wemdHUlkrZVVDd0ZOeEJPRXJRN0V2aDlMNjRxTFdlc1N6VGdaUzNsT1pGbE5ZSUZCdUIzZ3ZhbU9XYm55QWEvWDY5NmdXWFIydG02TGUvL2w2d0xUSFpNcWxZQ2hvWklNNFBuejU3c2g1ZWNJdEdEMHBhTU9kSkl4bnlaTm1qUi9ETHkybkN5aytDRVIzYVZCUDJiRzEySmpQdCs5Wmg0N0ZRck9NVEt3aUJ6Vm5TeWRERlJWQjZiQzRNOUEwM2U3dDhjM1FaL2ZjSitiUFBZNkplMmUzdmF2REZlNEl5c1Y2UXZkdTgyM01Lb0lZd0J6bWZXZzRhZzN1N2R2aThzRU1UM3FIZ2cySXhxN2d5azI1Z0JBaG5rdm1FNktTeGNUbXNNR0JFMHFLSmVzbFVIQ0t3U09Ibmp4bXNObTZmcU5DNFJKSHlmTlAwK1VMUzRwQ2JpeXBGbmhLSDFJbW1LUnczWVhmaGJmbzZYVS8yQ210TEdCbGZwK2NyKzJhMVEycUtYTVdBZXRuK3RzdWRaM3kxY2RtS1MwdlpMQkVaTGkxVmRiQWlsVkJmTmRNMnNGNnpuczJNOGxsZ2w3WmpxclNRZ0RwdmxNcW5NWDFRWHlNejJlV3RaS2FGWnQ3c3pNS1c1UVR1aVVNZFlzdHRKdjFVQTUvWW5QK21VMUd5ZVNVS3UxY040MERLcHlsUGxzNHZPMm9uNVRxU0JlcjVoMjkrejUydFg1RGZlNWVhS3pnaDI2eEE3L1RvTGRvdTk4VWlabXFmL0JURWVyTzFtem14Mzd1WVBqSEI3amNTbjV2OEg4bThTNUxhM1p1TUNVTkU5cDFwRGE3R2k1NWxEQmhnMHlqNTBLQVgxaVFvNm5rbGwzeHhRSFkxQ200d0V3Si9vUEVERVpjSndieEc2KzVramhHM0N2a2laTm1qODlic0FmcWpHWjFodml3UUFBWUZ3Qkl3TEdCQkQvalJUMFpabGxmR0pKelNNM01lRHdoZlBmSEc4RVlUVE5sMHhVYWVpSVpldVh4aHN6SlNVQmx6YzdjeTBSeXk1TC9DS1ZBWmlqODVZWlpBeTRTT1FMME15T1ZobU1HU3BsOVk4VXNoU2ZVWnAvMjlXZVdrVW1ScWsvTUVscExMa2NQaFdYQ3V2ejNXc2FucXhiRE1qQ29HWCt4M2lIVUVWdDQwSkI0cDZyMVAvRTczUFlMS3ZiOGhrQ0dScDZiOCtPNXFNWXJUZDNMTWNpQ1FOYW54bVY3U1VxbUx5S0xPN3QydGtjMXcyL29yWnhvVlljN201OWZIeDljYVlCc1RnMElsNVlja2M0bDZSZTBOR09zZkhLK3NZaWx4U0YwUjQxZXFDci9ZbWtOZkQ1R3ovTGtOTTdJK2FQVTBVTnErb1hWb053VmhEUDZHNlZyMkxQSHFkOGFINFJBT3h2YXpwSWs2Y3NjNVMrbXFoQVJKT25MQU9MMlNUcFpGZDdjM0xFcmlUZzhwcnlFeDE5RjU3THluVi9lcEN1L2lwVkZzbmkyK3daVWxLV0lLdzRPeGo2WmN4eFUxZ2Q4QmlzSzRsNHFLdnQ4STVnaXByMVV2K0RtVm82dHpMcC9tQ0xzVFBWTVhaZTFpZUp1YSs3L1kzMjhUMEZpbFk5bEUzU1dVRWtXQWc1MU5YNjJJRkVBOWloakRJQ2ZSS0F5Y3lhV2YzNDlLRUQ2ZEtmTkduU3ZDdWNPbnJnT0lDWEFKaUMrTk1uRC9lT1pXTTRrd3JLQ1RRc3lGVVRPaVYvT2Q0SkhxT2tKT0JpdC9xQWd0V2V5Z0dmaDd4UHMrTnM3MjU1L0dLVmYvTXRyRTFYN0xkeGVVTWdCMFR6aEtTWmpxYUQrM1k5ZmpTV3ZRSUF5K29mcmRNTWowbXk2N1gyYlVsbE53RGdhM2owYnpXTFVMQk50Q1QrWGkvMjJ6T0laTFlrT1VFd1grMXNiUjRyei9YVmZuRzJ3Zkp6UEtTKzFwSGkydTVDdXhRR1lBaTVzQ3RzUHAzS2xqREo4OWVDK1hCbisyTXBTMjRRYTVTdWVhMWkvV0xIanNlZkgzdG1iTmdnaGR1cEpLTHlJVnY5dWlQNlBFK2lzbUZMdVNBcXNaaC9uT1RRdUtOeG9UREVuVGJFMDhHbkEwbTlTbWF1Zk1Ecmdmb2dReXN0MUt1MjVlUkFZRjVIdTdrM0pwUHNxM3QwVFFUOFZuZmJrL0VTeC9QdmM5dVM3cjRja2I4UmJCVGIwdWhNYWt6YjBEaFBRS3drSVU1MHR6WDFZdlR6Sm0wZjY5cjU0bEhEUlIvcHpENzhRb3JuS0xuSmN5c0pXakZ5MnZpWDVNREk2UFg5amZlQXhibU85bmkxb1BKMWdla3V3eWl6TE9zdFFWSjJ0V3lMeXhKZWZQbm1TV0NleFZLVWhrNFpPMVBaV3NwQ05oaVRFVTJaWmliVmh4TW5ydjhzbFVUNFJ0eXJwRW1UNWsrTkc2LzhoNGxCVWVGNnVNd2J3ckZDYkI5bm1BTkVOSU9BR1FEQXR0cHpZTmNUYjgyZXY5UTcwbSs3eDBzOExxN1pORVZxM0FMV3IwbUdFVmRXczJHRDlBeGFheGh5dGdyTGY4T2VnSk40djhyYUxlVUE1WWNpMWw2UFNXczdXN2FOMWYrV3JXdTgyV0NxWTBlM2RPL2N0ai94M1BINDZqWk5JM0srcUd6OVQzRk43VFpza0RRNGVSVVQ1aWxIL3doN3RvN05vY3EvZVJZVDNSVzI5WmVPN1VwdXZCbzd2N0ovb2QvUlRwaUk5d2Jib2twSDVXczN6MkdtNmFhYlEwemE3bXFKWnFSVStCK3BBSkVkM1BsM3A4WmZabEhkQS9ta01jdEI1S1dZRWVmekJUSkF1bHJicXRkdGhuTU14MVhYMFhmaGg4QlRHZ0NxcXI4d2xjRVZXdWs5MEdMSlZkc1ZuMG9jVmR1NWsxam96dGF0LzVCcStsVTFnWnVVY0x5a3hNMVhmM2YxMjhEWHRjOGZLQWJyUlowN3hDOHEvRnNxaUdSMno0NXJUVjE5dm50TloxSkJPU3N1WUswdmpVUmNyeVEyUUZ6ZUVNaFJVQis0K0liOFdsWFI1SnFSaVBxUFZHdFlXdjNRVE5ORmQycmlBNWFsZmpuZTZUTkJSc3BCY3FxS0dQK1NTbVlUQ0FoRE9IVmFzOVFqNWpPSkRwR1pLeC93VHMzSjJzQktlNEx0MjM0eTNqaGUzTDlndWx2SXRWcXAxeUhseEdETDFxU2VBN01XM3pLUDFNaVBBWTcxRUxvQXBYNEZJTVZjMHFSSmsrWVBUMkZ4NmZjSTVFTzBpWGJKbk9LbFAxS3MvaTRydjVKTktXZHAxb05DOGMvR2wybkdxSzRPR0lOdWF4MklMR2w2RWxSZEFxTEtiNjlXZG1SWDE4NHZEZmo4Z1dMTlRsYjNqdWh2WTFYMUY2WXFGVm5ObWdZZFdNSDlPNTQ4Q2tBQ0pYTG16QUdaditEdWhZNFRxdFRLZXUzY2tmYnpVK2ZQTC9BcWozQmN0dFRLTFV4REdOa0ZGZFZPcUcvR2xUTXZmR1BtUEgwVGVDR3h5MFV1WmpMY0UvTmsrTUo3QjRmT1BFdWVDVGNOWGVsOVlXYlI0aVVtTXduWHhFdzdjdXE5em1Cby8vREFHOVBtTEN5ZHhzeGpHYjdDeU0xMkJrKy9MMktIajlzamZVY0tReGQ5V0ZnNk5zNHNSV2IremJkWUkyZDgvZWVDTDgxYVVMb2F6Q1Nsa1dSM2hVZE9iOURhdmh3ZU9KVTN0M2p4T21ZaG1Kbm80TnU1b1Z6WCs2MlJpeStFUStkV3pTcGFRcElsc1dRQ2c1aFpFSm11d2I3OXk0UXc4a2Y2ajcwMXAzaEpLVmlTWUJhUXBpdmNkK2o5ampYNGhoVTZ0MjVPVWFtQUdNdFNKc0ZDdU1JSFNnWXRJNXR0cTkvUm9adE1WMTZSTlh3dVdGaUUrNEJTaG5CNUJpNjhNamN5Y3VGZ1lWSHBHb0JZRXhqUTdNMDh2S2ovYk9pTVZNNm5oNzI1OHlKRDU2WVZGcGRwMGpyYXRzK1FjdUI4VjRscFpCV0hCZzc5dUxCNDJjZThlYlBYWHpxMWE2ZHlocFlWTFp1L3R1LzBzOEU1MXRCN2RGR1pCalFUZ2FHSVRYZFdabWp3eEQyMmRla2xTNTlaTTdkNEtZTVVNNXRqM3pGaFptUkdRcWZlRng0KzladkM0dkxiWTYrekpEa3k4UG95VnFHTHBwSDlnVXZuRGo5YldGeCsyL2cxNTVGVDd3MnhHckdHMzM0bDRseGRQbmZ1NGlQSGo3OTJ2cUNnSk92aXhZUER3QWJoemJud21MYjZZNTlYQktBM1V5a0FYcC93dGFvZnVuSHEvZE9rU2ZPbnl3MzNRMVZZdkxTVmlPcVkrYkFOdk9mdFEvdVRtck5lYjBTYmhlWCttb2pxWXE4eDgzY1pHQ0xRWFNCMFFPbGZBaUpNSkUxWDFyUWxEQ2NraENjblBQRG04MHB3U050a01TaVNQNlYwdVhCbEw0bU05UDJvdjYvcmlBVkVMaC9MSFFHQ05nQ1UxUWNLSlZ1TExrVmN1eVo1OVJwblpPQ1ZXSlpMVlYxakxZT25hZEJGNnJ1d0sxV0dRZ3hmN2NPejRYSjlBQTYvbVZqMlUxRy8rYjFDYzFnTFE5UEZjN3RqMS9FMU5NNGpGaCtGRmo5UEZjMkxVVm5mK0I0R3pZeG8vWFFzTWxkUjI3Z1FocDZ0TlEwU3crcmVzYTBUQUNyOWp6YUExS1hPdG0xeHhxelBkNitKZ29LUElHdytFOXdUNk1Ob2xzWkVsMU92aE5FRGhHRm8xODFYMzd6eS9MSFI1cmt6Vno3Z25acWJ1MFl6amhpa3kwZWt0WE44WFR1aUViTy9aQ1oxS1N4K21saU9OVHIzSXRaWXlJREREaC9vM3IzdHBHLzlsaVdha2QvZDB2UmNoWCtMVDBLNzQ2Tk8wZDQ0MEFpUlFKVUYrZHZFYU5qS2xROTQ3V3p2YXNjS2RSamVyRm9MeHQ3ZWxzRHB4UHN2cmRtNFFKbzBsN1M4cWxtcjdyd2ozYkYwN2VVTmdabU9kdTUzSFBWVXFxYkZpRHE5YnRNUTY3U2ovelV4aXdiVjFVYTU1NVlQR0JCV1IydnpMOGV2dGM3SnVzM21rTmNhdVhUVkpWMkZnNWVQL281MVJBcUJ6S0VScTdmdjVCdm41aFF0cnlicGZKbFkrV0xuc3RaZk8zRzQ5Mi9IUjJiVHBFbVQ1bzlKWWZIU2Z5U2l2NG45bTVrMWdMTWt6Tk1nZnMwd2M0ODdJMWNPYU9oU2hqNHNXSTQ5RzkxWk14WkpkMDZwTlh4K2oyMzFYV0FtU2FRTjFtU1k3dHlwMG5CTnRpS1hUNEdseDNUbnpuTWlWMDh6Mnc2RW1XTzRja3EwTXpJZ2hKR243T0hMMGZ0cUY0Z2tHS1l3TW1ZSkliTWRhL0FFTVV3bVNDSVl6Q1FKYkRESUpRejNWTmIyRldqbE1KRUFzNGh1TTBtQXpIelcxZ0FKSXdOYTJTQm1aZ2lBQklnOEJDSEJLaExkUnhNeFFLQ29Rd0lrM0tSWlJlZWlGUUJpQW8wV1dST0JCWk13d0ZyUjZPdk1JQ0xJZCsyRFRKTVNab3dRNmM4NFFKZGsranV0K1orejg0c3lRLzIvK3dtZ293RU9ScDkyMkgveTJQN3VkM3UrL3pjVUZpLzlGaEg5RlFDQWVmRDRvZjA1Ny9hYzBxUkprK2IzY1NNNlZWcUlxQjdNUndpNDY4MGJ3S2tDQUROdkxsMXVHbUtzQklVWkNtQWlJc0hSc0V1RVl4OElrWWorbFJWSE0zTTRHbDFnRUVRMHU0aTFCUkNQdHZNYXJZbGlKaElXYXg0V1FySUdMTmJPWlFJaVFybzhETUdHZEpsV1pPZ3dRdzhESEJiZ0NKakNJQnFCZ01YZ0NHbFR1N0tuTFpMUzdSN3VQLzQwc1JweWxBNGJvRWhXZmtteHBzaEZ3ek4xeWREQXlWOUV6cCsvZU9aTU1MUjA3ZVlaTHBlNFB4S0ovR3Z2czE4Ni9FN3I0UE0zM2dOQnkwZkM0WDg4dU9mTDV6Q2EzUUtKc2tGTHY1eGhpdHZvNHNYZkJvTlAyVDcvbHVXT2phSDl6eWJKR3FLeXZ2R1R3NnkzdjNFdDVaV3FHcmJjNXBBK0VRbVpseks5ZW8yK0lIWUZnOWZTaFgxMWo5N0JTcjhwcEZqTGZlZWVTblFxVmRZM2ZvRUZSWUloK2MrcE1vQ3ExZ2VtS2x1dkpPWmpNSFJ1c0hYYmk3N2FoM01oNVdyMDliV3I3SXhNNmM1WkZZdzgzemEreDgzU3VpMkxYQ3h6V2FyNXpvajlmTStlSjA0a1hydWk0ZEZQTSt4ZkM4Z1B3N2IvUFZXcWNFbDFJTXZydG03WFVLY2x1VXM2VzhWUHgyZWFWTlEzL29OVzlJdnhHVExqRVBPV2J5alBjRS84ZUNSMGJsOTQ0TTB6eEpSTEFya0E1MnBDcm1sbWw1Q1FNeDFyNENLWXN3SGtNVGhQa01nSGtRdXNGWU1FZ1lpaCtacnhEWnNKR29BTHpGNktSWldZVHcvMmhVdjYrZzYvWTArZE5HblNwUGxETTN2K29oSnBtaW5MVjVpWmlXQXhreWFDQ1dabmZDaWZTTWpvY1ZyaG10RkVzY0hZVlVhNzU5Tm9KZ0F4ZzZMUjltdkhVenJpbnVZUEFETkdXSE1qU2Z3NUdHVWdYQVZMU2FUSEhCR3M4VjhuRHZlODcwWUpjTXdwTG4xS2tQZzBvdjlIaDA4YzJwLzFiczhwVFpvMGFYNGZOOXdEdnJDbzlCa1NZajJBbzlENnJ1T0hlOTl4QTMrOVViaGd5VDBRb3BtQW0wSGtpcjJ1V2U4a0lXY0lHRG1hSFl0SXVGazdFWXBHcFNTREpKSE1BalF4MkNHR1lHSUpoaVFpeWN5U3hveTdkd2RtTUlFaURCMENZQUVVQVRqQ2dFVkFCRUNFaEdsS0kyT3FZdzIrRHRLRFVVZVMwRkptVGxGTzZJemh6cDJqcktFM3dWWS9rMkdZcnB5WmxuWDFEV2h0Z1ZnUnMwTWdGdTdjeVNTTUREdDgrVTNTMENCaUlVMnY5RXlZSHhrK3Q5K1RPYjNTdHE0ZVpoVzZERTBNQU1LZE45c3dQSk5ZV1NPT0UrN1hLblJWZ0FVWXhJS0U0Y3BmSUEzUGpQRFEyUmNnV0JDekFFaEVEV01RU1JpR2tUZGZPY1BuRE05RW54TTY5eklBa3U2SlpZNTk5U2hyWlJudUNTV08xWCtjdExKQkpCZ3NDR2FtNGNrcVpEdDhFUkJ1cFVKbm1hR2pHY2lrd2F3Tno0UWlaUTI5S1V4dnZsYldGYWpJVmMyajQ4U2FHWnBJQ05PZHQ5aHhScTRZaG5lR0ZiNThCQVNEaUNRQkpnbjNkQ0hkczUzSXdGc1F5QUpURm9Bc0VHZUJLZmVQRUYxMEdEd0V4cHNBSmhCZ0tvWFBuanE2LzdkLzRQdW1TWk1telgvTDNLSWxqU0J4SHdPVC9tK2VsMUZuaTNEQVBBSndHSVFJTTBVZEswSjZtTFVDczAwazNBeG1NRnNBSUlUTTBxd2pSTUpnVm1Gd2NybUZsSzVKV2xsWFFiRU5iclFjQnFNTk9ra1ltY3lzQUczRkhEUFhhaUdrbDhFMndFUVFCbGhic1F5VWFOQ0ZUTEMyUWRDeGE0NEdhVVlkUWNJTlFETTRldS9SWXdoakdTd1MwRHJtQjRyWmlURW4wYnR0YTZUNWIyQU1NRGdyOWpreHN3YlJjY3R5MXB6NTNXc3BlL1pjajh3dEt2MVhDUEZKUlA5UGhFNjgwWlA1YnM4cFRabzBhWDRmTjV4VFpXN3gwdCtDNkE0QXgxaXB1MDRjT1hEbzNaN1Qvd2ZFek9JbGk0VEdDaUZvT2tENUFBM2I0TzlsNVM0b2RVYk9mVjdadzBLUXpOYmFHaVRBWklKQkRCUENWVURRZ3JXS01MRUJKcE1Ba3dHVENPWU4yUjhuemY4SUdHaUI1dDh3OFVXTTJDOHJsem5iQkx1UEgzVzlFaXRMUzVNbVRacDNseExYbkFXeUZvTFdFS0dFbUdZeG9Ka3dTTUJaTU02Q01RTGlFZE5UTUJmZ3F5UmR3bzcwZFdncjBxZEJRMUxEaHBIcDl1Yk5xb2dNbnpuQVRzUnlaODh1dGNPWGpxblE1YXV1dkZtRlJKNEpKR1NHVnNOdlI0YmVQa1dPanNzTThFNjR1ZHh3WlN3WXVuem9WMHFIRk5nZ0JoT1lpU1hJUlJtWm5weVp5eU9oTTkxMmVHZ0lZR0tXSkEyUW1URzVVQWgzcmoxMC9waVpOWFdoc2diUEtldnlCV1lXMHBNL3hlMmV1RVN6SFI0WlBOUE5iRnVBRm9DRUVORUFncGt4bzR5WUZRVGMxdENGMXpRN1NvaW9zNFJaQ0pkM2NoSHJTRWhaVjg0d1JOU2hNdXBNWVNFRW1Jbkl6UEJrVGw2bXRSNVJrU3RIbEJNWmdBQVJhNE5aQ0hmV2pIcnRqSnl3SW4zSHdJSUVXRVRMaWxqRVNvaUVOTHpTekpvTkFOQ09aVnVEWjBGaTFHa2pEWmNuZjdrMWNuSGZxQUlNQ1diQlFoQ1loWFJsenlFeThyUTFkRnhEMlFCTU1Gdk1MQ0JBaHNpWXhzU3NuWkUrTUVSMGJoQU1FRWt6bXlDOVdrVXVTelA3Wm1VUG5RUXBCa2V6akFnUXdzZ3MxR3JrckpDZWFjb1pPUk90bTJJQ1FUQ0VTMG96WCtsSUh4aUNvazMrQ0lBQWdhVHdUTmFzSE5ZcUJHSWRYVDhtQUlJQlFVUkVJQmNndk5GUWxCNEJPRG8za0FraE02QlZlRFQxU1l5VmFqRUVpQXdDR2N5YVFhUmpaV0NJWHRlTWZiK1k5ZmNKVkFPaW1RQWMxdm9aUitQeDAwZDdYMDN4bitLNnBiQjQ2YjhSMFNjUWRReUZUeHphNy8zdnowcVRKazJhZDQ4YmJpT3VvMC9tT0xtMUd3aDkrdENCQXdBT0FKQ1lQOS9Bc1dPNnVHWmpUZ1lzOStXQll4TUp2REFhV0JnTktzWCtZRHNhN2lLQXhzV3Nic1JGU0pNTU0yc3doa0NJUkROOUVBRlJCQXlieUhCclZvTlNtaE8wY3ZvQkZkZE1VY2lNbWN4T2lMVjFlYlFPMzJUQUlNQUFrd0ZpZzRTUkM2MXNCa3VBRElBTkFKNy9QNktPcFBIczhjUDd2elh1cGQ4bjBaMG1UWm8wN3dJSHJaTkhzQjBsSlRzbmhNTmV0OGgxQVlNd3dtNFZ6blRzUHFVc0hEdW1sOWI4bjdrR2VXNkc0RDRBQ0xZL3ZtOThjODlLLzZaMVdvdldOL2IrNTZHcXVzWWFwYXhkWGZ0K2NXaCt3MzJ1TE00T0VXTVdDN3JVbFhXa0F6L3JpV3ZRN2F0OU9CZUdVYXN0Zk8zNEd6ODRtV3FXUzlkdW5qSHNObC84M2F1L2lKTWVMdlUvbUNtUklZU092S3duVkdaS1V3OTJiaGU3Z0lCZVVCMllsT3ZTTlVwd2tCeXgrMURIMDZjU3IxdmwzenhMQ1lTSmhSZEt2QmdNeGpkK0wxcjFVSFpXbG5IYitZR1IzYWQ3a3hYdllwVFhQMXBqRU42MmxYT2hwLzNvN25FTjBhbDgzYWExMGhBenoxeTQ4TWlaL2J0alBjbkdteWtFQUJYK2h4dWcxRWt5WE90T24rMzgxdm5EWVFzWUlaUUFSUk44azd6U3pEd3llT0lVQU13SDRJektBT2ZOdTNzSnNWSE15am4wOXNVZGI0aExCdXVKRHBuOVhxMlVUWk9MVnR3a1pNYk4vVmQ2ZGcvckFRY0FXQ2tDZ0l3UmwxRlF0T2IrODJkZS9NZUpVMjlmWjluREowZmU3andreEJBREU2QzFvdHliYnQ5Z2hmczdUSGZXRk1leXJNRzNYdW5SV2tjemRiSVVUWnBXVTJOSGhvLzBYOTc3Rm8rK0RnQmFhNW84cS9ZMnJaRWhCRUxuVHJ6NElnbkJpUFlWbzh5WUdjZWE4dWJXZkZZcjY2Qnl3bGNHcit3N0VEdC8wb3o2TDl2MjFSOWRQZC9UTTI2OXdKcUozSm1lbkt5WlV3M1A1RnVIK2cvOFBEeDRPUXkrZG4rMzJ6MzJkOXVCY2htWXhNeXZNL2piQS9iUXppdHZ2cGxTZWVqNmhzVzRyMDdhMUUyVEpzMTF6dzNuVkNIUWFNcnF0UzcyTnlnS3g0NnA4b2FOQlpMbGV5eGJIeEhTUEtTZHlEa3doUUhZSUhhRWRHVVRTQ2tWUHMrTS81ZTlPNCt6cXk3dkIvNTV2dWZjWldZeUNUdGhDWmxBa0NRWUVneW9GSmVvYkVIVXRvcHJ0ZmhyYTYxS1haR2Rwb29JVnEwVmJhbFZxMVVyaW5VWEJaRWlaWk0xYkdHTFFFSllFN0xQM0psN3p2ayt2ei91YzJaT2J1NmR1WGN5azVremZONnYzcDU3ejNhL2Q4SE1lZTd6Zlo0SURoRlVZbEZOUkNUeEFKd3JsRlFRRjhMdVdYSFUrNmhQQnJhNnNGRHljVndSSkpHS2VCRko0TlZydW5TU3dIc3ZJbDdFSlNKQnFCSzZRckZ6aG9RZFhkVXRUNjN3emlmRmNNYU1zR09QQXl2Ym5yNjNFSlpDVit6ZWU2QjN6Y29rY1lrNG53UStqQlB2WTErUWFxd2FGVlNxc1hmVkFiKzV1ckZhcldMdDJ1cmlrODUveVlyZmZQcTJKdStEVzdEZzFIRGx5aXQyNkxxUWRjd3hIKzBZMkszenovdXEvamNQMXJlOFhMbzhYRnlNWHVxazhOeWRWeTFmbGE0KzRvUlBkQldEOGpLdi91RkF3dG0zL2ZwVHYyajNRenI4bUkvdU1SQ1dneG1sY0taenZqdGJnUGJBWXo3YXNjK003bGNGVWZXUjIzNTM4YU9adzJUeFNXZk5EdGFWbjVPOXEyL3M2NCt1Uyt2SFpNMmRlM3FwODhDT3ZRdGJPemRrYTcvVVc3QmdlYkhqSUg4c2tvSDFkMXh6eWIzWmJVdU9PMzhobkM2TlkvM3gzZGQrNXNsR3g3L2toUE9YU0lqcUhWZCtlcnRqano3Ky9GZHJRVi82ek1iZXI2eTkrWjlqN0w5L1lZLyt6ckN6c3hSR3BmNndFQVNGY3NjQnV3MzBydXRQQWhlR2lZUk9wS0JCMGdHVkRoWHBWSSt1QUg3WUxsSkVSSlBHeXBYVmpiWEE5WTZXTGc5RFNVcEE5UVlYbE41NjI2OC85UjlERzVlN3hTZEVML2VCSkhkV3cwZU9Pdjc4UDRINjZwM1hmTzRCQUZqMTZ6MmpJNCtQaWlIdzdLMVgxUXF0MS9NU0h1cFVyN3pyMm9zYUJsUUFvTkgvamk5OHhWbTdGNEx3MVI3UmpVSGlRZ25qWmZyc2MvOVY2MnAzYXRBUkpyTWlwOCtLUmh2dnZPYVNIUUlxd0tsQkJNd0tZcXp6UmQ5LzExV2YzbUdmYWFYdzBNcEE4ZmRyYjc2b2FVRGxwU2VjTnllR3p0SlluMXZ4MjR0K1d6ZkczY1M1ZzIvLzlZVi8zK3g0QURqeTVPVkhoZDVYWTJnaFVYL3pzL2RjUGRUR2VTWHdFRlkrbGQzZi9rR1hsNTU4OXFGZVphL2JmMzNSZDdZN29mVkdQSHJwR1RQamNtR2Z4RmV2ZW56RmRkdTFobDd5aHVXZExrcmVOT0Fybjl2bmdPUG1JZkNySDdqdVgyN0o3blBVQ2VlOE9BbUtONjY4OXFtSGxweTQvN04zYTNFZDF0dzdXQnR0eWRMbGUya3hlZnJ1TGRIOWVQREJiQWFtSEgzaStRdWdQa1FnNWQ3VjRRK2VlK3krQnQrdjVlNm9rL0FxSDhTWEJ4SDJHMGlTdTFmZjlNRHpTNWE4cjZENzdQMUI1L0hEdTY3OWwxODFlOStPT3VHQ09ZTGs5L2VzdVA2UjRkNWZBSExnZ1FlZXVuYnQydjc4ZFByWmthcTR0QUtSQ0ZzcUU5SGtsN3VnQ25Sd2xuRGVneXFZdTJ6NTlOREhpNnFSL2lZb3paamhacjNzSFkvK090dEM5OVJneVhIekZteXJERHoreHhzL04xeXhUL2VTazg1OWswYitvYnQrOTltVk96T21KY2Y5dzBHVnArU1poeDllWG9XMWR3YUExYmY5N05rUkQyNWltSUFLQVBpUkFpb0FwTGU3YXlZUzNMUkRRQVhBM0k3bmcyMGJjTitxUDF5YS9XVlBDa0Y1cGdKMzlXNk5uNXZXdi82QjBZejkvcHYvZVVPdDQ0OGUwcnUyY0dYMi9IdDJkTzRoUGxwZEYxQUJBRjN4bTRzZmYvR3J6cDBsa2IrMVVVQUZBRmF0dW5RQXE3QkRoNTg2MGprcld1dzh0dDVhRjFBQmdNaFZuaTFJUjNUM3RXSFQ3SkE3cjM1d1JYMTc1Y1VubmRXajZuZXJ4Z1AvT3RpUythbW5vZzBBTm16STd2bHd3MEFORWRHVWM5M3krQTdnM2lWTDN0ZnBnVzlsTnkwNUxqbGNJZVU3ZjMzaHRVdE9QT2Nsb3FLM1hmMlo2d2QzV0FxblViTCsxcTBibXY1djVsM1JqU3V5UmN4YmNjUUpuK2dLTkRnRTN2L2hycXMrdSs3bzE1MTFjQ0RoRlg4WUxMUitSWEwzTlZpQnBjc0RYSGRoazNOZmtheTRHamNQZDVGOXg3VVgzVG5TV0NLUjZlSjF2VzU0N3JycytwNmx5OHZsVXZ3eWlaTWZOeis2Ump5cTI5YTQvKzJZNVkrUDBIZnpTUHNEd054bHB4ZmphaEE4MTl0N1hhUHRSeXo3NUlHcXhTT3EybnZML1ZmL2MyLzk5djdxNW5JNUtmNGlLSmIyY2w2N04yRkwvZlBLcGtlM1BySnExYVZWQUhySFZUdG1XMWJqL21RcnlyZWhyc0Q5d1V2T25BNG5MMDRVVmFsVWZySnk1UmVhQk96Z05nbnVYUFdyY052aXBYajZ3ZXZDTFFEd2ZQZit3UXlmL1BiT3EzWXN5Sjg2Y3RuWmU4UHJmcmRkOVpudk5Oc25ROWV1WGRzME1KWVhJaHFrQ1NxcXJPTkRSRFRtZWc1YjlKTTU4eGRyejd6Rmp4MDA5OGdGRXoyZW5YTnFNSGZaNmFWYWF1UHl4djlvbkhycWlBVkdqMXAyL3BFdlBmN2NvOFpqaEpQSHlPL0QyQnhUZjRwVGc2TlBYajV6N3R6VFN6dHViUEtadGJ4OVpDOTkzZGw3SHJYc2dtWE56blhVaWVlK2VkR0paeDdlemptWExGbmVlZFJKNXkxZHNIUTVxK2tURWJWZ3dkTGwwN0IwZWJoZzZRZW1IWFg4MmNkaTZkSmQ5S1BVY3JkMDZmSko4UVBZVVNlZTk4R0ZyemhyOS9yMVJ4OS96dUo1cnp0N3oxYlBNLy9FYy9aYnN1eThFOXFZMWlIRDdPc1dMRjArN1poalBqcDh6WTBsN3lzc1B2bWN4UXNXTEM4T3UxK2JqanJwdkw4OTRvUlA3Tk96ZEhsNUxNK2J0V1RaZVljc1dicDhyL0U2LzJUVWM5aWl5K2ZNWDZ5MXYvY1hUZGFPUmNzQnZCL0FEdjlOaklFU2dESXc3azBHSElDWmRtdGtEOXZXNEcvZ2xzOC9rVCtBQzRBeC9XKytnVmNEdUJ6QU44YmgzQ2NCK0JHQVR3NnpUNC90ODgxeGVINmF5bnJtTGZyeG5QbUx0V2YrNHNjUG1ydW9yWXZKS1VxV0xGbmV5VG1uVTlQaWs4NC9HczMrb0Y2NlBEenErUE9QM2VXRElpS2lGNVJGSnk5LzBjSEhuVGxqTE02MVpObDVoeHgyN0NlN3grSmNFK2tseTg1OStlS1R6dXFaNkhGTVJiUG5MYjRpRGFyTW1iOTRWeGU4ZHdCMnM0dlZsd0E0RHNDeXVuMzJ0Y3l2MlBZZGxTQTR5Z0FBSUFCSlJFRlVheFU3L3p0MjRoeHZBZkN1RWZZNTBKNm5XUmJiTGJidExhTjQvaDRBTndENEZZQ0o2dDcwVWdEYkFQeDBISytUVHJQM2FOTTRuUHREZHU2ZkRyUFBZdHRuZll2bkxBS1lOazYzOFE1ZzBWaWFQVy9Sanl5b3NuclcvQ05lUE5IaklTSWlJaUtpc1RGN2ZpMHJmYzc4eFRwbjNxTCtGZzRaallzQi9CYkF6UUR1QTdER0xveDlKdENRM3FxV09aSjZxNjIvWVJ6RzFaMTUzaE5HZVk0L3MrUDdBYnhzbVAzR002anlKbnMvRmNCMUUzVEJmWUU5LzIvRzhUbnlGbFM1c01IM2U2eHVueCtqMTUxTGt5S2x0RDJxdGY0MythNm5Ra1JFUkVSRTJ4TkZrT1lWcUNBWmFmOVIydDJ5VUZKcExSb0JzTnJxSkcvTzNHWllrQUlBM21ETHBzV0ZkOExlbWZ1dFhpalgreG1BL3dYd0dnQS9CckFFUU1QNmZ1UG9ad0NXQXJqR3BzaDgyYVpMamRaQkFQWnBZYi9WQU5iWi9aTnNPV0s5cHduMEdRQ3ZiN0l0bmZiM0dnQXJtdXlUVG4zY2JaaDlBT0ROQVA2WWVmd01nQjNxVkk3U0hnRDJHNk56MGE3U00zL1JEeXh5L2NTQjh4WXVuT2p4RUJFUkVSSFIySmg5MkJHL3ltU3FiR25oa05IWUU4QnNDNjZrUHpLbnYrSi9aSmpqU2haa1VldjZQZFplbHZubGYyZHE2UndJWUlPZDV4cWIxdFJvbi9IS1ZFbTlHa0JrNTNualRwem5LeTFtUzZTQm0vMEJKSGJiZHllZWR5UTdtNm55M1hITUhNbmUwdGtkNlhmOEV5T002OHNBYnM4Y041dzBvNGFaS2ptajl2K1lxVUpFUkVSRU5JVUlaTEJBNnpobXFqdy95bC9xVHdFdzNRSXJJd1ViNGxGY2FCNWl5MjA3a2FrQ0FHc0JmQXpBZndKNEhZQ3pMU3ZpSlFCZWEvdGs2eVExdXNoT3N3L2VZRFZTVXQ4SDBHcDN5TitqVnRUM1FnRC9DdUJhZTIzdFdsZVhhWEdBVGNsNkRrQzJRK3BtVzc3SEFrbGFkOXh3Zm1SQkVnQTQxckp0UnBJVzhaM2U0dWUxeGo2RDFGOE5rOEh6UGdCZkFQRExZZXJyTEFSd2szMlhoNnZ4MU5mQzJMSmVaQmxPYkdyUm92d0ZWWVphS2dNNWI2bE1SRVJFUkVSRFZDVEkvS25mVmh2eVhlQjBXODRBOE5rUjloMFlSVkJsa1MzYnZRaHU1RnNXSkhoWkpsUGxWUUQrcWNHK2pkYWwzbFAzK0pZMmdpb0FjQW1BdDFrQTREd0FaN1Z4Yk9vZjdaYTZ3UUlmWjlycnJQZVh0cFEyQ3VWbTYrWVVMSnVwVmRMaS92VUJwUUc3TlpLMmFFK0dDVVJsVzZpUEpsajFoYnJnV2lwdEJuTjJaanBWdmNzdEM0cHlHVlNCZXV1dUo0V0pIZ29SRVJFUkVZMFpnUVpwUXJyQVQ2YWd5aUtiemdLN3dMK3ZidnNyQUh3WXdHMEFQbWNYdyswNndwYjcyTlNMK3VkbzExOWJRT1ZoZS94N0FCKzErN3NCK0FlNy85RUd4MzdFcGtoOUM4RGRtZldQdGptR09QTmVmQmpBVndFODBlWTUybkVTZ0hrQXRnQ1lrd2xPMVBzaWdMOEI4QitXMVpQdE5IVmpYWDJiWnQ0TzRGSjdya05hMkgrNDc4UytBSDRJNEJ4Ny9tc0F2TmV5VzVwWlkvdU10cUR6dTBhWUhqWGNsSzM3R0ZRWmtydWdpa0IwOEM0elZZaUlpSWlJcGhCMUdLcFVPeDR0bFlzQXJtK3cva0JiZnNRdWxyT3V5QVJVQU9BaG15NlNOZHVXdHpmWTFxckZtZnNuajBGUVpWWGQ0N3ZzQmdDek1rR1ZMelU0OXUzMm1uNjFFNjhITmxVbmZWMWw2OHJ6Tnp0eHZwR2NiOHNPeTk1b0ZsUTUxSmEzTjhqeWlGcWN6cE1lMTA0SG5tYk90a3lpZE1yVVJRQWV0RzFCcGlodFZqWHoyZFJQMWVtemJsYkRlWG1UZU1BM0Fid1N3S25ERk1CdGxzSHlncFM3b01yZzlCOVJZVHRzSWlJaUlxS3BReUhoNEsrbVRwcGRFTzhNTjBLcjRkbVpBRWtxdEJvVHFRT3hvMW0yZkh5VTQxb0lZR2JtOFNtVzhUTGVtaFdxSFN1bjJIS0RkWXI1UzZ1eHNub2NudXRFQUg5aTl3c0E1dGRsMldTbFUxeWFiZC9WUG01VGdjNEE4R21iM3ZST0FCdXRyczFQMmp6ZjBSWXdHazZ6NzJvNi9XeHRnOEFjTlpDN29JcXZoYThoZ0NnelZZaUlpSWlJcG96czlCK29qa2VtU244bUFKSjFCb0MvUnkxTDRCdmJEUW40cmQzL2d3VmtHaFVGVGRlTk5xaVN0bXJlWkJrSXI3RHBLNCsxY1k3TExmc2c2d0lBLzlWZzMxMTFIWlhXWlBrbWdBV1dnWE1tZ0ErTThmTjAyTlFpMkdkY0JuQmtrNkRKTEp2ZWt3QzRkNHpITVZxSnZTOTNBUGkyVFdNNnQ2NkljRzhtZTZXWkl5MXcyRXJuck1QcmF0V2swc3lpaXl3WVZ1K1hUV3JadkdEbExxZ2lNamo5Qnd5cUVCRVJFUkZOSVNvdWM3ay9Ia0VWMkMvdzlkSXVNcHZydHI4YXdHRUFuckdPTEhmWGRYQkpwZXRHdXVodEpzM291Tkl1aU45dmhXYi9ZWVRqc21ZMnlMS1ozbVRmdEhqdFNGTkVkc1pobWN5Ukt5elFjVEtBLzJmWktrK040WE45MHVxYXJBTndzUlZoUGFISnhmOHlXOTQwUmtXQmQ4YWZBcmdxVTNUMmgxWUkrQXdMcW1UZDF5Qm9WaSt0UTdSNWhQMWdnYVUzRDdQOU5VM1dOL3J2NXdXdFVjL3lTVTVyLytFcld5b1RFUkVSRVUwcGdtRG93YmhrcXJUcmVpdkllWjVkMUE1WTBkcnNqOVA3V1BiRHRsSFdRWm1ibVpMME13dEF3SXFRdHRPYjQwMTJvYnczZ08rT3NHLzZQbzlYMjJvQStEdGJQZ1RnVm5zdmI3Wld4R2VNOFhQZGFNdXpNdTJRbHpWSklqalpscitvVzMrd2ZZYXQzaTZ6NDJhMGVkeDM3TGhUYlZyUGJaa2l4ZWxyK2ROaE9nTTFVODU4cnEwRVZXNEFzSHVEMis5cysvRk50cC9kNXJpbXZQd0ZWUlJEaFdvTHpGUWhJaUlpSXBvNkpITVJQQzQxVmRxbDFpWGxQeTJyWTRWTk5jbG1xN3pDbHJlTk12UGp3M1pkdHNtbVZseG4wNGhtQVhoM0crZlpiQVZUMXplNElQOXZteGFUM2xiYSttTGQrdlQyMGliSDlRK1R3WkMxZDZZZzdWY3o2eSsyNWZzYlpOWHNqR3VzaTlFM0Fmd1J3Q1BXNGVoMWRmdnRZY0VDTkFpcU9HdkIzT3F0bERtMm5lUFNvck1QMitkd3VBV2QzcnVUNzBIYUhubWd4WTVBc1gzbjZtOXB0c3UySnRzckk1ejNCU2QzMDMrR2lpbUpqSDlkSlNJaUlpSWkyblUwSEd5cHJPTTIvUWNBT3V0K1lFNHpRb3AxblZRU0FNOWxIbDl2V1NWdnNndGhBUGd6Vzk0d2luSE1zR2src0F5R2REckt2d0c0eExJQ3ZqMEdHU1g5ZFYxdVN2WmE0d2JkYjlKeGhYWmNmWENybGJGOHd0N2p6VGIrMUM4QTNHbEJxWXNzWURWV3NsMk0vdHVtVHYyOVRhOUp2Yy9HZFdlRHFWcC9CTkRkeHZPOXk3SlZOamNwWHR4TUdyUzQyd3JLZmgzQU95d2d0RzhtOE5TdVBXM1pxQTVLdlRjQStLc20yNDYwNVNWV0tMZVJDd0RjTTRveDBtUXcrN0JGWDU4emY3SDJ6RnU4L3FCNUM1ZTBjQWdSRVJFUkVlVkF6N3hGRDg2WnYxam56RitzcytjdnVtWWNuK3B4KzdGMnBOc3RkY2VkWk91em1SNGJiZDJpVVl6alFqczJBVEF2czM1UEMzYW9aYkswNit0MjdJZWFiUCswYmY5aGsrMjMyUGEzak9LNTUxb3dSbTNhVkwwVGJadlBaUG0wNHdZNy9yUmg5am5FM2xPZmVWK0xBSjdJWkI4TlowOHJQcnozTVB1Y1p1ZmFOTUs1ZXV4V0htYWZNKzE3ZEZpRGJYL2E1THRZN3hUYjd3OU50cWZmdFU5WTYvQld2di9OYm1rbTA0ZnM4ZWRIR051VWxyL3BQMkkxVlVUWi9ZZUlpSWlJYUNvUkhjeWtGNzlMcHYvY2FSMVg2bS9OZm9YL25VMnZtUTlnS1lDL3NHa21ENDZpUGU5aG1kb2kzNi9MbkhnZXdLVjIvOU50WmtLMElwMFdjK01JKzQzR3BaWUo4MXhkOWtqcUtwdXVJd0MrWnNHT3NmWkhBRCsyNS9pQ3JUdkgzc2NuaHdrbXBTNnh6a3VYanJCZkt4NnoyM0FCcEVzQUhHcjd2YW1GYzU0RTRNV1cyVElOd0lzeUFheWJXemorcTVhVjAraVdCak5mMjJEYmJiYXRXUWJMQzFMdWdpcUN3ZTQvREtnUUVSRVJFVTBsNmpLRmF0c3UxRGtheHdJNHFzSHQ5VTMyandEOHdPNmZrUW1LTkdwYlBKSi90WUJDMUtTMTdlY3NDNkxiTWsvRzZ0cHRRYWFMekxWamRNN1UzOWtGUHdCOHJNblVJdGkwbk1pQ1U1OFpvK2V1RDg1OHhqSlZUcmFBU2xwZzlZSng3Q3kxTTlZRCtGc0FQODBVczIzbU1tc0gvWXgxcm5ySXBxWDFBdmh5Qzg4VkRWTklONTNlVldtd0xhM2Iwc29Vb3hlTTNBVlZ0cXVwb2lFREswUkVSRVJFVTBQZHRZbE9oa0sxalh3NWM3RSt6eTR3djlyQ2NWbm5XeVlBckliR0l3MzIyV2pkYkdCVFpqNjlrK1BPUHJmWU5KcDd4K2ljQUxBWXdCZnQvdFVBdmpmTXZnOWtNa2crbm1rcDNZNnl2WWNYV252aytneU5GVmFiQmhaZ0tRTDRYNnRkTWhsMVpkb29qMVJvOXJhNjJqWmJBZnplTXBBZXRYVVhXYjJmZGpwSTFkc3JrOHd3MzZaVmJiQk1Lakw1QzZyWTlCOVJpSUxUZjRpSWlJaUlwb1lsQVdRb0cxM2REZ1ZTSjR1SEFWeWVlZng1QUZ2YU9QN1BNNWtwSzBmSTFQaWFYU3pEc2kxMnRrUE1ld0M4M2U3LzAwNmVLK3NnQUQrM1FNZXpJOVE3U1MyM29JNVlBT2FJRWZhZmFWTmo5cmZILzJiVHNjNEZjRXhtZmRhRm1jS3dtT1R0Z0Q5bTAzbjZyTWp1Y0U2MVFzS2h2ZWZUYlRwYXRwN0t1MndLMUd1SE9jOUl2bTBaWSt2dHN3b3lMYXZKNUM2b29uNm9wZkxPaE55SWlJaUlpR2dTbWJ2WmJmZUw2ZmgyLzlrWmU5YTFWSDVaRzlkVlMyMnFrRmgyd1Z0R21PYWtWcmNsN1VEMERXdEhQQnJ2QXZEdmR2KzdGZ1FaQy90WVpzb3N5NTU0QjRDbld6aHV3RjVieFlJQ3YyNVNxUFZiQUZiYk9YOEtZRTVtMjFxYkt2TlhBUDZrN3JqZExhaVE3WGo3RFFBSGpQSjFqcWM5cllBc0xJUG5xUmFQUzVwOGY1d0ZhR0IxV2ticlp1dit0SnQ5WDMrUUdTZVozQVZWSUdsTkZSYXFKU0lpSWlLYUt2YnY2d3V5ZFJORmQwbE5sWGJ0WVJmLzh5d1lBTXVldUt5RmE2dTNBUGlOVGZOSUFMemJwc0dNWkMyQXQ5ckZyVmlHeGhlSEtmRDZHdHNmQUE2MzVZRld3NlZzaFhnLzBPTHJIY21oTnZVbURZYjhqVTJ4YWRVOWRnd3MwK1FHcTNPVHRhOWx3Z0RBT2lzeSs3ZjIzTE1zKythYmRjR0RKWmExY1l4bHF2eUxCUjhPQjNCN3B1N0xaSEd4QlphZXNWbzZPMnVXRlF1T2RqS29jcUVWd2cwdFNQVjIxbFBaVWY2Q0ttbE5GWUZBV2F5V2lJaUlpR2dxaUtMZDZxNU5aRmNFVlE2d2dFUDliV2FEZlh1c1c4N1JBRGJidElxL3QyMS9BK0IvTEdCU3oxbkwzQi9ZaGE2M2FUenRUS1A0UFlDM1phYXlmTlRHc3JodXZ6ZFowS2ZiZ2dqdnQybERUd0U0M3Nid2FzczZHTTVXZTQzRFRjRTZ6Z0lxaDlqak13RDhaeHV2S2ZVOUt4NExxK0h4ZXdDZkF0QnA2Lzdkem4ya0JWamVadE9pVmpVNFY5bHF4dHhzUVpjS2dEZGJDK0hYMit1YUNlQktDOFEwbWpLMHE3M1NNbTFnSFh6cWkvdDZXN2JUSlNsdDc3MXFGRVY1NzdKcFZadmJQSTd5WXZhOFJWK2VNMyt4OXN4ZnRLMW4vaEV2YitFUUlpSWlJaUthNUhZLytPQVpjK1l2V2pObi9tS2RNMyt4OWh5MjZKSnhmTHJIN2NmYWtXNjMyUDZuMkMvMGFzZG02Mys4eHdxTHFsM0VacWVoSEdyWkYrbjUrbTBhem1pOTBTNjYwL041bXg0VFdPWkxaT3UvQ3VDbFZwOURyWFgwNlRadGFWOEwvb3hVVFVFc0NEVGRnaDBIMk5TYlBhMk9qTGR6SnpzeEpTbnJ3cnIzL29FMmlxd1c3SE5ZblRsK0pZQ0ZkZnU5eUdxRHBQdjBBdmhuQUhQcjl2dTZiYTlhQjZaR3Q3N01lWnJ0c3ltenozRU54bDIwY2FvRk14b2xQUnh0MndjczgyWWtCd0c0MVk2NUxMTStmWCtmQm5EZkdOMmVzbk4rdm9WeFRWbGhDL3RNS3FMaWEva3BJcXFlbVNwRVJFUkVSRk9BajdzY2lwbFN0ZUpINm9BeUZ2NDNrd25ReUZNQS9nUEFYOXZqcSt6aS9ibk1QdjhGNEVFQS8yMVpHemZZRkpVUEEvaStUVVdCRlhEOXN3WmRhdHJ4Y3d2YS9BVEF3UmI0dU5jQ0d4K3c2N3YvQnZBaHU5aDlyV1dQSEdtM1JpSUxIcVFCbWFJRlU1cGRLNTZRNlFxenhkNlBzU2hlZWg2QUo2eTdVbWp2WHl0WkZ1OEI4TmxNMWtrTTRGTExXT210Mi9kaEMxS2NiOWt2blpiRmNwSmwvZFJuUnhVeWJZU0gwOG8ralp4bFhYVmc0MmowWGJ6SHB2RE1zY3lnL3JyT1AxbUJaZXZBc25RdWE3RFB6Q2FaV0RSS3VRdXExTHIvQ0dwVGYxaFRoWWlJaUlob0t1Z3FEd1JBeCtCajNUWFRmMDRlb1gzdEJ3Rjh4YkpEenJINzJtQy9XKzJpL0ROMnpBekxiSG03MWZhNDFvSWU2OFpnelBkWXBzeUZGaFJJV3hOL3hvcUl2amN6eGxzc1crTTR5N2FaWXhmVUhSWThLV1NXQmJzb1Y3c2diNVM1czg1ZXkvVjJZZi9aSnROd1J1dmZMWEJ3bEJXL2JjWC9aUUlKdjdRT1AvY05zMysvZFF6NmprMHpXbVpUaExMZnQ0OWsybG52ck9FKzgrc3RZSEpycHN0VHZRSDdubjdPM3BmcHc1d3ZzdWRiWVovTmlnYjduR3VCcTdId3ZzejM3d1VyZDBHSk9mTVdmUUVpSDFQVmZxOXkzSnFIVnR3NDBXTWlJaUlpSXFLZHMrOGhSK3pUVVpBN1JlUUFBUENxbjFqOTROMlQ0WUx0TFpaZDhtU0wrNy9ZcHFHa2RVdjJ0U3lWWFdGNm0rMmRwNHFsTnRXbVVSQmhKTHZac1JPbHk0SmM2OGY1ZWRJV3pORXdtUzQwQ3ZuTFZCbUt1dVl1SUVSRVJFUkVSSTJWNHloQW9UUzB3dStTNlQrdCtGR2IrOWRuU2V5cWdBcGVvQUVWQUxodUo0NmR5SUFLYklwUy9UU2w4UkJuQ2gzVEdNcGQ5eCt2NmxHTHFBallVcG1JaUlpSWFFcElTa1czM1ErbklwTWxxRUpFMUZUdWdpb0NZYVlLRVJFUkVkRVU0K01veUQ3ZVJUVlZpSWgyU3U2Q0tvUFRmMFJFV2FpV2lJaUlpR2hLU0FwSmtPbjlBMENacVVKRWsxNytnaXJpRzFYYkppSWlJaUtpSEN2RVliQmRkMDlPL3lHaUhNaGRVRVVnSGdCVUlXSEFUQlVpSWlJaW9xbEFDOG4yMXlZeWFRclZFaEUxbGJ1Z2lwZTArdzhES2tSRVJFUkVVMFdZaElGazZ5WW1DWU1xUkRUcDVTNm9Bc3RVQVNDcUxGWkxSRVJFUkRRVmVPOENaUDYrMTVpRmFvbG84c3RkVUVXMGxxa2lJZ0tFRXowY0lpSWlJaUlhQXhyNjdhNU5GSTZaS2tRMDZlVXVxSUtobHNwUTlUa2NQeEVSRVJFUjFRc1NGd0l5bUtraVR2c21ka1JFUkNQTFhWRENROVBwUDFEVjNJMmZpSWlJaUloMjVJT2hIMHhWMVllRkpKN1lFUkVSalN4M1FZbDArZzhBZ04xL2lJaUlpSWltQlBVdXdGQ2gybmhnWUNoRG5ZaG9zc3BkVUFVWUNxb0U2dkk0ZmlJaUlpSWlxaE1FbVN4MFFRUnhES29RMGFTWHY2Q0VjUG9QRVJFUkVkRlVveG80dFV3VlVZbUZRUlVpeW9IY0JTVWtrNm1peXVrL1JFUkVSRVJUZ2Zva3lEUlVqc1QxTTZoQ1JKTmU3b0lxOEptNWxScmtiL3hFUkVSRVJMU0RJQWdjVVB2UlZDRlJFQVIrNUtPSWlDWlcvb0lTNG9lbS93UnNxVXhFUkVSRU5CVjQ3d2NMMVlvZ2tnb0wxUkxSNUplN29JUkFNdE4vd09rL1JFUkVSRVJUUU9Ba1NPK3JhdHpIbWlwRWxBTzVDNnA0a2NGTUZYYi9JU0lpSWlLYUdtcVpLcEwrYUZvVng2QUtFVTErZVF4S0RHV3FPSGIvSVNJaUlpS2FDbFJkSUphSkxrQVVCUDJzcVVKRWsxN3VnaElpMjNYL3lkMzRpWWlJaUlob1I4NzVvZWsvUU14TUZTTEtneHdHSmJJRnF5U0g0eWNpSWlJaW9ucnEzV0NoV2dpcXNpMWdVSVdJSnIzOEJTWDhVUGNmeCtrL1JFUkVSRVJUUW5acXZ3Q1JZNllLRWVWQTdvSVNYaktaS3V6K1EwUkVSRVEwSlRpVkFGQkJyY3RudERYc1pVMFZJcHIwY2hkVUViQ21DaEVSRVJIUlZLUE9CNURCSDAwajFsUWhvanpJWDFEQzYyREVXdUdZcVVKRVJFUkVOQVZZVFJVZ25mNFRzS1lLRVUxK3VRdXFaTHYvQk14VUlTSWlJaUthRXB3VHA1REI2VCt5Z1VFVklwcjg4aGVVRUJuS1ZISE1WQ0VpSWlJaW1ncFVmVGpZL2NjaEtoUTJzYVlLRVUxNnVRdXFlUGhNb1ZwbXFoQVJFUkVSVFFVcXptVWVzUHNQRWVWQy9vSVNQbE9vRmd5cUVCRVJFUkZOQlU0MUdPcnU2YU8xWWNpZ0NoRk5lcmtMU2dqWVVwbUlpSWlJYUtwUjlZT0ZhaFd1aXM1T1R2OGhva2t2ZDBHVjdXdXFLSU1xUkVSRVJFUlRnRHJuZ05yZjkwNFJZV1VITTFXSWFOSUxKM29BN1JJZzh6K3VMbjlCSVNJaUlpSWkyb0VURFVTdCt3OThCS3hnVUlXSUpyMzhCU1ZrYVBxUFk2RmFJaUlpSXFJcFFWV0dwditJaXdCdytnOFJUWHE1QzBxSStQRnVxZndLQU9jRFdEb081dzRBbEFHVXh1SGNXUUxnRFFEZU9NN1BNeDRPeVdNR0ZSRVJFUkh0SEZFZlFHbzFFeDFReFhZWjZrUkVrMVB1Z2lyWXJsQnQyNWtxWlFBekFjd0hjS3dGSG5ycTlua1hnRThCT0dWTWhydTlNd0JVQU53ekR1Zk8ra2NBUHdmd0xRRDdqUE56amFYUEEzZ0l3SWZHOFRtS0FLYTFjY3ZoZnlORVJFUkVPU1FTQUNLcXFnclBvQW9SNVVMdU1nSVNEdzNzTWxmUnNQdlBJZ0FYWlM2S3A5dHRScE1Na1FzdE15WDFhbHYrWmh5R3Y3Y3RueCtIYzJkOUdjQUhBZXdCNEJJQTd4M0ZPVW9BbG8zRDJGS1BBTGkvYnQzRGxzMnpITUQzQUt5cjIzNlB2YVoydkFMQTQ1bkhud0p3Wmh2SEh3UGd1VFlDWWFzQkhON21HSW1JaUloZThGU2RxMVZVZ2FxNmVLTEhRMFRVaXR3RlZXclRmMnJUTFoxS295eUNad0djbkhtY0FOaHFRWUlFd0MwQU5tZHVEMmYyUGNTeVdMWUMrTDl4R0g0YVZGay9pbU5mMUdhR1M4R1dwd0Y0Unh2SEhXSHZ5ZTRBZnRMbUdOdnhCUUNmcUZ2M0RRQWZzYy9nQWdDbjEyM2ZIOENlQVBwYStPV2l5NWJOdnVNM0FsaHI5NCt5ei80R0FFL2F1cGRsc3BpU0ZqNnpHUUIyeXp3dkVSRVJFYlZCUkFOQVJFUThGTkZFajRlSXFCWDVDNnFNUFAzbkdRQ0hBdGhtd1pGZWU1MlJyWHZGTUtjLzFaWS9CekF3NW9NZkNxcXNHY1d4VlFBUGp2RjRtajFQdXZ4RGcrMTdBempZM3RmN1Jqalh5Mng1ajAxN3lscmRZUC9FcGk1OUMwRC9NT2RkQkdEVkNNKzkzZ0l3elh3SndJL3MvbVVXVlBrQ2dKL2F1bTlsZ2lxckcwd1R5OW9Ed0swV1ZCblBRQlFSRVJIUlZHYUZhdFZEUFlNcVJKUUx1UXVxd0lzZi9KL2J4dE4vME1JRmR6UHZ0R1Vad0ZrajdIdWRaYjIwNHhCYlBqYUtzVDBPWUxIZEw5cXRIMEJzMDFtMldKQ2dmc3BNMWp5YjZ2UkZBSGRZOWs2SG5hYytpTEVCd01zYm5PTTBBUDlwQVo1RzI3TmkrOGZ4WFMwRVlGSlhBTGdld05NdDd0OWxyNkczUWVCbXJPMEQ0TVVBcnMyc0MyM01oMWhBNWVQalBBWWlJaUtpS1VrVnpob3VlSFdPUVJVaXlvWGNCVlc4SkJyWXNKMGIwNWJLU3dFc3RQdHZ0dHR3em00enFOS1pDYXIwalhLTXFRc0FuQXZnN3dCODE1YXpBVnhxRi96ZkJmQmp5OHdCZ0tNQmZBekFXKzN4dlJaVStUc0EvMnpaSWN0M2NreWo5VW03RGVkRkZ1UnA1Q0lBZjIvdngwVnRQRy9aYXU0Zzg5OUJvM1hJUEw3V3NxRGVET0NYdHY1TEFGNEw0R1lMSHJIMUh4RVJFZEVvaUVnQXFFREVpMnExaFVPSWlDWmM3b0lxZ0J1NmFOV21tU3FqOFdGYlBtQkJpM3BmQnJDZmRmQjUzQUlUN1ZpWTZTVHpPZ0QvdHBQalRXMERNTWNLcXA0SzRHMEF2ZzNnWHdIOHpJSXR4OXAwbm04QnVOaUt4RTRXWlpzMlUwOHk3OWR3d2JQME85QnVkZmp2TkZqMy9XSDJqeTB3OVJQTENIcVR2YmNmdEJvMGI5Z0ZtVEpFUkVSRVU1ZXFnd0FDOWNycFAwU1VFN2tMcW9nTVhUeXJhMWlvOWdNQTN0UGs4R2xOc2t2T3NZdGsySFNWSHpYWTU1dTIvQy9yQnRPdXhabjd4OXQ3UDFaVnpSWEFUVmJYNHplV2ZUSS9NNTBKQUg0QjRDdVRMS0FDNjhienFRYnJ2MnFmNWEwamRFdEt2d1B0Wm9qOEx0TVY2RmliR25WTnB0YkxxeXdySmV0cUFDY0ErSlhWWGduc3U3QnNGM1IwSWlJaUlwclNWQ1FRcUVERkt3Sm1xaEJSTHVRdXFKS3RxZEtrVU8xQm1RS3A5WUltMno2WHlYZzRzTUgyM1FCMDI3U2QwUVJVWUJmanFlbDIwWDd0TVB1M2FwcWQreFRMbHRqTGdpelhXV1pLRE9Cdk1sT2E3ckgxWHhtRDV4NHZSd0Y0dndWS1BqQkNGa3I2SFU3YWZJN0w2Z3JWenJOQVRyWlFiWDFRQmRZMWFKa0ZXTW8yNWVyUk5wK2JpSWlJaU9vSU5BQUFGWGlueWt3VklzcUYvQVZWTWxSZG82REtSUTBDQm9GbEpXd0JjSGpkdGxOc0tzNG1hOGQ4bUhXNHlSWjh6WGFCR1kxaUpxanlzTlVJZWM4WUJWVk9CdkFEdTMrWFphbjhkeVlMQXdDK1o4LzUxd0QrRXNCZjJINlRVYWNGTkp4OWpuZU1zSC9KbHVQNUQrOHhEVG9KL1p0TkJmc3JBSGZYQlg2ZWJtSGNSRVJFUkpRbDRnUVFoWHF2Q1lNcVJKUUx1UXVxZVBIZURhYXFOTFRGYmxucDYxUUFhK3UydmMyV0YxcXIzc01BdkFUQVZabDlYbUxMMGJZMFhwb3BnUG8rQzZhOEJjQ0hNc1ZrUjJPNlpWWjhFc0QvMVFWU1p0YnR1OFc2L2x3S1lGL2IzcjBUenoxZXZtcUJyNGVzcTlGSTBxQkt1eTJ3UHc3ZzdYYi9TRnQrMGdKT3NHeVoxR2NCdkxySmVYcXNCWGZXLzlqblMwUkVSRVN0RVZWMUlnSlI4YW9ocC84UVVTN2tMcWdpSWtPMU04YW0rODl5QUYrM1lNTVp0bTVKWFZEbGFGdTIyMEk1bFY2b1B3RGc5emFGNUpYV0xlYmZSejkwWEdLM3NmWktBTDl1c2kzOXpoelpRa0Fvalg3ZDJxVG15UzhBdkNQeitDUFdzaG1XVWROS2w2Uk9XN2JiVWFsUk8raGptdXo3bGN5MG9OUVpBUFlIOE9sTVo2SzMyam5XdERrV0lpSWlvaGM2Y1lPMTh0UzdZRnl6a0ltSXhrenVnaXFBREJXcUhadnVQNyszSUVJMU0yWGpGWFg3SEd2TDBRUlZabWF5WWRLT00vOXB6M2ttZ0crTW9tRHRyUzBFWTk1czlWVldBUGhEazMwV0F2aVRCdXNEQUYwam5OKzFzRStxbzRYMWI3Tk1tdFErRmpBNmE0U2FLcnZiY25PTFkwbTlPeE1vK1pKTjQzbEhwbFh5WlJiMFFwUEN4YWRaVU9XYmxpRWttUTVTVjdRNUZpSWlJcUlYUEZWeElyV2FLdXBqQmxXSUtCZHlGMVFSR1FxcU9FaXpvRXBvUlVSVDJmbEMwK3IyclFCNHh1N2ZhQVZQWDJ2N2JRTndpQVVmQmdEY1Bvb2hmOUJxcWtRV1RBR0F5d0Y4M2xvaHY5TTZDclhqNXcybW5HUWRhc1ZwRXp2L0EwMzJlNlYxUGJxcGJ2MHROclpHM20zZGVtN05CSXVhV1dYdi9ZbFdTNlplbWwzeVZnczRaVC9QTHdFNDJBSVg3eDBtOERUYmx1dWFiSzkzRG9EejdMMUp2MHZwdWZzejJUZnZzY0JKcXdHdlkyMHEwSnFkeUdnaUlpSWllcUVTaURwQVVPditVK0QwSHlMS2hkd0ZWWkFrSHNGZ2pLUlpVT1V2TWdHTXJCa0F0dGF0VzJadGlHSGJicmNPUVNjRCtLRmxmTUNtdzdRN3hXUnZDNnJBc2gzUzRFMEZ3SDlZcHNxRkFIN2NSbTJWb3QyR2M3WmxrbndId0JNTkFrbXB1K3dHQUlWTXNkZit1dm9zV2VrL2NPdUcyYWZlVThQcyswNGJwN1AzNFJSN2ZhKzMxc1YvWVZOODN0N2cyRTRBQjlqOUQ5bVVuaTgyMkMvTHQ5aCt1ZFg5VXUrejViZEh5S3doSWlJaW9oMkpRcHpVdWdCNVZXRlFoWWh5WVN4cWt1eFM0bHptUWxkSG12N3pqRTNwYVhSYjMrU1l0SlBPQnl6TDR2MzIrUEpSRFBmek5qMGxzZXlPK20xYkFjeXl1aHl0dXNDT0crNzJYdHYzM1Mzc205NCszdUx6NzJQTDU5c1k4M0JtMnZmd2U1YjVrZ1lrMWdKNGpRV0YvaHpBcVEyT1BUWVRHSHdIZ0RlMjhIeXpMS01rZTBzTDl1N1RZTnRlTFp6VFdjYU10K2xBUkVSRVJOUWVnVnE5UkJIdnRjcnBQMFNVQzduTFZQR0pUNEt3bHFuU1FrMlZiMXROamthK2JuVTA2bjBmd0Q5WnQ1ZC9zbWt3RzYyb2FqdGVaVk5JWUprWTlaMkQxbHRiNHdzQW5BN2dKd0N1YitQODk5djBtbnJIV3diSERTMEdQdVpidStWV0hXckxQN1p4ekhCK1ltUDQyd2FaSVd2czliek0ya1IvdVc3N3liWmNuWmtHTkpLN0dyUkhUaldxVS9POVRLSGhacng5WCtwYmNSTVJFUkZSU3hhSVNPMEhYMVg0UUFzTXFoQlJMdVF1cUlKTVRaVmhwdi9zakdjc0srVmRBRDVxNjc3UTV0U2ZtWFl4RGd0c2ZMTEpmaGR2NEZIMUFBQWdBRWxFUVZUYkJmdkJWdHgwU1lPV3o4MTh5N0pkc3Q1b05WTHVzRGJPaWEzdnNheVBSbE9pTGdSd2JvdlA2VElkY3U1cjhaaVJQR2IxWDVwNXlHNncvVXIyR1hWWWh5RFk1MVhmZmpuZDk5bTY5VCszVnRSWlI5cG5jTE5OVmNxNnRZM1h3b0FLRVJFUjBXak1yUW9RMW1xcVFMMHZjUG9QRWVWRDdvSXFJdGw2RlNOTy94bXRDMjA2aWJPZ1NIMkd4SERLMWxYbVFIdjhrV0V1dGl0V2krTzNOdlhrNXdDT3k3VG9iY2RNeTdTb0F2aC9tWUFLTEFEemFndEUvT3NvenAwNjNxYkRlQURYN2NSNVJ1c25tZnVmdEtsVjkxdjc2L3FnU3JydjJ3RDh0UVd3Zm1mdlRiM0xMRlBtY3cxYUp4TVJFUkhSTHVFRXRjWVVQcTcwTTFPRmlISWhkelZWc2kyVjB4VEJjZkRhekh2VEJlQ0lGbzhyV1liS3krengxd0Y4ZDRSamZtY1gvTENNaWYrMWFTVHRPTUFLNmM2MHJKTjdMR0EySGNCKzF2Rm1BNEN2WkxJNzJsVzJGc2NBY09Vb0F6OWpwY2VtVGNHQ0s4TVZodDNEQWxYdjJFVmpJeUlpSXFJMjljU3hxRmhORlZWZktIVXdVNFdJY2lGM21TcEo0cjF6YWZlZnBpMlZkOFpmQXJqVTd2ZFpmWktmV1piR1hjTWNOOTJ5SEY1amoyL0tkUDRaeVhrV1VEbkpBamgvc0F5TDIxbzgvdXNBRnR2OTh3RmNaTjE4R3ZtR3ZhNHJXanczN0h2eVRRQ0xtaFRkM1pXNkxhT255MTdMbFRiVnFabTBmc3JUTFo2L2FGbEQrOXB5SCt0QzFLeXdNUkVSRWRGNENQYmQ5NGh5ZjBtTHBVQ0xvVVBSUVV1QmswSU1YM0xPTmYwNzNpWE9KNEdQNDZRUUI2R1BnOFRIWVpMRVc2SWtEb3FsdURDUXhIM2xnYmpjMXhjLzlkUlRjYWE3NDRTSjQxaENWV2RwNlQ3UjNna2ZFeEZSSzNJWFZObHUrcy9JaFdxN005Tnc2blUyV0hlV0JTVEVDcU9lWVZOekZnRDRQWUMzWnRvdlo3M0lnaFJwUnN2dFZrUzExWDhNdkxWdXZ0S202Y3dCY0NPQTVWYlBaV0NFNC8vTGp0dGtSWFUzMjIyVDNkSU9Qd1AyR3MrMFFGRXI0OXZMQ3UyZVpJK1h0eEhzR1d0NzJiZ1gydlNqRDlqNjlEdlJLSE1wYmJtOHhqS0lqckxzbGV4dGllM3pmY3ZJcWRmb096UmVVOCtJaUlpbW5KNmVubkovR0hhSC9hV2t0MWhKZ2tMQkY3ZHVUWjdxN0V5d2FsVmlQOW9NbDNrNjFzVCtibkNZTzljZDJOL3ZvbWdQRjNYM0JkUGoyTVZ4bC9PZGtVdVNzdXRJWXBlVUVxZGFGcDhrRHVxbFVBZ0RIMGRkR2hRN1ZkQVYrS1FyY0VHbkI2YXBvTXQ1ZEdtZzA4U2pTd1ZkQWt3RFpKb0lPbFcxRTVDeUFrV0JGR3MvNkdqUk1wNExnSFNLSVAwRnNlRWZyTVdSWHAwREhCd0tUbXN2TlF5Z1lZRHVVbm9DaHhrb0FET21ZYzZNZllhT1U5MEtvS0lpL1ZEdHN4L2kra1cxQXBHS2gvWUwwQWRJUllFK0FiWXFzRVhodHdTcW03M0tWcFZnaThZRG04TWl0ZzVVQSsrQ3dBZEIxVmY2QXg4V3FrbXgyaGx2SzFXU2NtOXZ2SGJ0OUFSWUdRUHczbnRKcC85QWtQU3Y5d3lxRUZFdTVDNm8wbWFoMmc5a0xyeUhNOTB5TWQ1c2o3OW9BWlcwcTh1UEFielNnaDVmc2lrMkZmdkgrTU1BUG1QMVNnRGcvNnhZN09ZMlgxa2ZnRk1zT0hPU1pacDh4bXA5bkdiVGdwcjV2dDFhY2FVRlY2YmI1NThXbnQzYVlOKzNXajJaZmUzeFo2M2V6RVI0dFgxR0J3UDRwWTB0L2NmMk9Wdk9CN0NiQlpKZ1FaaTBROUREVnNqM25DYm5UeXdnOWJRVnQwMlh6d0RZWXVmZGJIL3c5ZGc0WU44RElpSWlhbUwyM0NOZTRoM2VVQTdrclFqUk93UGQyd1RvMWU1eTcyeGdtOHhiMUt1Q0xWQ3RpS0pYRmIzaTBPdUJiYUxvRlk5ZXIvRzJhdXg3T3lTc2JBNzZLeHRXcmRvR0xBbDJQM2hqNS9TazFJbHlvYXhKM0lrd0tFT0RNdFNYSlhCbHFDOUR0UXlWRGtETGNGSjJLbVVQTFR1Uk1sUTdQS1FzMDZaMWhLSWRIZHJWZ1ZETG9VZ1pXdWdRcHgwb0ZrdUJhaEVPUlFSQkNSb1VSYVRnaXFXaEYybEpJNE8vN2dTQVFBQzM0eCtySW1uY1lMdTFPN3h2cXVvRmlCV0lCUktyYUF4RkRFZ2lvckdxSkRzY2xIMGFhS0FRQjlGQUZFNEZBU0JPVkFNVmNWQU5CSEFRS1dhTzZnYlFiWVZOdGp0YjdmVU5yWlB0bGdIczVkWVVTMUJWWHl5Z0NrRUZXdXJ2TEdrRjZOd3FIYnFsVzh0YmRGckhscDU1dWxWeHhCYUI2eFh4SWFBTEI4Kzh4d1JQTmljaWFsSHVnaW9pemcvZDE1RnFxcXh1MG5ZNDYyZ3I4SHFRQlJZK1VGY0haYjNWNUxqWWlzNStGTUNwbHUyeHpRSXdxYS9iOGFNdHJMVU53T3Z0dVQ1aC8wNGxZOWhwQi9hWjMxdTNUbTI2VXRhdk1nR0piVlpRdDlYQXpWaWFCK0JzQU8rMklNcFpWbEEyRzF4YlpWMkU1Z0I0M0c3T0FoOWRGaGk1eVg0QjZyYUFTZmIyckJVVHJtL3BuRm9FWUlVOVozOG1nUFprZys1Q1JFUkVsQlhLYVFGd0dpRGRxTHRPejE2WUsrQkZFTU1oRXBYWUFUR2N4aERFRG9Xb295Q3hxaWJUcFN1ZVBtOXhMRWhFWlhvQTFWQkVBcFZDS0lKQWdRQk9BbEVFS2hJSVhLQk9BMUVKSUJJb05IU1Naa1JrQy9TbEE1S2hRU0hkTFR0d1c2b09lTWcyVWUyRG9BOUFyd3I2Uk5FSFJaOEtlZ1hvaFdxZk92U0tvdGNyK2tUUnEwRFZPVVFLVkJXb2VrVVVBRlZWcVRyVlNDVG9GMFNJblBNU2lZckVYa1RVT2VlckFwV0Jxa0xjOEprOTZrV0xSVkd2VWxRVnRSc1FDcURRUXUxeElRbWQ5MG1nRHJ1N1FQWlMrTDFFWlM5UjdLTk85b1JpYjBEM0FtU0daZlNXQVhSSU5oalRnSWk0d2Yyejc2dTl6MmxvU1FiWFovK3NGOWRSQ1p0TlpTY2ltbFJ5R0ZSSlBOQnlUWlhMN1NLOG1kMEIzR0lCbGVzQS9CV0FSeHZzVndYd01RQy9BUEJ2ZHZIK3JCV1p2UlRBMndGOENNQVBkK0tscGJ3VlgvMmx0VXcrYll4YjlkNXZBWUp5N1djRlBBdmdhdzNxeFh3QndBbldXZWQwQzFyc2FudmFkSis1bHNGemRwUFBKd0x3WjVaRnRNU0NJTEJnMFBVV0NJc0FYRzIzZGowSUlMYi9YanJzL3NvMmF1WVFFUkc5SU0wKzlNWHpCVGplTWlDR1pSZmhSUUdLMll2dTdRTXgyWUJIR3ZmWVB2QWhnc3lGKy9aTDFBZElHbEJWRDhnMnFHNkdZSk1BV3hUb1F5MTQwcXRBcnlqNlJDU0IrZ1RpWWxYdlJSQTdMNGtYVGNScEFwVUVYaE12a2tpQ09CSHhUaldHaUE5VTRWV2RxQlFnV2c1VlFoVUo0Q1JJRklFVEg0b0dRUUFKdGVnRHAwR2dLb0dLaHFFaWtHSXhWSlhBaVFZZUtBaDhFWEJGaFpRQUxVbHRobEFKUUJFaVJSVXBBU2k1ZEIyMEJKWGEvb0YydVNBYldxcGxuV3dmWTJwdDFyT3FlaEh4Z0hwVlNTRHFSZUVCOFNxYWlObzJrUVFLTDZKZVZUd0VxR1hRSUJTVlFFU2ZmL0xKZUZ0TFQwcEVOTUZ5VnhmaWdQbEh2THdJZHpNQVFQV0xqejE0OThkMzhwVDdXTGVmeTF2Y3YyQVg3YmZiNDhDbWhqeS9rK09ZakE0RjhNZ0VqMkUzQzY3OGNZTEhBZnZ2cFdCQmxXWlpMVVJFUkFSZzFvc09QOW9GNGVrTzh1NVc5bGRvSDFRcVVPMFRRVjh0a0lGdElxaW9vaytCYlNJU056bGNJTm9waWc0Rk9nSHRnRWdIRkIyQWRBaTBRNEZPRWVrYTIxYzVkYWpxZ0VENkZUb0FTTDhJQnFEYUQ4Z0FvQU1ROUt2WEFUZ1pnRXAvdWc2UUFYZ2RnRWdmNEt2dzBnK0hQdSsxQXRFS3hGWGd0U0xPVnhBSGxTalFQa1J4SlpHd1A5azhVRm0vL3FFK0FPN0FBdy92RHJxQ0diRW0wNHNBSG52NC9yc24rajBoSW1wRi9qSlZZbWc2YWgyYm9OQnpiUVJVWUJrUHQyY2VKMU0wb0lKSkVGQkJwdGp1WktDVG9UbytFUkZSSGdRdS9Ec29UZ1YwbXlvMlF2Q0FBdmNyZERNVUd3UEZKcFZhTm9qR3N0VVhVQTI4aitQRXgwRVlKRkhzNDBLY3hQMkZLQzVXTytLK2ptb3N6d2ROcDd4RVhYMWhWN2tjUkFOaFdDcEdRUklWZ2tMb3dpU09nekJ3b2ZjdUNKeUVpWXREc1d5T0pFYlJDUW9BU2lJb2VBUkZDYlFvSGtVQVJRV0tnQ3VLYU5GRENvSFhvbmNvaXFBZ1hrT0ZUU2xTRFVUVVFXemFrU0tBSUlCcUFKRkFJSUZDSGFDMUtVa3FBVVFEVlhFaTZxR0lJVWlnNmtVbDF0cjlSRVdTV2thTUpoaGFGNHRLQWxWZnUrOWpDQ0lWRE1EYkZDS2dxZzVWQUZVQnFvQlVGVWxWVmFvUURQZ0lVUkFtQXdwVUF5MXVBNERZSmQ3RlBnbUNJSW5pT0FuQ0lISFZ5RmVEUWhJV29xUy9Xa2lDb04rSHZhVmtXN0dTQkp1THZsVGFrcXlkUGozQlF5dlRZc09qbGF4ZGUvOEdWbEVob2p6S1hWQUZFdXRnemZOYW1pZ1JFUkVSVFRhcVc4VzVNbXBUY3Nyd3lkY2VmK2plOFN0NHYyN3kvQXBEUkVRdkhMa0xTbVFMMVJJUkVSSFI1T1MzbjdxckNtR05EQ0lpbW5KeUdGVEp0RlJXelYxTkdDSWlJcUlYQXBIa3lhRkhxaENwVE9SNGlJaUl4a1ArZ2lyeFVGQkZjemgrSWlJaW9oY0NWVHd6OUFEcXZmWlA2SUNJaUlqR1FlNkNFblhUZjVpcFFrUkVSRFFKRFZUYzA1bUh6RlFoSXFJcEtZZEJGVTcvSVNJaUlwcnNTc0JHQURGcUVSV0ZLSU1xUkVRMDVlUXVxQUtKQm9NcUFuYi9JU0lpSXBxTXRoVXJpYXB1U1I4cnBEcXhJeUlpSWhwN3VRdEt4SEZtK285dytnOFJFUkhSWkJSc0xub0Ftd0VBQWhXdjhVU1BpWWlJYUt6bExxaXkzZlFmMWxRaElpSWltcFFLaFUwZXdHQ21pbk0rbWRnUkVSRVJqYjNjQlZXQWVLajdqM0w2RHhFUkVkRms1SnhUeUZCUXhmdUFtU3BFUkRUbDVDNG9zWDJtQ2d2VkVoRVJFVTFHYTh0bEQ2OWI3YUc2Z05OL2lJaG82c2xkVUNYS0JGWEVjZm9QRVJFUjBhUlVMQ3BFQm1vUEZFbVNjUG9QRVJGTk9ia0xxa0NxbVpiS0RLb1FFUkVSVFVvckFTaWk5S0h6SVROVmlJaG95c2xkVUdYNzZUL0NvQW9SRVJIUnBOU2hLcldnaWdBNjh2NUVSRVQ1ay9PZ0NqTlZpSWlJaUNhbk95Q29CVlVVRUJSWUM0K0lpS2FlL0FWVm9zQm5IMDdnVUlpSWlJaW9PVlZvTlBTQVFSVWlJcHA2OGhkVTJUNVRoWWlJaUlnbUthZU9RUlVpSXByU2NoZFVHWENaN2ovQ2Y1eUppSWlJSmlsVjU2UE1JLzdkUmtSRVUwN3VnaW9panBrcVJFUkVSRG1nZzkxL0JFQmhvb2REUkVRMDVuSVhWSEhWS211cUVCRVJFVTErS2lySjRBUDF1ZnU3azRpSWFDVDUvc2ROR1ZRaElpSWltcVJFUllQMGdmTHZOaUlpbW9MQ2lSNUEyemo5aDRpSWlHaHlXckNnT0RzSjN3M1ZjaExIVjR2SUhxb0tRRndZeXY3N3paOC9XNnFCRHlQWnRtYk52UnNuZXJoRVJFUTdLM2RCbFd4TkZRVUxuaEVSRVJGTkZnY05CQXVsNE00WGg5bmluR0xvcjdheUFGZVV0Q2dvb0lLQy9Hem0zTGtmZm1iVnFuVVRPMklpSXFLZGs3dnBQK0w2czVrcURLb1FFUkVSVFFaejU1YlVZU0dnQndHQURFbnZPMXQyaXVnYnltSFhyL2ZlZThHMGlSNDJFUkhSenNoZHBncjZBSFNuRDRSQkZTSWlJcUpKWUhiUStSZk91YStyS21wVGZwb1FSRkRwZ0dpOGJ0M0tiYnR5akVSRVJHTXRmNWtxSWtQL1NyUGdHUkVSRWRHa29MR3VVR2l2RFA3bUpiQXNsY0diclMwQUtwcklkeVowd0VSRVJHTWdkMEVWNTFpb2xvaUlpR2l5V2ZQSGUrOVVqOHVCZElMMmNIK3l5Uk9KUzY3ZlZXTWpJaUlhTDdrTHFteVhxY0thS2tSRVJFU1RoU1pJdnF5cS9XSi9vbVduQWFWVmExVlZBYjB6MmlpUFR0aElpWWlJeGtqdWdpcDkyN2RVWmxDRmlJaUlhSkp3RlhrQ3dFME5OOXBmY0NJU1ErU1daNSs5cDNmWGpvNklpR2pzNVM2b0lxNHkxSnhQV0tpV2lJaUlhTEpZcytiZXJhcitSczJrcU5RWHJsVWc4b2syRHJ3UUVSSGxUUDZDS3R0UC95RWlJaUtpeVNPR3Vyc2cyTmpvdHk4UkFWUTNyWGs0L01PRWpJNklpR2lNNVM2b3drSzFSRVJFUkpPWGVqd014YnJhb3gwREt3cjhEM0JIdE90SFJrUkVOUFp5RjFTUjdZSXF5dWsvUkVSRVJKUEl3Rlo5SEpEbkFTQ2JySkptcnNSSjlNMEpHeHdSRWRFWXkxOVFKUWlZcVVKRVJFUTBTVDM3N0QyOVVIMncwVGIxL29FbkgxbTVZdGVQaW9pSWFIemtMcWhTaDVrcVJFUkVSSlBQRGVrZEVSbk1Vb0hJNVJNNEppSWlvakdYdTZDSzJ6bzAvWWNSRlNJaUlxTEpaOEFudCt5d1VySEZlMXc3SVFNaUlpSWFKN2tMcW14eDIwMy9ZVnlGaUlpSWFKSjUrcEg3SGxUdk4yWFhxZWlESG5oczRrWkZSRVEwOW5JWFZCRzNoVFZWaUlpSWlDWTM5ZEFmREQ1UUpJRGN2UGJodTUrZDJHRVJFUkdOclhDaUI5QXVZVXRsSWlJaW1ncm16aTN0RlFURmtrZ3hyRWl4NmxBTUJFWG5YTUZKb1JpalduS0Nna2hZRktDWUFNWGFZeFRVdTBDZEQ1eVhRS0ZPUkFMMUdzS0pFOVZBUlFLb0J1TEVxV29BbFVCRUFsVjFBQ0NpWGxVU2lDWUM4YUtTZUZFdnFva1hTVVM4Ris4U2lQZXFrb2hvNHIxNEVaZUlhdXhGRTZjYXF3YVJEelJ5aXNpcnhvRkhsQVErRGxXaktORWJuT2pmQW9CWGZYUnJ0ZnFOZlE4NVlvOVNwRkZmUnpWZTM5c2JZKzNhS29Ca29qOEtJaUtpMGNwZFVNVmx1LzhJcC84UUVSSFI2UFQwOUpTM2xVb0ZueVN5WWRXcXJUYXRXQUE0TEZnZ1BYMTlMbzVqaWFJOW5QZXhKRE9xVHIyWER1bWNYcEJrYngrNnZVT1ZHUjdCTklWMkM5dzBrV1NhcWt3WHdUU0ZUQk9nRzlCcEFLWUIwaTNBTkFXbWlVaDV1OEYwQXVXNjhSVlEzTzV4OW84MmNhZ2xITHVoUDRja0dDd0dXMXRqeFdGRlpIREM5R0RCV0lodFRqY0FEZ0tJSUFBQUJKYlBIQXkyUlE2Q3dXZEhrRDRuMHVOc0dRQ2hKVUtIZ1FLMS80TUFoKzVXS3Q4REFDZ0MzZWhBZDNjSE1IOHZBSUNxZWdDYm9PaUZvRStCWGlqNlJOQUhvRmNGdmFKMlgvMDJpR3pSUkxlb3lKWkFzTWtqMmFweHNEbUIzMXpXMHBhTjJBaHhUbDBRcUd3STFMbFFnMkM5T3VjMERFTjlQQXdWeGFKaVpZY0NkNlIvVzJyZGJiS1FIVzRMRmdpcVZlbUpZNG5qV0x6M0F1eUhwNTY2WTRCQktpS2lYU3QzUVltOTkxNHdiZHBleGEyby9XdjMwOGNmV1BGbkV6MG1JaUlpeXBHZW52THN3b3lUSmNCcEFoeWpnRk12NTR2ek13Q1pycXJUbmNnTWhYUURmZ1pFWmtBeFhZRHBFSmtCb0RCR0k0bFZOWUVnRVpWWVJSTlJTVlEwaG9vWDBVUVZzWWdrdGYwa2dXb2ljQW9ScDVvTUNNU3JxRUxoQVZHQmVnaThxaWdBRDZpSzFMWlo0RUpSK3dOUUFIRVFGVlU0NXdyVEZacEE0d0VBb2lxdUZubFJWMHRzVWFlMWFJMEE0a1RoRkJwQXhFRTFFTEdNR0lnVGFLQzFjd2VpNGxUZ2dOcDlpRHBWQ1FCMUluQ3FDRVJrektlanEyb0ZrRDZJOWtIUkI1RUtWUHNCVktCU0VVR2ZGKzJIU2tXZ0ZTZ3F0WDFROGZEOVVGY0pBdTFYMWRncklvVkdUbEZWRFdJWElQSzF6SndvOExWbEVpSUt2VWF4MXlqMnFCWWpqUVlHdExwdUhhckFTdDEzM3lPSy9TVXRsZ0l0aHVKTFRxVG9CTVZFdENnSVN5SW9pbXBKQkFWQlVCS0ppd21Db2pndE9aVk9WZDhKY1owSzdZU2lVMFE2SWVpRVNoblFhWGJmZTY5bnJubjQ3aHRhZUl1SWlHaU01QzVUaFlpSWlHZ251Tm1sR2U5MGdvc2hzamNBUUxYWEJmaHFXbW91emVhby9YKzczcy84REtXcS9SRHBBOXhXYVBLOEFCVVByUWlrWWhmdy9SQ3RxS0lDMFQ3NDJnVzdxRllTY1JWeDJoZDZsMGl4ZTFyY3YzR2RPSmNrU1pLSUV4K0xUMXppRW5HeFIreVN4UG5FaWZQT0owbmtuQy80RHRlMTEyRkhWSHVmZTZodjY1cU5FS2ZPT1M5T1ZHUkFCNnJPUTV5S09CVW5HZ1JWajRwb256Z1Y1elFJK2owQTdMblhNUXUyVlo1WXJSdWZHZERwZTNWMDdYYm9NWlhOYSsvdTIvYmtGcWlYVWtsRlZVVjlVWHppbmFvS3RDQmFWQ21xRisrOTg5NEZHaVl1OU43NU1IUmV2Vk1OWEJpb1UwMmNKb0VMTkhFSTFLazY1NzEzUWVBYzFEdFZkZDQ1RjZnNlZSRkJYSUs2Y3VLMEhJU2xHU0xsbVVsMTYwWTRMVHVWTW9BeVZNdmVTUW1xSFFMcEFxUlRvVjBpMGdGZ0dsUm1DTFFNUWNuV2RRQ3k1K0JuSjdMZFo1bG0yQUJEbVR5MVpCdG5uek84UUdMbkpJWWloaUJ5MEVRaGtYT0lIU1NHMHppQXhBRWtsZ0NSQ3pRdUNXSXRJUXFuSVpxMkp5SmdrU3BRNklEVXBtNGhLRUpSRUtEZ2FnRzZZbTI5RktFU0NyU29DQXFCU0FoSVdFc2dDbXg0c3YxUG90dG5HOFhPNGR4Wmh5Nzg3Qk9QM0h2OWdZY2ZzMGV4dVB2Qmo5NTE1ZTFqL2w4UkVSRU55bDFReGJtUTNYK0lpSWhvVkE1NjBhSjNPU2VYQVNnbzBLZkFKeldPcmdzS3hmdGFQWWVJbEZXMUNFa0VnUGUxQ1RjREFHSUYraHgwb3lvMnErcW1RR1JqSXJwSnZXNVNwNXQ4Rkc4cUpudHQzWFBlMHRkNnJWNTl4MVVYUGQzcTB4NTEwbm1mVUExL0o4QkQ5OTMwblZ0SCt4NHNPZkdjMXppdi90NmJ2cjBhQUk1ODNmbkh1REI0OE43cnYzRS9UajAxV0x6MWtGblZOZVduVmo2d3ZOcm8rTG5MVGkvdEp0TVhidXdyM1BmNGRjdjcyM3J5cGN2RG96dVNZL3UzUnZmY2U4UEZHeHZ0Y3ZTeTg4NzN6ejEzMWgzM2ZpM2FZZU9DQmNYcFc3ZE02eTd2MFFtUFRnUlJaeGdFSGE2NDJ3SGwwdDdIVmphditrT3BhK1l4MVlITlZTU1ZUaFhaRDhEdUFHWkFaSGR4d2I3d1NVY3JRN1VNbXFJQXhhRy9PT3ZtbnN2MmY0b09Uc1dxK3d1MWVSeWswZnJoNTdjcmRJTWdIRkQxVHdPNjFkYjJpOGlKSW5KU0dBWW45Y3hiOUpqNHloenRyNkJuM3VJSzFKLzllTkozR1ZhdEdtamx0Uk1SVWV2eUY1VFlmLy9PT1RQMjZVWHRGNFNmUC83Z2lqZE45SkNJaUlobzhwdjlvb1hMWEJCY2lkcmZFRThEdUNyUnlybFBQUFRRVTNQbUxmbzhYT0VVRWRlaEdsZmhrMFJyRjlRRkZSUUFGRVJSQUtTb3RjeUNNZmticWpaTkJSRWdFYUNSQUhFdE8wWXJDa1MxYlJxTGhDV1JRTVFGeFNUdWV3eXFNWUJJQkpFQ2thckVBa1FReEZKN0hDa1FpeURTMnI1VkVVMGs2T2dvbHZjNFpLRHYyZHQ4SFBXNVFrRTZwczk1WFdYREl6OEdYSCt4YStiQjZzUkYyNTUrSkR0T2daYTgrQkFhbGt0ZE00LzBjZS96VWYvR2RTb1NpRWhCRktGQ1FoRWZxa3BRS0hRZEVDWGJub2RLQ0NCMHRlSzVvUXZLZXdsY1o1TDBib0JLQUtkbHFKUUFsQUFwU1ZBOFFKT29vcUtoUUV0UTJEYVVkcWhETTg1cUhZczBFa0dzUUN3cUVjUTVRQ05WWHhGSXJJSllGSkdLSms0S1JRQUtGeFEwaVo1VitGNG9JZ2dVUUVFazNOTzV3cDVKWEZrblFLaWlCVUFLb2hwQ3BBd1g3Z1dmVkJRK0FGQVNTSEdzZmdCVjFYNFBmSGpOZzNkL2JTek9SMFJFUTNLWHFRSjIveUVpSXFKMkxWaFFkT28rbmo1VStGK3VmdkNlOTZXUGcrTCtYK3JjbzJldFQrTCt5dnI3YjRpVExVbmlVSEFpQlFjcEpBa0toVkpIZDZtODM1TCszaWNmQXJ3V3l2c2VFMVhYUCsyaktrUjhsd0pkVG9MZFhLSGprQ1RxMnl5UWFlcDlDWUt1V2lsYWRJc0Vld0krVFA4R0c1cW1nc3h2WGJyZG85cTlCS29KTkFGRTVOQnNLb1EweW96SXptakpGS2VGSDBDMTcya0k4TTRnREFEMTZOLzhSMGpnVGdXQXFQK1oycDQ3VkRrUk9BU0FLS0pLTGJuR0RWV3V6Y3lnY1JBQmtxUVBybFpGZDNCQUFrRDlRSzF3cmJnZHA5NEFnSzlteGk0Ny9QeW5LZ21nMVZvUXl2Y0I2QmNKaTZxNkpRaUNnbnEvMld1OENVQVZxZ09BREtoRHRWVGU1NlZKdEhWRkV2VTlCVWhWZ1FFQVZZR3Z1dEwwM2NLd2E0WkNxb2o2bjQ2cnp6K3VDQWU4ZU84VVVaSm83QUpFaFk0RDlpdDFIL0RuVzlmZDljWEl4NVhBaDNFU0lnb1NINGRoWnpCdDc0VkhLVndjaG9WZzNUT3JybDQ3OE1kZXJGb1ZBZENGQzkrNVczSG1nV2NPUkZ0Kzg5enFHeDRvRm9Jd2RBT0Z1Rm91QkVFU2R1K3orUFZKa3JqZURRL2Y1RndjSk5DU1M4S0NPdDhSRnFjZkVoUzdGeWJWVGV0RVpNOWtvTGZYaWgxUEI3UWJ3SFRuQ2dkNWpSSW91c1VWSGdVd0hSclBIdm8rU0RsUVBSMEFneXBFUkdNc2YwR1Z0YUZpL2tRUGdvaUlpUEprVnRYTjBvTDBaSzdSSDg1dW4zN2drc1dpU0R5Uy83bnYvMjVhMStnY2kwNDY1MFFmK2U4OWR0dFBIMTF5OHZrTG5RUlAzdmFyNVRkbDl6bjZoQXZlNXIxODJybTQ1M2tmMy8zWU5aZHNIdHkyN0lLM0phcUZPMy96NmUvVzF2U1VlM3AySy9kSlhBckZsM2FmdWVURUpOcnlUR1hqdzA5cVVPcm82Sm81SityYnNLazQvYUFUNEdQMGJWbDl1M1BxQUMxNTFWSUFWL0xRV2lhSG9LTlkzbjJSSmw3amVQTVRvaWg1MVpLSUs2SzJUekVJdXc1VlgrMVBmTlR2Z0JLY213SHZvWUlRS2gwQXlzMHljRlMxWDF6ZzFPdFd3RnRBQWxWdlN3aXF6blhzSVlKcUV2Yy9CZmgrZ1VRS0dRQjg1QXJkKzZrZmVFYmo2a1lWUkU0d29Pb2lkUzRTQ1pPT3JwNWwxWUhuZmhSWE56MldSTWsyT0ZkeEhyMEQxYjZLQnFWZTNlYi9QM3R2SGg5VmViNy9YL2R6enBtWjdPd2dJS0tHeFFDQlpBTElwaU5MRnF4YWE2bTJXcnZ6NjdjdC9kUlBMYkxhK2JDcXRiV3RYZTFtYmJXMjFxMnRrSVNsVWJGVXNvUEVEWkVxTHV4TFNESnp6bm1lKy9kSG5vSEp6QW5FcGEyMDUvMTZEWk9jYlo1elpqTE1jODExWDNkYk1MOU1Ec3pObWNua3VrUUJybDhmclE2WExoNU5RaFFSaSszTWNuQmQ5Wm9OcVdNdkxsdjZGUkwwWFAzNlZiZW5yaXNvaUFaQ2c5eFNNdWtBZ1ViV3JWdnhHNi96RDRmbld6Umd3QU4xNjFmTjgxeGZ1bnd5Q3pwc0NBeXVYYmZpVjEzWFJrWG9IQmxWaHZIRWN4dnVxRW5kdDdBME9pQmdxR0I3aC9qZWF5Lzk3a1R5dXVHUmFLaFBodnhpNi9INC8rdlZMMWdSNTQ0bnRsZmYyZGJsTlhkNWRLcHk3Vmg5MVpxbWkyYmNNREFyYS9pVmRaWHJmM25lYVA2cUFOMEtRaTRBZ0dpczE5aDlmSHg4Zk40Ylo1K29Bak81cGJMdld2SHg2VGxmQk5BR3dQTURZd29mNnV3YWdYWC9nbkdkaVFFQStnQjQrU3h2RTNrZGdDd0F2K2htUFFHNEdzQ2pIN0JXbnU4WEJLQXZnSVAvNW5FSS9kcnVEZ3ZBaFFEMkFqaHhtdTBTMjg0QzhEeUFmN3pQNC9SNW4ySGdYSUN6QU5qTTJPRXFlWEx5UFdIT3NoR2thRElyUE5aWXZUWk5VQmtlaVliNkJ1MHBySXlEelp2VzdKNHdaOGtFdUR5OHRqcjZXR0tib1ZOdXlqZ25OMnNhRFBkRmRvMytDaUsrTzBsUUtTbGRNa2N5Wnh5T3ZmN2dxU1B2aWUzWmcxaEJKSm9kQ3JoaklOU3pEWlZydGsrYXRiaXZNcWlZRWFnajRRNEN4T0VPYnYzK2EzV1BIZlk2dC9BVjBVemh1T1hNM013SHJZZnJkMFRiazljUG5YSlR4c0JlV1o4bWhsMVh1ZW9YQUZBeWUxRVJDeXRRWDczeTJmRHNidzZENlE3cmVNM2ExdEtTbnFNeWF0ckNuSnhjNjNQazhvN2FEV3MycDc1SGhXZmZraWZNd05XdWduQXQ1OUVkVDNUTlNnblBYVDZPYkpoMUcxYzJKZll0aUVTemc1bE9zU0VSSTZEY05YRHo4K3YrMEcyZ2FrSGtTOW1aZ1p3SUMrVVlTb2pheW1qVjJGbExCaklvckVoVkc0b24yTEQvMW5XdnFDZ3B0V2N4VVU3OStsVnJ2WTRiUEM4K2haVVJNMXdhWGx2dExhZ1VGRVFEMU0vOWdsUzB5dlA2bHkwcEpvT0dRaUpHY2VkUFhkYUY1MXZVVjM2UzRUNWR2MzVsZGRxK0Zjc3VGRkJmY0VuK3VLVm1SZGYzbkVqVTdCOTBJMUxTMDlsWmdWbEsybFhiTjNZVlZJcm1MQndzbFJzNkhBODBJQklWT1FFMzdKQjhCS2gzc25MbTNTOEN3V0Rib1ozRklMNkd3WjRaTmo0K1BqNCs3NDMzdllXZGo0L1BCeElUd0NvQW4rN2g5bDhEOE5VZWJtc0J5QVV3RU1ENUFBb0JUQWRRQWVEakFMNEM0SnNBSm5uc1MxcG9HQXhnak43dlNnQkZTZHZNQjdCRFA4YTc1YmNBOXJ5SC9kOFBQZ3JnazZkWlB3L0F3L3JhLzZ2b0EyQ0N4NjJ2WHQ4UHdLQWUzTTRFQWRnS29PWmR0S0o5Qk1DaXBOOUhBSjUreFZvQU41L2hXUDBBdktFRnJ1NDRUNHNrczNzd3Rqd0E2N1VZNXZNQlIyU3hhaHdBQUNBQVNVUkJWQkNaQkJBREo4Qzg3STJYZHJZQXdMakxGL1UyRExvR2twOXVxSDZoS1gzUGVVYWZER2NDcEhHd29YcGwvZmhaaTBjcUVuM3FxMWM5ZG1xVGVjWTVPWmxGTnVndGxoUWdrb3hEK3hvU3EwdEtsMzlXZ1FhUVpmeGhUODI5WFlKZEN3cWlnYXdNR1FhWnJ6VlVydGtlbnYzTllTcEFrNlJKTDdreXJoaFVKcVc0WjJmVlhaNkNTa0hrUzlua3lDc0JHdVRHclQvWDEzY1ZWQURRb056TVVsWjA2S1NnVXI1c0ZGdm1lUjE3amNhSmtXOE1Ja3RPTXNuYTdpV29ESjF5VTBaMmJ1RFR4UFNhT256d3FUUkJKVHpmSXJLbVNjQVZ5bjQ0VFZBcFhUd1prdnJWSGRuM1hHTGY4T3hiOGtKQmR6cEp3VXlZcmxoVU5hNWIzYTJnRWc1SE16TkRmV1lxNGI0QkpheTNqcmM5bVYreElCZ1VZcnl5NVRPQ3pEbHNCeHBUSFJ6RnM5MVJMT2dpMVNaLzduWGM0ckxsTXd3MnNneEN3TEZGVlhlUG4zV3V1bDRSdnlrTzdtdEpYVGQrMXVLUlJHS1FvK1ErRjd4bjI2YTFYWjRuN3QvL1F4QnN2ZDBhZXlKMTN3bHpsbzFneGcyMkxYN1p1RzUxbWpBN0llQk1Zb2dnaVB0RE9YK3RUeExwb01VdU1xM0w0cXF0YVU5Tk5EWXBKQ2V5cWZZMnJnOGVDb2VqbVlwajBmWmpyOHhqVWtNNkI4TTd1anRISHg4Zkg1OTN6MW5vVk5uRm5aLzVmWHg4M2dFejlVVFo4NE5sRC9rd2dCL3FTWEZBM3djQkdEM1lGL3I5SnRHdFlvTVdXYks3RVhjZlM1cW9YZ3BnQzREMzhnM2J5TFBBNWZJUWdQOEJzQnJBNHdCMmUyelQ5MzF5Uk9UcDYzR2xkczRrWDl2ZUFMNE00Q2NBL3E1ZEcyZUN0SmcyN0RUYjdBVndEWURiQVd3K3pYWnZBYWpYUDAvUnI0T25rdGF2QmRCTGl4NjlBQnpWeS92cjF4TzBVS2NBZEtRY2U3NFdrclltTGV1dnIwZUN4RGtNQXBDZnROd0c4TnBweHAzZzArOUF2UHhGRDUxalB1OERyNzI4bzZaUGZ2NUlBRGk4YTFlYi9oc2d5ekhtZ3VScjlSc0NHNEdIMGx4TTQ4c3VHRzFJaU5xTks1K2JFUGxhTDlNeTh1dGlaaGZIUWZHUlVTT1Z5Y0tFNnMwQTZpc0RkY0E5Q2dCS3lwWitVcEY3dEtFeStCZ1FUVHQrNXJsT2hlTlNTOU9HNks1UjB4Ym1rTEFuSFVXd0dud29ubWZtZlEzSy9YWGpocFZ2ZXA1VUpHcG1CcDB5QVF5V0IvYmQzVlNmM2kxbll1UWJBeG5pL05qcnhvK2dSU1JpVEsxcjMvS2JjRVlrd0tHTXEzai8yNzk4MW1OZkFCaVVsMzBWTVk3VVZocVBKYzRwR2VvLzRFYVdSRzJ0OGQrLytNd2RyY25yQ2t1WGpHV0lySVlxVVpQWXQ2QmdYb0FzWXlyYjZnMHl4VlVnZXJhK2V1VnBPaGxGQmZkekx4R0tHdzFoWEJGcnMzKzNkK3RkSFJOTGwwNWxrdzRZWnVDYVkzemtCN3RxN3U3UzFTWTgrNVk4c3Zpck50TjN0eitkN2o0S3oxMCtqaFFiSUdUYUV2WGJhNkpIVTdjQmdPS3lKUjlUVUVNYmNsNjZENVVQZGZsL3BMRDA1aXlUckJFazNWalFNTE8yVmExNEpsbDBtbGkyckp5Rm1OSGVmdkRXdlZ0LzFKRzZyMFhxT3NucS91Wk5xM2FsUGU2c0pZV21LWWE3cmpyZTFtWS9rM3B0QVNBbkovQjUzbS8rZEdmOVhlM0ZzeGRlSktHRzFxOExQQXhFRmZlNzlYbzZUSk9WMno2ZWRLZ09FWjd1L2pyNytQajQrTHhiemtKUnBRdi9pUlo1SDUvM2szVmFVRWtJSC9jQ1NOUjZQd0xnRSsvZ1dDMEEvZ1lnbG5UclNQcjV5L3IzSlFDT2QzTkw4RjN0VGtsOFNQd2RnRzlvWWVGWTByYTl0YWl5eUdNODc0VCtBRjUvajhmNFo4UDZHdDZ2QXkyOTZOQmlSekpmQmZBQ2dEUmJPWUJpQUpjQitGbks5VTkrNzN3ZHdQQ2szMU1kUFg4RzhLTWVqUCtyQUQ3WGcrMXUwcmZ1ZUZpN2VnRGc2OXBaa25yTzBLSmNqUmJNOXFhcyt4cUFCWHBkNHJ4RGVvdy9TUkdtMW5ZejdoK24vUDRpZ05FOU9MK1FGbnRTNlFQZ1hKM2prWmhjQlh0d1BKLzNEL2Z3cmwzSGg0OGUvMWJlUlJNR1NhbG05eHIrb1gwazBQZllrZFo3Z2J0VEJJT29LS21RNDhGOFRtM1ZxblhoaW1VWENza2xXVEh6WWRSRTNjUldSV1hMeHd1b2ZJSjRqVjI0ZFJ0WE5pS1IxVEhVS1ZNa09QYWE5WmRVUWFXejVFZU9VaWIyTnJVWnI0NHZXejdHQk1iYjNQSDRydlZyMjRyTGwxN056SHNhcW5lOURBL3lLeFlFYzVWN0dZajZTZGYrUmIySEtCSXVYVHhhR2NhbkRkdjlWa3ZMU2h1UmlCbFVnWXZqc3YySkNDSm83YWN1azIzT0k0M2RDQ29sWlVzbk1mUEExaFAyTDRFN3VveC8xTFNGT1RuWm9ROHJWb0xZL2tQcXBILzh6S1ZEVERMNjd6dmV1aFc0U3lYMnljb09USWFDUXhaSEJPalZXbytTbUdTS3l1VmtWdHpPSm9yWkZuL1pzZVcySStIWnk4ZEpnODQxR0FlbExmKzRhM05YUWFXdzlPWUJFSUZ2a0ZTLzJWNjk2c1cwWTFZczdnOHBoNEdFSVluM2JLOWUvYXJIUTFPNDdOWUlpQytvcjF5NU11M2FYaEhOSk1lZHBVaWRZQktoMnNvVlNlV3lVVkV5UjA1UnBDWW9kdGEyMVB5b1MxbFBlUFl0ZVFyV2pXQitzcUg2dGpSQkpWeXg3RUppTWRGMTFUNVR5cTNwZ3NvOFkyTEY2T20yN1Q3UlhMK3FmV3pwMG5PWmpJS0d5aFVQRFk5RVEvMUR5K1lxVW4xaUo5NTRoSWpHZ25GRUt2VnhZUjkvNW5UWDJzZkh4OGZuM1hFMmlpcW5KZ1BLMTFSOGZNNUFRTHREVnFRc3YwT3ZleWU4cEV0VXV1TmpXbHo1UXcrT2xXeUQ3cWZ2OTNxNE1LN1JqcGlSQUpaNUhPY29nQitjNGJFQ0FJWUNlTFlINC9wWE1rT1hqcVFpdEVNa21iOEN1QUpBdTBlSnl4ZjFjK3hWK3ZJMUxhcXNlUS9sVDY4QnFPekJkcC9YdC9INmZmb0ZBTi9Td3Q0bUFHN1N0aGFBYTdXN1phRytEeVU1bWFETHdUNnN6eSttUmJqa2IrdnJBT3dEY0lzV1VCSUVkY25abjFLRXBDOW9zV3FWZHRiY0R1RFgrblYxWjlKMnd3QlU2V05zU2xxZW1MVDFCbENtZjg3UjkwVkpKVVdQZFNNQ2ZWNkxXOWZyc2Z2ODIrRE9UalpDWEcrUk9PN0U3RHQzUFh2MzhkU3RTa3BSb0tDQ0RaV3IxNVdVUnNleTQvU3FQWExnRWRUZjQ1N2Fac2xZeGR3WExONTJJSjBtTi9BY2RNbE1WcTU3SGJNZ1czWDh2cVhsemk1bE5lSHdmRXNGbkdJcDFkdk5lYnRlS1hGSGhpVUpvNzd5aGQ4REQ4bVM4bVZ6R1RRSnlyNE5lQ2pOWlpkZnNTQ1lyWExMQ2NpbldQeit1cHB2SFV2ZHBuajJzb3RBZkoySzg0L3JONjg5QkFBbEdUUEdLY243dDFkbkh5eWVGWjhtWWU1cGZucXRaODVSOGF3bGhRempJNEQ3dmRSSmZVRkJOSkNWcStZcXhmS29kUDZ3TzZVc3BiQTBPc0NBV3lUallzdmVyWGQxQU1DNDZZdDZXMW5tWkVWOEFpekdrc1N1MmcwdmRGdHlBd0FUeTIrZDVTcnBtQ2FnWFBWaS9jYi9leTA4KzV2RHlPQUxXUEdiTEhDaWNmTkxYVVRWL0lvRlFVdUdybVhJamJYVmEvNldlc3poa1dqSVVFNDVpQTRSNkszR2RhczgveDRuemxwMHZoUThuanJhMHgyZTRma1cyVTZGaE5nbG1JYmEzTjRsZkxaNHRqc0tnb3FrcEllYk5uUjF5WVJuMzVJSDAveVV3ZUlmdFZWaVM5cWhyNGhta2lzdkJlTW9HL0xaYmRXZHoxMlg0MTgrYWlRYzVUVEw0Tzdoa1dnb1pLaXhjV0Z2QnFLaWQwaE5VNkRoc2FNbmZzYkt1WUdJSklqNkc0TCtUMlZrek5OdVFCOGZIeCtmOTVHelVWUTVoUjlVNitQVEUvWUQySml5TEZIei9UaUF5ejMyU1pUa0pDWVBXVW1UeW44bFg5WmxGeDlPV2hiUUU5dkR1a1RtVEtKS2dYNnZHL3hQSHFzWE01TWNKRUpQNWhQWDlDUGRUTDY5ZUtrSDIzeFFXSzNQY2I2ZXZmNU10NHQ5Ukx0UUptakhpTlNpQzJsaFpTaUFTTkp4dnF1emRINEpZQWlBWFNrT0Z3WGdwd0NXQTRnbUxmK3F6dDlKWHBhanQxc0Q0SUIyd254RGx5SHRCUEIyMHJhSjUrY05MUXlsY3FGMlZpVnpvNzVCWnduMVJJVHkrYmRCREFDbWxYdDFxOE5qWDZxNTQ0M1VMY2FVM2RRSDVBNXJXTDk2ZmRHY2hZUFpjUFByODE3Nk16YWVFamdtVjBSelhhWE9nNEJ3bER6UlhMV21HUUFqRWpFSEJUS3VZckJibC9maUEzZ29YUlJSZmZwT0pjRkhtcXZYdmpTcFl0bE0yM1ZibXphdC9qc0FubGkrZktKaW10bGhkTnpac2pGZExBR2lJbGU1bDVFUWwzWDhReXhzYVZtVmxvTlNXSHB6bGtINHFCSjBYK1BtVmY4QWdJTElOd2FCTWJHaDJ2ajV4RkxuWWduRGFxNWEyZUxsK2kyTUxCd3FMUE9yQjJQaUszdHExc1JTMXdlR094V1FsTmtSTngvYVhYTjdGeGRHL3VSb2JrQ29LL2pBL3ZzUzVVZ0ZCZEdBbWFNdVpzVnZDcUxMQU43Tmg4MGFMOEVvUWZIc3BSZTdVaDVUbGpvT2lFSDExV3Rmek05ZkVHVFR1UWlNNDJEcVZiZmVlaWExWkN1UGM2K0VFTWRqcjVsLzlUcHVud3ozaysyT1d4VVNWbUdEYlRSNmJWTVErVkkyVytaQ3czYnVxSzM1ZHByb1ZOeDN3QXhtdWRNd3hDUSs0VzdZL3ZTcExKZnhNMjhhQXFHdVorQ1JwZzFydXJxTUlsRlRHTzVIQU95dHJWcnhKMC9IdFMwL0FhaDRCNnkvN2x5L05pMUhaMHhadEk5dzNabTExUy85QkhoSTlpdGRNZ2NzZHU5NDRyWWo0ZG5mSEViRU0yM0VmN3h6NjEySGg0OGVIMmVRSWdBTWNrVE1PRjFJdDQrUGo0L1B1K1JzRkZWOEljWEg1NTF4VFRkL053L3JUQWV2RDU3L0wyblNpcVNKWnJiSHRnbUV2blczamFzZEI2YisxajVCbHI2Zm5WSTI4YnFlZ0c4RE1EbHArYlVBSGdRd1ZaZGtuSWxFQ05NVW5aM2hNVW5wbG9tNkRPVFhBTzUrQi9zbDJBbmdCdjN6MS9Sa1ArRWFlbEs3S2Y3ZHBHYnQ5RTFabjVlU0xaTEthMXI0U21XL1B1ZWwyZzF5c3haYW9FV2lhd0Y0aElJQ09rZGx0aTc5VWxvUWFRZncrNVFBMlY5cUI4b0ZTY3NpQUw2WDRtcFpvMTByMzlOdWxaVmErTWoyNkVhVUVCVHY4eml2Si9XNHo5Ry85OUhQOGExYVBFS1NZT256d1lVQlFNcU9uYnMycjA0VFZJcm1SQWNiNUZZY2pPMjlmL1NzeFNOTTA1cFl1MzdGL2NuYmpKdStxTGVyWklVQzd4ZktQTnhjdGFJQjJnWFJMME5keHNyTmRqait1MVJCSlJ5ZWI2bitmVXRNQXRvNkFydExTbStkNHpxeXRXblRiYlVBTUxGMDZibUsrR0toMUo5YTFuM3JiYVFSRlVYbGNqS0JTNVFidTZPbDVZNjB2NzN3RmRGTXR0MVBTS0MyWWYycVY2RExiakpEd1N2clhqUHVuVFFYK1k3TGVZM1ZxNzJjY2dpSG81a1VjdWNwdG0vYlUzTmJGMEZsZU9UVG9YNmhvYVdzK0x4WW0vdWJsaTJydXBhMWhPZGI2S1ZtQ01kNWJKc1dWQXBMYjg0S2tqdkZrWHpNRkVZSnNYb3RybUovMzE1L1oycWc3a2ttbEM4YWJwQUl1cVRlc3BSWlZsdTU4aDRBNkgxQjdtUUp5aUp3cUw1NjllTmRkb3BFellsQk44S0VrUjFLL0RnOWREY3FKcFk2MHgzSk96TXRheEx2ZHphZ2ZwV0xGTWFVUmZ0a3dQMWZrUHhON2FiYjByS3RpdVl1UGM5VXluS1pod3VGK3JxbjE1eDBmb3lmdVhSSUlDZytweVRYMVZldGFramVMeEtKbXNlRDdtd0ptSzZLVmFYK3Y1d29Gd09wZ0F0cjQ4N0thTnA3eWVTS2FLNERkVTNkK2hkL0FqeWtpaXVXWGd4cHVIV1ZLMTRzbWhNZEROUDlxaVQrMC9aMWQyajNqb29UQ2RtcFhiUFRMb1QvR2RySHg4Zm5uOERaS0tvazQvL240T056WmpickVvbGtmcWp2dTV2VWYwaUxJTjlOV3RaUGY4dC9KdExDOURTUGE4ZEpNS1hjSXNFTktWMVpFcUdncWVHbncvWGZmay9MV1VyMXZhSFA2LzR6YkovTVZRRENldDkzSTZyczB3SVF0RHVpWDlMdjBCa2RqMnJ4SWRVR2Z6V0EyM1Q1aStjM3J1OFRycjZXMTJuUjYvYVVNcHdia29RaEw4WUJlTTVqK1RTZGlWS21oYXdmQUhoQWQ0bWFyMHRnR3BQeVU1SzVUTjl2VE9vVzlOV1VRTjNSV29TN1FUOC9RZTEyV2FuZFRCZnJ4MzBld0Z3dHZDUW1jWTUrTFRLNk9scTZJNlNGbVE1OXZSS1QzY1NFckRYRjdlTHp3WVlCUUNrNzdUMWtRdm1pNGNUdWFGdkZIdXdiT0hjODRDSlZVQ21hc2JnL01xd1NJbldDcFRwWTczUysvZ3NpWDhyT0RxazVyTlF3amdmdTMxNnpwcTNyMGFOQzlvcE5zTUR1Z1k1UVk3K0FtdUd5MnRPMGNmWEwwRTRTRm1JYXNUcjRWbXQ3cmNlNHFialVqUWlpaTVWRER6ZHV2Q090aktPdzlPWXN0dDJQRWJPTlF3YzZ5OWNpVVRNN3FFcklzVGVPNmgwUEtoWElGNGNDTlI3SDc2U2Z2RkZDYlcrc0NuVVZGT2JOTTNvZkczeVpBZzJpV01jRE83WjhPeTA4blBvT21pME04ZksycXM2U2xmRHNXL0xJREU1U3R1d1FCZzlseU9Pa1VMdTkrczc5M1QxOFllbk41d3VJa2JiQ1hvT00wVWQzSGZrMWROdGlsM2d3S2JSeDBOcVV1bDl4aGxQQ29Na2srYjZkMWVtQ1JGRkZmTFJTbEdNYUZHcUh1YVdsZmxXYXdENDhFZzJGU043QXJMYldyMStibGo4eWZ1YlNJWVkwU2h5b1kxQjB0SGJEeXAySmRlRXJvcGx3NUxVc3VhVkxaeWg5N2RxT09SVmdMaVk3OE1QdE5YZW12RFpBR2NPY1NZQVlBWnNmYjlvY1RYdHRoc1B6TGNWcW9xMWtKZkNRREpkR1J6T3J2THJxRlZWRmM1ZWVKOWlkeTRxMkhZbWJKOSsvR2JDSlNZRUFFTG1HMGVFN1ZYeDhmSHorQ1p5Tm9ncW4vZURqNDNNNlR1alNpV1FTUVpraG5URnhINER0WnpoT215Nlo2STZiOUNTek8vRWhZWU51UzNHekpNU2FUeWNKRHYrZkxvMzVGWURQYUVkQTRrUHlSZHJGMHBOeUpBTkF1WFpFdE9uSGVDZWl5bmQxbWNxZjM4RSs3NFRYZFRuSkpSNml5bFNkSmVQZDllUDk0US9hc2ZHMmR2UWMxYStIWkg2dnhaMVVKaVNGSG51eEQ4QWgzV0hvcjlweGt1QXZ1aHpyMm00Q2hMK3JCWldEQUw2dHkzZFNnMk8vbTVSdGt1QnpLYUd6bTdTejVVYjltbE5heFBwaGtzdnBKUzJ3Rk9yUVdrYy9IOS9YNVZ1SHRkQkVIdGxFWHBncCtURStIekNZd1oyOVVOQ2wyMHRCNUV2Wkpzd0NtMk5QR2h5NEdFSWVxYTlhMjZVOHBLQWdHakF5N0JJSU5aaWtXZCswSWRvTWdNUGgrUllGZTVjeDVCQjE4TUNQdkVKakN5OXpSd2pUQ3RWV3J0d1NycmoxZjdsRC9McXBac1ZCNkk0OElXbVZnNWxjWlZVbGNraVNDVmNzbTBNc3hzZWMyS1BQYmJ6aitmUXptMmRZSWppWENXYjkrcGQrbVNpdENXZTQ1eEdEYXpmZDltcDQ3cTFmUGNwSGZyV3IvbTVQbDBpNFl2bk5VSGl6c1hMTjV0U1BXY1VueGt3a3c4MkhZOTlYWC9QdDlBeVhzaVVmQTZubWJldFd2QVFBK2ZrTGdpU0NrMXhIN1RFdGNUbER2ZExSWWRlMjFIZzVjRG9wbXJuMFBBRWFmNkxWM3BTVEkyYXdheit6YTlmZDhmRE1aUmV5RUVNczVzSEgydUkvZTdGNmRaZnhqN3Q4VVc4aDZTUHNPaitvMjNoNzJudEtZV1RoVUlQTjZRejVCa3YrVzB0VjFITU0vWVB1eDVuNUNCODhtQmFlRzU1OVM1NFNQS005TG1veWdnalhiMWhSbjd5ZVhIVVRRNzEwMExiK2tuWnRXa2ZNWm1ITWVmdUFXUFJtZXN0clRKcTF1QThUZmNpT3E3dWJQZHhUQUtENjlCL1BjQTg4VjczbTlZTElsN0pCOW9XdXNtdW1UTGtwdzNGcElndW1ocmo1U0hLSXNtRERVV0JGQUpTQ2JHMXJlNjhmblEyZ3dCZzgrS2hwNStRWTJmRU13d25GREtQZFVxKzl0dU85ZE9qejhmSHhPYXM1RzBXVlpIeGR4Y2ZuekZ6WlRUdmloM1Y1d3l3QUpTbDVGbDUwZE9Nd1NYQ0RkanFjYnB1ZXNnM0FQYnBjNHpPNjAwc2lwMktLUjVCcmQ4elYrU3ZmMDlmZ0xnQWprZ1NlTTNFUXdEZmY1VGwwUnk5OURxNXVMVjJuUTJ0VG1hTERlNU5MblBZa0Jmc215QUx3cVJTWFQ0S0V5Mk5ueXZ0bGk3Nm1IOU51amtkUE05NkQzWlRwbks0VTdFTkpaVG9mUDgxMjBNNlNJSURrYjRWMzY5dHNQYzVwSGtMRk5Vbm5kN011TTdvOVJRQktUR3dUeC82aFBwOVVjZVNFZHM5OFRKZW05ZGFCdTZRRGM3K3U4MSs2eTdicHAwdm1ydFBpNUlKdXR2UDVBRUNKdndYaWs1UGI4T3hiOHBpQ001blVkc3NJVFNPSER0UlZyZXlhdHpGdm5oRnNWVE1BTVZoQjFUWnNpRzZIRHFXbDNNeHhMR2h3dk5YOXpRNFBRYVZvMXVJQ01uQUJxM2hEU2ZteXo3NjVYL3c0TWJrdUtJZ0dMS1dtTTh0V0p1eHIzQkJORTFLTHk1Y1VFcWdBeEJ1OUJSV2dlRmIrVkJCZG9Eck1uNTRVVkNKZjd3ZEZrdzlMKzRtSjVjdXVqcmZISHQ1Vmt4N0tDOHd6d2hXanJvRENpZnFxbFEra3JTdk5MeUYyeTVqVlBmVXBvYlJBVkJTWHlpSVZseTgxMUhSMjJoazFiV0ZPVGxib1loYXlRMEJNWmxaMUFCOC9uYUF5YnZxaTNoVGcwWXJVTXptNTVuUWg4ZnkyamJjZkd6cmxwZ3kyS0V5S2N4MFZmekExTkhkTVdiUlB5RlZmVnNENitvMjNwN1U5SDFNVzdXT1JtaVdsYkRBTmcyb3JWNlk1ZlBJckZnUjdjVjRaRS9lUHQ4cWZwVDZINGZCOEMwWnd1bUNuS1Nza3l3L0VqQWNUNzZrRmtXaDJab2I4R0ZpOXJValY3S21KZGltWm1saTJmQXdUd3E2cjduNnpma1dhb0ZKVXNiaS9ZdU1ia3ZnUDNRa3F4ZVZMQ2czUXNOcksxWS9rVnl3SVpzdThpSlRHZGdnYjhleWNjaUx1cDBnK2xDeW9BSURqeGwzVHNneEFRQmhHY2QvYy9zdjY1dlQzYkIzTlVBNFlEakc1TE9BUUo5NXpPUUNpVEFBWllJUkFDREg2WlZoRUdSUkNLSUJnU0dYZzZQRFI0MzVPVEcrLyt1TDJucFRsK3ZqNCtQeEhjVGFLS3I2UTR1UHp6cWowbU9UOVd0OHJIUkphclR2N1BQUnZHSjhYamRxdEl2UzN5V1g2UElacjk4WVBlM0FNYVBlTTB1ZmJxaWZkaXdGODlwODgvZ1M1dW54b3ZMNmRwNTBQcE5zVWI5QnRxcitpaFlXRSt5YWs4MXhTQTFGL25aUkJrK0JyV2lUWjRQSDRpWmJLOTZkMHdrbE1LajZraFp1RXFOSWJ3Rmc5anA0S1Q2a3NUU2tiUy9BWkxiQjh0cHNXeUViS3Nod3RySDIvR3hFdFlaOGZxRXVEb04wdlpkcGRrOHBsV3ZpNEltbGY2RHlVU2wzR2RLKytab2x1R3gxYWtKcnE0ZVRxbnlSa0xkWDNkVHAzeGVlRERIVzZwZ1IzaW03aDJiZmt3UWhPVjBvOVJ3cm5FOHpkOVJ1ajZXMXVqNCs0aEVnVktxaE5EVGt2NzRRdXR6RXBOSU1GVFJGUy9YekhsdHZTQk95UzhtV2pRT0k4dXlQV1pJYk1jYmFLUGZobVVwNUk1bEExUzBrSkppTldYN2tpclJ0TXlaemwwNWk0a0tXN0ZZY09lWlhhb2JocytRd2l6SFZ0OTFmTk5hdU9Bc0NFU0xRWEJaMUxLVzVzN2hVTUZDcmx0bXl2dVNQMWI2L3pNU3BHRnhKamNGdmN1Qy8xYWswb0hUa1pBaVdPeVQ5di9zdWFORUZpMGl6a0t3T2gyUDVBTFJLWkpLekNDdlpoc05sZlFIVVFpWGh0NWNwdTNaQ0ZwVGRuQmNpWUdWUFlGakRNaXlYRUszWFYwVmNCWUdCMmNJWUI1TnFLbjJ6YWNFY1h3V24wck1WOU15QS9Mb0VYNmVDK3RHdVhYN0VnR0ZCdU1UUDJrYUIrdFpXR1Ivdm1xTWhWOFVra01DSU81NEVkVys1SUwyc2FPQ2dpSFQ1aENER3FuWTAvSllTVHppNU85Z3hXaGhETVZZM1ZYVHY5VEN4ZE9wVVpZeFhVNWliSFNtdmJQREx5OVg0R1cxK1dTdjZsc1hKMWQxMklMbUEyejYrdFd2RUlFQlc5bEZPdUJGNTQ2eEFkSE5RM05GTVFCeUh3Yk9QNllGcVhJS1dVQk1qb2RHYkp3UUMrQnVybVNXQlNKRWlCV1hYbTJwSkM1MzlXZ2tFbUVZekV2blRxaDg1T1dnU0hJV1l6MGUvMSs3bVBqNC9QZnhWbm82aVNCUGtDaTQ5UDkvVFhrM1BiNDF2KzVMK2REUUJxZE5lV1I3c3BYVEQxc1U3SG1ZSnFFM1RvVW91blU1YmZteFNZZWl1QTcyaEJaSlBPM2ZpNm5wU3p6bWM1RXhmcmlmUmZrdkpYN3RldWptL3J5ZkkvbTBTR0MydWg0azBkMnZvTWdNUUg3TC9yY3d0cmdTVXg5b0JIMTZaVTE0elErMjU2bjFvcWYwVGZYdFNaSmREUGU2bzdCanJBTnBWZStqeFRKMjRtZ0RsNm5GNENTV0xzaVRJdkM4QnY5V1BmcjRXU1lTbHVsZ1EvMUYyQ2hnS1lyaDFUV1RyRU5zRXduZWZ5ZTUzL01nM0ErVnBNSEtxdit3cWRZNk4wK0syYlZDYVhuREV6UmYrdFhKSWtCRDJzeGJwM0swVDUvR3RSQU1BS05qRFBvRUJ3RXR1MHd6UXhSMHA3ZmNPR1ZXbkNRYmgwK1dRU2Fnbzc5T2VHallHZHdFTUtrWWdaTUFOVFdhRW9kdlRFOTNadXZTc3R4MlBVdElVNXpDcGZNTzBKQk0yWlI2bjE5N3VxN3o1WnVsaFN2dXhLV3puN0xMTDYyYWFkMXY2M3VIUlJXQW1jRDRpOURiWlpuOXpPT1VIUjNLVWxRdkhGck9peDVrMXI5V3N3S2d6TG5lU1NyQmNtOVJhQ1ZOMzZvS2ZUYXVpVWFCOGkrYjl4MmZIRmxwU3NqOExTbS90YmdpNUZ6UHhWYzAxNnljeW9PUXNIdzNDbThQNEREN1MwM09Qa1Z5d0lCdG1leUZJK0wwenJHaUxaNENyenJjYktsYzNkUGh2aCtWWkFoRzVvYmJVZnlNa0poQ1djVnhyWHIyMEJnS0xTcFplUUVNTVZHMDFORzFLRXJralV6TERrSERDTzA4RjlqM3FWWFBWeTgyWkJzTVdLT3VwN3ZiZ3B0Vk1RQUV3b2p3MHpFWmpGdG4zZjlrM3BvbE54K2ExbHJpdGJRWnhGUnVEWm5ldVM4bG9HRExoTU1KMnZiUFZFL2ViVlhjcU93bVZMaWlYRVVHRlFhMjY3VlpmcUlrRWthdWFGNU1ja3ljckc2dFdlN3N0d09KckpsanVhM1hnTkFCU1Z5OGxLaWIwTlZTdGZtbGkyYkJZTElVSFNxY3Q2YWJ2WHVXVmtuOU5IT3NlRTZ0Ukoyb2pJSmo3cDhHTUdLUkJMWWxMVVdSa25BVWdRU1RDN1JLUTZ2VjBzbUNHSVNBQk16Q1JBRUFBVG1DejkzajhRNEF6OS81S2YzZUxqNC9OZnhWa3RxcERmVXRuSDUzVGNyU2VQU0pyQUovTncwcytyOWU5akFIaDkrUDI4UjZaRmQzUVhWSnRnbnA3Z1p3RllrdVNhU1BBZExTZ2t1RitYZXR5b0hSMVBBZmpIR1I3RFNCcnYveVV0WDYyUDgxTTlLZjVuZi9EYnFKMFJXN1JnMUUrTEJja2s2dkluSm9rcWwyZ2h4c3Q5a3N3UWZkOXQ2T003NU42a3prOEpVbk5LVHNjTlp3ajBuYTJEWTd2akc3cDhMS0xMMWdBZ0VkaTVYd3MreWR5bzgxRENXbWk3VHdzeFA5ZHVsSVJqNVdZQWc3U3pKT0V1YWRWNU52TUJQS3VkUTF0MHNQTVEvWGhlLzhkWTJzM3pJd0JQYUpmTEZsOVFPWXRnTUFoZ0FhZW9JbjhVU1dVb1M4eEFSOGZqalI3dGM4ZlBYRHBFR0poaE8ySjk4OGFWT3dEZGFTYmdUQUtMOFM2YzMzVW5xR1RuQmE4UXJ0cERCbytvWGI4bTJRVkM0YklsUlliTCs0VVFCa3UxZTBkVlY1ZExlUFkzaHpGeG9Ra2MzYloraFdldTAvaVpTNGNZaXNKUTZybjY2alhQbnRxM1k2aENVQWFVU2NvVVUrdldyL2lGMS83anBpL3FIY3lScTk4NmNtSithbzdMMkZsTEJnYklYRzQ3NHZ0ZWdrcjRpbWcvSVdYcHRuVXI3MFdpeTQ4S3pWQlErOGtNbEpOU2Y1UXdSb2hEKzFxNmV5cUFlVWE0MzZEUzlsakg0N2xaZ1Y1U1FUVGFuZUpQY2RtaWZBSVZLY1piRFZYUmJhbDdGbWM0SlFiRVVPWGFQMHNYVk9ZWkUwcEhUbFlDSWNCb2l6bmliMTZ0cll0bUxPNXZrdkVWeGVvdmRlbWRmcWk0Zk1rNFF6b3hOc0FHbVFkcjErbnJrSGorSlM0RVZGUDk1dFZkL2s4YVAzUHBFQ0l4a2tCWmRldThyMzFSd0puS0VJY2IxbHRwNXdidGdxSCtib1FjODRXNlRhdU9qWjIxWktDaFpQWkIrODJuSjh4WmxxK0llNE9SV2I5KzlhKzk5aStNTEJ5cTdMZG10QjA1N29JQkJqVkxoZDhZUkRGQXNWS2toS0VjZHNsV0J0c0NjTUF5enFDNEsxVTdYTmxoQlVJMkFMaEVsbkRzZ0NSWVFnaFRFRm5LaFdVWWhnQ3JRZ2lLRWlORE1qYjVnb3FQajg5L0kyZWpxSExxUTY1aVgxVHg4ZW1lTDZXNEYzcnBjaEl6cVF0S2dvMjZ0S2E3b0xtLzYyL2lUOGRYOWJmN1B6ckRkanQwYVFlME0rYUZsUFdwUWFsLzFxTFFUN1hZMHBNSi9tSWRwUHBiWFpLUjRGWGRoZVltTGJZczc4R3gzZ3Y3dFZQbWRMeXFyM3RKMHJJNWV0ejd6ckJ2a2I1UHZZYnZGcWx6Y1pKNVhGK3pWTVpveDQvWCsvQzVTVDhQMFVMWXFxUmdXNjljbStSdm9XdTF3UEtLWHI0N3FXVG5KbjAvV1F0bjMwNFJBaGZwaEJqMjBRQUFJQUJKUkVGVU1xRDc5UDUxV2pBOG9JLzFzcjdtaDNTcjZFdDFyc3h5N1pUNXFBNm9iZlBvVEhSQU82d0c2OWU2bDRQSDV3TU9FeWtDWUFWN0RTYkdhSmRWUjd3anZxbkZRMUFwbWhNZExBejVHWGJ3UlBQR0Y3WkRCN0RtWmJpWEtpVXVnSU9xcG8yaHRCeVAwYk1XOTgweXJZdEpxYU1BY0JqSHVyUXZMaTViZENIRHlKSUVaUkQxcXQrNG9vdExwYVIweVZnRmR6eVlEcng1dkMydDB3MDZnMnN2Vk15VEFMejFkbXZIeVc0KzRiSWw1d2dZRnd2d1RwY3hwcUh5K1h1OTlpOHN2VG5MSXZOR0oyYi9JRlZRQ1pjdUhrMUNYQ2NkNTBmTm05YW1PVnlHVHJrcGd4eDMwaUhYZVJRQXdwRm9QekpWa1hLZFBUQ01ZVXFpWGdnYTU2cllrOXM5SENRbkgyZk9xRmxnOFVwR1JqQ0xHV05jRmR1RW1qdGQzVW5uU2dhOTJsQzVJaTN6cWFoOCtSUlNkRTFjeEw2N2ZlTWRhYUc1SlJXakM2WGlURENabHVzMk5kU3NPWkc2ellUeTZIQUQ3dFhzeXMzdGJ3VFRYRUpqUzVjT0pUYjZLaWlMQWFwYnYzSnI1NXFvbUJDU1JjeFV4QW92MTIrd3VyaE1Kc3haTmtJWUdFZEVySno0SDczT3U2UjgyWlVNem4vNzJJa2ZBM2Q1aUJCUlFmM1VYSWQ1Vi9PbTZPNEprV2d2eTNBaTdkUytvVS9nM0RGQzhCQkZSb3c2Mmp3N3d4WE5XVGhZaU9BWDJ0cVBiMk9vQ2lMS0J1UGwyR0g3dHdjT3RLUmRpL2ZDc0l2R1dnSUdNMEV5eTdRVzFENCtQajcvRFp6ZG9vcWZyK0xqY3pvT0ozWE1PVmQvYTUrdFExRi82Ykg5NlpMN203b0pLMDBtMFpMWHExTk1LaVU5MkNhQnEwczg3dFRaSVpWbjJQN0R1cFJqWDlJRVBKbmxlcHVsZW9LZG1pR1F5bkJkenZMUDdPaXlYVHRWb0IwOGt6M0VKUzl1ME9ONjZwODR0cjBlWlVqUXk3NTNtbjBTZkZlTFBtdjFXTWRvQjg0bmRQY2hMNDcySVBCNHBSWk1sbnFzKzd4MnhDUmVzMDkyazNWU0N1Q09sR1VDUUliK3RqVjFNdnEwUG83L1RleFpESUVsUUNBS1pnbzJzMjA3dnMwclFEVTgrNVk4TXR5YkhYWiswYnd4NDNsZFhrRjVGK1pNSmNhNWt0em14bzNCblVDMHkrc2hISjV2SVdDRTRjcE1HSFJBSFRwUXV5dEpXQ2lhc2FBL0Mrc1NJZDIvS1RMeUczSmY2Q0s0akorMWVLUUNuVTlFZzQ2SlkzL2N1L1h1dEU1blJYT2lneUhkY1lKbzhHSHAvRHdoaXVUbkx3Z0tNbWE1Ylc2VmtVRWxSNVY4T2hGYW0wckF5UGdmeWZMWjVyL2Uzc1U5Tm1yYXdoeUdjWTByNUFOZWdnb0FETXpOdnRxeDFaTzdOOTkrYkhna0d1S1FDanV1YUF3STQzcmxvRktZUE9Jb0hhdEtMblZLcGFSODJaVUthby90MkVlQ2hwaHlNR1pXN3FtNU13WUFiTHZYRXZHaC9jZmEwOTd2UzBxWGpDV21xeHpWOGRQdFZkOUtLOWNaTlcxaERxVHNaNUF4cHVQNGlmc2FQRnhFNFN1aW1XeTdseW5CKzJOdkJEZTJ0RVR0NVBXRmhaL01zZ3pqdzVDOGpZVU1ORld1UFpuWFVqVFRPZGNnTVJsS3ZGaS80Zm5OeVdVM1JUT1hubWVTR0EyU0dXNWNibW5jbkJycUM1U1VMNHN3NDZKRGNldDdlN2ZlbFNwaWQyNVRJYWU0SlAvUnZHN05UaUFxekF4NVExdUhkVzlHSURSVUVmZFdFSEdwZUc5enpiZlRjbFFtVDQ3bUt0TmQ2TGo4dzQ0anJ4YVNBY0VndUN5ekhlcTRjT0N3RWExeDIxRkNHRklZdGhSeFU3YVQ0T3ljWEJhaWpVa0lwaE1HQ3lGWWlGWStKZ1NURUd3RUFnb0gwc2ZLTnZxUVJTWVRpQldmTitEOGtVNEF4STRyRkpHakhDRVVDVmVSVGNvV1FwRnRxQXlLYzBlbzh4TURFWEZHS0lSQUlDQ1VsSUtaaVprSkFVWE1BUUtBUUdJWmdKUHJFUUNnaUsxVDZ5eWxSRmVqYXp5b2hEQ1ZFZ1lMWVFncFRTSElWRXFaUXBEQkpBekJNSm5ZVUlwTUptVUtrUEI2VHJ4Z3hTWXpDOFdxNDQxWDNuNEV3M1B0Z1IyNWhwMTF3c3dNQk13TzEzVU83OXJsRVF6dDQrUHpuOGJaS0txY3dpLy84ZkhwQ1JXNkhPS0lEdHowN0M3d0FXYU1kaDhBUUlFV1RHN3RadHZMZGJtUTFKMWMwcjU1VG5JZ1BLT2RFem1uQ2I3OUxJQmZhRWROYXVuSis4bDlPdFFXdWh1VHBVdExUc2UxdXBUcXZpVHg3UDJBZEJqd2UrM2dRTHBqempWYTNKb0JJRlBmNnZTNDkrczhuOU9Sb1RONHdpbU9uQ1duRWJ0c0xlSjRFZFN2cWZHNmpYV3FzK3FYT2xTWGRTbmFDcjlGOG44WU9vQVR3aUFsNDdWZTRhM2g4SHhMbUlIckZjdmZObGZkZmpKL3FiaDh5VGlDTVlLWlhtNnNXclhWNitpeXo4QkpnakZZS1hkbjA0YmJhcE5YanB1K3FMZVJaVjE5c01PNHIyK1FacW00MkpKY2xoS09mTDBmVzhaWWcvaUMydldyUElYRmdzaVhzb1hwVGlKR1g2SHd5TzZUM1hpaUlpZGZUWGRKTkZBT1QzYVYrOXp1NnZSSmZXZW5tMTZmQXZPaHhzbzFYVnd3a3l1aXVWSzZDd2o4ZE1PNmRFR2xvQ0FhQ0E2MVp4RWIyNXMzcjN5aklQS2xiTXR5cDFva1h6Zkl1dnhFMjRrSHN6T3p4eXZYZVhMWHhtNEZGWnBZdnJ6RWNmRFdVZm5tUy8xQ1EyZDJxTGFuOXRUY0ZRUG1HVVZ6UmtRWWFrQzd3ejlQYzlCRXZ0NlBTTXh5V1A2cGFjTzMwa3J1Q2lMUjdPeVErZ2lBNHdwcXZWZFoxdkJJTkFUSHVWd0lRVzZIK1VTYW9GSjZjMWJRQ04ySWpvNkhsQlVzM044YWV6cnhKZDc0bVV1SG1BRjhYSUViSEhUOExWbXdtaEQ1V2k5aEdXT0pwS2tVWG01TUtRbENwMUEzak1FWEs2RitzYWRtbGFlZ0VpNWJjZzRwenJCZkQ5UUNVUkV1VTVlNkxsZFI4RmlBS2VNOFl0a3VnTjROVmF2U2NzSEM0Zm1XMjh2NWhDUyt0Mm5EbXBmUEcxMzRBRUFEbUJrR0dWZjE2cDA3aHdHWmtRR1hDUzR4dThnaU53T1F4RW9CbVJLS0ZiS2dtQ0daY2xVZVNES3hnaVNKUHF5WXdSQ0NCUlN6WklhZ1lTRGtnaG1tWWY3T0ZJWmlrREpDWUhCQWhaZ1pSQXlMVlNZSXlHUUdBaHdFU0FVQllsQm5ib3NVZ29pVVFVUU1nQTBRbUJpQW9sT2JFUk1SUUF5WEFFQW9pTTRWSUVXR0lGSkpvb2dGQW1BSWRENkZuVDlBR0oxeFdBU0FFMkc3QWdBRTJOTUVUeUJpZ1BYMm5mOUFDQUpBTU1od2hvMDZkN0loU0hHSU16TW9KNHNZbWFaaC9mMXd6NzRnOGZIeE9jczV1MFVWUDZqV3grZDBYS2hiQ0YraFhTcnprenJBaU5NNHZRU0FDNUt5TEhwS2JsS3daMCtacExNdWtna20vUndCOElndVY1cXFKOHJMOWNSOGNWTExYT2h1UVQvUW41TnVQSU43bzBFN2F4N1MrOHpRSFpKU3Y0ZkxTTGwvTDZSMnQwa20yVGswRjhEYmVveGVrQjdyZDNRWnk5ZmY0N2o2YU9mT0NGM1djbzB1Rlh1di96K3dMbU9DZmgyeWJsMThUTi92MW1MVlJkcFZsTnlUWXJwMm14UnJJYzNRejNWeTF5YlBUaG5kOENtZDV6SkJCL0NhMm0weVZaY0lRWmVXM2FVRmxRVmFTUG1PRHNtOW9adk1sSk9CanowWVE2SlV5QmRvL3Qwd0VZZ2g3ZU43R3JwcFQ4ejlCMTdQNEQzMXVTK2ZMQzBycmxoNnNaQmN3Q1JmUGhRUGVBa3FtRmk2ZEFxVG1pWWtOc3VqaDd2a1UrVlhMQWdHcGJoWXRybVA5ZzdKYWNUNFIxUE5tcFB0YmNmT1dqS1FMWm9xRkFWSXlsOTVIUitScUptWjRaYVRaTU5ocm0vYXNPWmtYbFp4V2V3Q2cwMWlxSHhJdGJ1aCtqYVBjT3FvNktWVU9RVEg2dGF2NnVMU0cxTVc3U1BaL1J3UjZtdXJWbnU4ZjBaRjVybk9CQWIyMVZWRm53dEhvdjBvWUJlNWpGZGRHT2NyUjI3T3lNcTZHSXJyMHRzdW55SmN1bmdVbExMc3Q2eTZ2dWNPbStNSTUrV2Q2enJGandubG80c0ZlQkpjNS80WE50M2V4WVZSRUlsbVUwQitoSWxmUFNHTzE2Y2VkM0pGTk5lUnpxV0tqUDBLOGtoRGgvVks2amFGcFRkbm1jS2VUbXdNVWV6OHBhbG1aWmYyd2dVRjBVQUFhcW9kaXo5bEJUTW1POXkrTlNIc1RDcGRkcjRMTVZYQ2VjbVZ3YWJ0MWFkQ2ZVZE5XNWdqQW9IcHpBb09pYmNicTFhbTVhUVVsdDQ4UUlqQUY2VEJEelErc2RiRDg5RlpSaVhJbmRMT1prMUxTOVFlUDNmeFNPR0tlRXhZaDBLY2RZa2kyaWNFRDZ4YnYrb3hyLzJwMzhDUE0rajFwcXpuZHdBQU1lV1FvRTdGZ1dDQ2tKdDRvKzNVRWlqcFp5U3ZBWmc3ZnlhQzRGUGlBNUgrK00zVStXbEJiMCtkeDdKQTFQVlFsT2dVbEZoKzZxM2U2UEp3bmRxSTZMSXpRNEE2WTVDNkRyenplMVVpUGM2dVEzOHZVSmNINHFTZjllVTQrV3RpWkFBUldRYmhpMTMySjRBZ3p2SjVsbytQVDA4NXkvL1lsUytxK1BoMHo3ZDBHY21OQUg2ako1VWprOHBMa3NQdC9walU3YVJBZDBiNTltbU9QVlNMRWNmMVBzUDBQcDZCZTZmQk0yQlBUMWFqdWxQT1R0MUY1M1U5d2YySkZoSXUxNVBmNTdRVDUzSTlsay8xc0RYMDQ3cmJ5KyswNjJPdUZuR1N4WXdmYW5FbXJiMXFEeG1pcnovcFl5ZnEzMmNEOFB4UXJJTld5U1B3ZDRVT1VmMk9Gb0dhZEppcmx4dW5KNnpSTHFaTUFKL1UxL2NwSFp6YmtGVGlNazRIQkorT2h6MENoNkhGa1F6dEhEbnVVVFp6c3hiN3p0T2lSdUpjZW1reDhHKzZhODlXL2RycTBBTFF1UjV0Ty8rcy8wOUxYWDZQN3RnelRRdUZ2OWIzOVZyY0NlaFNwS1ZhVEZ5Y2xDSHpGSUFIZFl2dnIrdGNIMmhoajdTREJra3RtSk5acTRXcU5pMVVYcVdGb1o1MFlmTDVwNklrUUpDeTNmTnZKengzK2YrU3hNSDIxODJOYU9sMEloU1hMZzlEY2lZSkVXTExlSFpQVlRUTlpWQmN2cVNRUWRNazZHayt2Szg1TlR5MWo4eWJZek5lREdSUlBrT2l0akp3TXNCMVRGbTBUNURVSldEdTY3anF6ODJiMTNxOXBsQ1NJVzlVa3BvRlZKK21YaS92U0N3ZldIcHpsb0JaNWdxMUd3anNhcXlPZW9iRGhtZDNEQVdzb1VkZlB2YnpMc3ZEOHkxQjhqb29mcWEyZW5WYXZnaDAyUXZEeUtyUGZmNnA0WkZvQ0JsdU1YVTQyNjJNakV1VkU5OXFCQUxsa3R4SGE2dTlCUVBvOEZrbWNkRVJPcjZ1MTdDOGNnVzFwM2xkWjhlaXlSWFJYQmR1dVV2eTk4MGJiMC9KcVltS3pLRDhOQk1DaDJKbTlaNmFWQmZNUE1ObWU2SUJ4RURJamUyeE5xRWxwZHNPb3NJaU5ZbWdDaHpwMURSdnZDM3RmVDNyWFBjU0JYWElzb3pKOFRiNzBSMWI3andDTGNhNHdCZ1MzTmR3Y0gvRHB1ako1MmQ0SkJyS0NjcXI0NjZ6SldBR0xtcUlpYlF2SlBJbkw4Z05VTWIvS0lFSEc1NVk1U25rRFoxeVV3YUg1SWVjbVBuWXpwcm8wYkd6bGd5MHBISHg4YmI0bzduWjlORzRZVzRJU0h1Y2F3YzgzWDBsRmN1L0FxV09kYnh1YlVpOGJxSG9Pa1c4aFptemlLRmJKQk1sUkFybWhBVEFvTzY2UHpDbkw5Y0xoT2gwZG5pN094S2lSOUlpNnJwL1FoUWhvaVF4STEzZ0lVKzE1SlJZODM3RHpGbzQwby9qK1RPZlhNVE1jUkRhQ2RSYm45OXhCbTlTckg3M3ZnL094OGZuQThsWkthb3dNeE5SNTFkTlBqNCszWkg0VmoveFRkem9wTTRzcjZhVVBUZzY1OFRVWlVJcmt5YVFYdXpURS9KRThiS3JKNm5SZHpqR0tkMElGai9XaytmYnRKaVFzR2ZIdFpOZ25jN3pXS21kRmVOMGFjajFwM0Y0ZVBHRWRzdjhTanNSdlBiZDRiR3NwemhhdklBdWRVbGMvejA5eUF4SjVlL2FTVEpKQzJhM2VvVEt2aE9lMWFWTlQrbFNLQzlScEUyWDNZVFBjS3o2YnZadlBVTTNLRk9MS3F4RnBvUVl0azQ3Tzd6ZTR6dTBXTlZUUy9VRE9yUTVWZEFSQUg2bVM2anl0R2p6MlpSVzN5MjZ2Zlc5V3N3ckF2QkZMY1lWNlRLenA3b1J5REwxYXpQQm0xcVlPZXF4cmMrL2pIa0dHWHR5b0J4QXBud3hFNG1hRTBQeU9sYmNWbGQxeXNWUldMRndLS1FhYkJnMHRIYjl5cDk0WmVxTW5iVmtvTUhpTW9mNW1hYnFsTEtnU05RTUI5VU15WHhBS2tjcUVSaFFWN1htWkZ2NGNEaWF5ZVJHU0ZFT1NhTzZlZk5LanhMTnFDZ3FWNWV4RWsyQzNDbDE4Y0JQRTJWRHd5UFIwQURoWHFlVWVwSmR6bXZhNEIxY1hUUW5PaGpDWGZRNng3NnhiMWVTS0RGdm5rSEgrODlsNHYxMTFhczlIVGdYbHQ0OHdDRGpRM1ZWSzM0NGF0ckNuSndjOXpLbHpCWVp3bFRIdG11RGhqR3EzYlVyV3piZTNxMmdFcDc5eldHQU02cStjdlZqSldWTEo3cXUrMWJUcHR1MlF3c0tpdDB2RS9CMDgvclVzcU9vS0NsVFYwRHdvUHIxcTVaNW5sdkZtRkdDblQ0UU1PdldyZkNjeUk2YkxjZEEwRmpKOVBmbWpiYzFkbGs1YjU0eDhkakl5U0RGWVBPY2RsdXNhOWtTUFlKRVNaUnlyZ0t4UyszdGoyNTc2anVuQks5STFPd2JWTE5jeFZ1RHBqSE5PdDc2UjJ5OXE0dVlVMUFRRFdUMGNhK1hVbFUxcmx2ZHpmOG5VVEdvbDRwSU4xYmRWSFBIMFF0bTM1SVhOSXlyNjZxTWUwb3FRbVhLaVc4eWdiR0tBaTgzMVVSVDNrUG1HZUh5a1I4QmMwZGQxZXJmSks5eERTbE5GbTBFeWdLaGxZa09zbUpCQkFNZ2t3Z0dNeGtBZ1RsaFhtSFNCaEVDV0RDVG9FNWpDSFcyVWU2MHJ6QjNIb2U2RlRVb1hXeEpmVWZuaExpVHFyeWtia2hKMi9WTVJHRndwNHRGRHo1aGQ5SE52OEJNbldlaFMzbTAxblJ5NkZCZ1hmTERXbGppemlGMDdxR0FvQ0FoT3ZkUnJ5cUpSdzJERnV2VHpBSzQ5clVYZC9Ua0N4NGZINS8vQU01S1VlVWtmcWFLajgvcFNKMjgvVUFMS1VaSzJRd0FmUHdkSHR2UlpUcEMzK1E3REk2dU84TW5vODlwTWFVN1FlTWhBT3UxbytXSWRvRzg5UzVGaGhlMGkrRjA1VG52bHYxSm9hZkpkZnU3OE00RnFBUkR1bkZHZVBGZGZmUGljWDA3SGVQZjRkaCswRTJub082NHJadGc0OU1Gd1g3eUhZNnBPNVJ1emYyd3p1SFozTTEyN1RxZjU1YWtuSnRpL1hyaDA0ejFmL1RONXdQRThNZ1lpL2U5ZkpnNjNYV25pRVROa29EN1lRWEs3WWlaSndXVmlaZEhMM0NsTzVZQUVZZjlaNi9uZTl6MFJiMERwcmlCQ2ZXOTRtbnRjU2tjdEF0WlVNZmhEcXU1VDVBamhoQ25PclpFb2lZRlZZVUFaVWpGV3hzMlJUMjdweFROUlRFcG1Bck8rVzZiZkFCYlZ1bUorenlqbnhVUFM3YmVKb0VMRE12Y21CcWNpODV3MUZIRThscmI0ZFg3TnA4cVd3R2lJdHpxZkFSRXVieC8vMzFlNytPRkZRdUhHaHdvUHJycnlNOExTNk1ETEhZbnhCMzN1WkRCUTVXZzVvQmg5VmRDN211cHprakxwa2t3SVJMdEpReTNJTTUyemNUTG8rZTdqaE02OFkrMnpoYlE0Zm5Xd056c1QwbkdLdzFWSzlOY0dDVmxUZ21FT0YrNnRtZG51V0JtNzU4MFZhMjhEZ0N6a3JZdUtleVN1MVZTc2J3SXpNVks4czRqdHRtWWNnZ2FmM3owYUNXVWtJbzZUR1VmYnFrSjdZY3V4NUhzVGdLTTQwcngzb2FuY3JzSVhrVkJONktZVzAxaEZFamhWTmFsWk1BQVFPaGMrV0ZpY2JSMTk1Rm5VOWNsQ0pmWkU0aU5nNDBiWHQxWFVCQU5aRmp1WkNqNWVGRTVKZ040bTBSd0RFdDVwR0ZqTk8xTGlIRFppRXNJb25kN3pIZ2dkWjF3aFlKSjdkcUpra2RBSG5RT3lNbVRUL3VmbUxvNFJaS3JZWmc1QmxBY1lGY0lPTXpzQW5CQWNBQnl3WEFBZHNHUUlIYkI1SUxnTWxnUzRETElKV2JKZ0V0Z3lTQlhLYmhRTXM2QXkydzRST3dZeEM1RHVjekNab0lDWEdZQjExQlFZSklNVW9wSmtzRVNpcGdGdVlaaXljd3VrU1VCUUxFckZjRWxKcWxJS1hLRVM1QXNpU1VSS1Vpd0pLV0VFcTdyeHBpRTRRYXNnQ0pCeW5WY0ptRklJWlhyQ2xjSjEzQmRRN3JDY2FWdE8yNm9WOTV3eTdMK0RIQXZJZ0l6T1VxNnJ4bzZzNFVJekJDZUFkRStQajcvbVp5dG9ncDNJMlg3K1BpY0h2VStkeTU1djQrWDRIZ1BIQ0xKYlNGZlBjMTJQZUdmZFI1NGoyNFNMM29xcVBpY21YY1NJSGg3eXUvK0IrYXprRDAxMGRqdzBlTlY4a3d5djJKQk1GZTVud0NKQUVoVnRkUkVUMENMQ1N6ZHNaQ3FqUlVPYksrK0k4MUJNandTRFFWRDd1ZWg4R3AyM054U1U5TzE1R1JrNU90OUJjU0EyZzV6WTBuUXVaeGN1ZVBaVGF0T2RnTUpoNXpybGFKRFlOclRzTkgwREllZU5IZHBpWEpWZndoRnRuQ2UzYkhsanBPZDJzYVdqaHlzaERoZk1EcjRnTG0rdmo3YW5ycC9aemNmdmhxRTN6ZHZYdDNsSEVyS25Dc0FtSHhnLzMyNlhDbGJkODU2QnNCbUJQbzhZNnJBdWUydWZDYlczeFI1N0U1d0tOWVVORExIUzZYMmt1QnpoRUZHYlVlZzNrdk1TV0NHMUdmYVl1YlBUQnRaS3RlWmNhQzEvUTk3dFZ1bXVQK2dEeW1sRGpaV3IzbzRkYi9DeTVhTlV1RFpZUG1YeGcxM3BMbmh3aFhMTG14NStwNkJyR1JlMHVMYzVHMktLcUlGaXUwQmdvMmMvYTBudHFaMjNKa1ErVnFlcWZnOE5uRGNGQlNvcy8rK0RhaFIrUlVMZ2tTcVNERWJKRlZIcm1NMko1L2p4SXBicjFES2ZRT0c2RWRTTmpTdVR5OTdLaTVkZXEwaGVNeGJSMCtzM2J2TE83aDMvTnpvU0VqN0hIVmdYelh3a013WU5uSUtNNzh0bEhHQlliREZTc1ZKQkRvYXFsZjhQWFhmY1BuUzZRVGppdGJXMkRkZmZPYU90RmJKbWYxR2o0cTM3czVsR1lkVXZJV1pIelFOYW9WU01SY2lSa3AxUUpqdHlyWWR0aWpPRUhHVFliZkg3RmhBc20zYkZEOTQ4TVVUL3VmdHJnd2QwS2MzbUROMHFBd1l5RENNTG0ySG1GbjVYZUo4ZlA2TE9FdEZsYzZ5SDJhLy9NZkh4OGZIeDhmbkhYSHlzOFB3U0RUVUcycU9ZblZFa3R2YXVIN05LOUFaR2dFT0ZFclFBY013enF2YnNISlQrbUdpb2w5UXpWTktQdDlRdmZZdnFXdkQ0V2ltQ0RtZk9CQXo3eWtLT0ZPSmNhUjIwMjBKSndvVmx5OHBCZk5CTUFJTkcxYWxCYThDd0lRNXkwYTRyaHhrTU85VnlnaHVyejdWcVNnY2ptWWFodnNKcGVpRkRyUSt2YlArcmpSQkpiOWlRVEFiZ2ZtR3hMWnQxYXU2aURialp5MGV5U1F1ZEZUSFQ3ZWZ5bitKNk15c2F3RmNhM0w3OHlSd1JlLzJXSHQycjZ6TFNmS3pCb0tqNDhJNUVRRFlnSlcxYmYyS3F1NHVkSDdGZ21BdjZ2MXBOc1JQWld1N2taR1Q4Wkg2eXBVL09Ya09GY3N1SkZiNXJXMzJUMUluN3VObkxoMWlCZkZSeFVaZFErV0s3YW5ITG9oRXN4bXFnSVN3VXRjbEdGTjJVeCtTem9Va2pCRTJkL3cwdFp0UVllbk5XWVlSK3FRdDFWOERFTVBxS2xldDY3d0tVVE5QMlZOQnloTEVidDJHMWRWSnUxRzRkUEVrY3VWYkVBQXA4Mmh0ZGZUMWxJZW1rb3JsVTRuVjFOcjFxN3AxckJYTldUallnaXpaVnJYbWdjN3hMQmxMaWdZWnByVmZLVFdFWGZ0dndyQ214TldKcDFOMnBhS3k1WVVNL2tqOWEySVJXdTZ3VTQ4OWZ1YlNJY3JlZTA1Y3VhMUVvbzlCMlA1cXg5RmZZTStlOTF2by82K0RKSHFUUWNIRWQ3d0VEa2lJNE1tMlE4eE1MUHhRY2grZi95SjYzSXY5QTRxdkF2djQrUGo0K1BqMEdOS2ZIWVFSeU9vWHNHZElkbTJDaWlmYUN4Y1V6QXVZUm5DbUJCMHhsUnBXVjdueVFhL2poQ3ZjMlNBVm9FT0gwa3JISnMxYTNCZjkxR1d4RS9JMy9RSjJQZ1JidGRXbk91cE1LRjllQWhqOUFiTzlZY1BxUjcyT1h6UmpjWCtUMUhCRG1QdklvQkgxMWFjNnl1UlhSSE5GZjdkY1NUcmd1TTd6TzZ1OFd3Zm55ZDZmRlVTdmI2dGUxV1dNeGFXTHdxWnBYZytXdjB2dVlxTkR0RTlpQmZNMktzamo4YXlNUzJTY2F5WEVBSU1RWTRkMksyRU5rUWRFNm1ULzFQVUp6N2Q2YysvcDVNcDFIYS9BemMwSlRZckIrTVBKOVRPWFhRaW16NVBqUHZ6aU0zZDB5VjRhT3VXbURETWdybEVTelEyVkhxSk5KR3BtQk5XbEFpcm9PbkhQM0taeDB4ZjF6a0RtWllaaFpNTG14MVBPRTBVVmkvdGJSbWdPSzNkOVVKZ0QrWUJaQTUyQkVnNnFHY1F3aWFIYU93SmR6ckc0TEhxaElVemhBQ0NZNTlkVlJkTUMyc2ZQV2p3Q0NoTWR5THU2dXo3REk5RVFVYUJZMnZZVEFGQTBjK2w1RmtUK0NTbi95a3FkeXlyK04wTllNOEM4TTNYczQyWXRPbCtBSTJUamgwaHBDUTBBRThvWERiZE1tcUtVY3dna1F0Mk53ZWZkUVlMVHVoWVNLTGx6SVJPeDcyYjA4Zmt2NHF3VVZVNEZsSHZHamZ2NCtQajQrUGo0ZUtNL1ExZ1ovY2JaUnVCNWtvTGI3Vk1UNTlCNUkrZVI0ellUS0xlZHJBMWVoNWc0ZDFrNWdPbTJpajFZWDM5UEY0ZElRVUUwSUlVUkJ0d0dtNVhMWko1M0pQYm1NNG4xUmFWTEx4SEtIU2pBeCt2ajNxSkVmdjZDb0pGcGZJd1lCOERjVng0NDhOZ3BKMGRVNUxDYUNOQWdLZDIvTjI5S0RYYnRQTXQrQWZsaENYZFg3YnFWZjBoZUVTNWJVa3hHNEtvWWpPL1ZWNjFKTGFtNVBQa1hOeDY3bDVpS3lZM1hJMmhsR1ZCQk45NzJVc0F5cmhLVzJPcFZiblNTZm9OS0hhbGVxNjFldlRjMFRGMU9TdTNlV1JVOURCM3NpNkJZQUpiZlQzTHZuR1JnYnZhbmlIRDArTzVqbnRkL1VraGRMNTM0RVZiaWtOMXhaSC9xK2xIVEZ1WlltWUc1TEtqVmRlVXI5WnZOTGlXaXd5UFJFREVWNDRSNjFvQjVlVnZzNExQNlhDaDRUandzbGRvTE1rWXA2V3hObElNQlFHSDVzbEdDM0FLSDBRN0R5S3ZMZlQ0dHBMcG83dEx6eklCNUhRU2ViS3E4N1IvZFhwNlEvTEFOYnE3ZmVQdXg4QlhSVENOb0ZNUmEyNTdLQ2hpZlVKYllpa0RnY3Nma0hiWFZxN3U0WU1hV0xqMDNFTEErSlpSNnNuN3pxclJyVjFpeGNLakpnZkZFOUx5QWxRR1czVDlIUHU4U2NVNnlyNHFCQUlRS0pQM09Tdm1paW8vUGZ4Tm5hZmxQSjBTK1U4WEh4OGZIeDhmbm5XTzN2ZDJRcmR5eHJwSzdXMnBXblFCQXhhWExMcE8yckNYREhHcEpkOS9PRFd2U0hDRGhzaVhGck1UTStzb1ZDejBPUzVsRDRoT0ZNUGNkRnEySGUrZm1malF1Mnpmc3FiazNCZ0RGczVkZEpBeVZ4V3hlVUhkZzM0OVJmMDlhaWNEd3lLZER2VU85cmxPdS9Wc0lZNm9oekdkcWs5b3pGMWEwRHpZcE1BbHhkMlBqcHRzOFd5Y1hWU3krU0NudWE3Lys4aVBKeXd0TGJ4NUFvSEpXN285M1ZxV2QyeGdBK1VtLzd4by82eXVqS0diL1ZXVms1SmtzaTk5cWJYLzRuTHljTDlSV3J2eCt0eGMyRWpVbmh0U2x6UEpBVTYrWGRwZk12WFcyZE9UcjJ6YXNmaFc2SkNpb2NKMnI0ajlycnJyOXJkUjlTd0x1aHlIUWh4MzdkN3ZTYzBpb3VHejVkQW41aW1WWlUycXJWbnhidHl2dnNrMWVYdUJTcWVRL0RCTEQ2amVzcXU2eU5oSTErd2N4WFFKdlVaYTRNcTVpUDIrcCtWRWJBSXlkdWV3Q3l4SzVpbm1FelIxLzJMN3h6bU1ucjExazRWQ1RhVHhMdTRvTWEwb3NabXhCNVVOZEpzNkZwZEVCUXNwUENVR050ZXRYcEFiaTZzZVBtRVdCUytaSTV1ZWZxMTc5ZWpnODN5TEhuUTNneFZEdjdJL3QzZHZ4eTNQUENZNlZodlZTNDdxVlhVU1pvamtMQjV1RXo3Q2tMYlViMWpTbEhqb2NucDlKSENpTXUvYU9vQlc0NnZpaHhzZUVFRXU2ZmE1ODNoV0NhRkJLc3FQRlVsaW5abFhFSlB6Y0xSK2YveWJPVmxHbHM0RVpzeStxK1BqNCtQajQrUFFZWmpBUllJUjZqV0pXTHlhY0hrVVZpeTlTa21NR0dRWUVCdFZXcm40a2RkK0N1ZDhZUkVwY0tzbjVsdGV4dytWTHB4RTR1RDltMVBjTjVzeFdyT3EzVjkrNUh6cmpRcGhpQWl1aUV5Zml2MEtTVUhMeStBWHpBcG1aZzJmZ2hOcEVHY0dJUzNaejNmcm95V0RiM3YwTFo3UnMrc0VEU2twYnlmaDFYZ0dpUWdReW45djhnMXduZnVJQXdGODR0ZWIvWisvTjQ2UzZybXZodGZjNTkxWlZ6OHhJUWhLeWtNRE4yRFJvSGxwVFF5TWx0bU9UMkorSDJIbXg4cDd6bk5oNWpvd2s4RmVmUUlNZCs3TVRKMDVpWjNEaXhFbWU0dGtXMENDcE5Rdm9wZ0ZKQ0VsSUlBa3hqejFVVjkxN3p0N3ZqMXZWWFQzZzRjbS9KSmhhdjE5MTMzdW1POVN0cW52VzNYc3RNanNmKzZzSlBpNzBxTVF5aHZQV01IS2l1dTdjTGFyYXdWWFZkYVJ5Y2Y4Yi9MOG5YMUI3dzBEcy91MzBaemZMVFVHOElBYjNiRnNmZERVdnVXU0JlTi9idmZIZXpsS0xPdFM5ajRCOTJ3dVpsMGIxRGVPcmxIRkJ3ZXUzbnQvNCtWTWpSNy9zcGpzdjhTUlR3UndjeWIzNUYyUHRRYnA2L0RraVlCS2F1bm5kNm1HT09NM050d2VTanE1ek1QM20rWDI3QUFBZ0FFbEVRVlNzZG9JalhsOUtyV2xldG1vdU9aMHBrS01nYk5xeC9vdURFVEF6THMvV2hhSE1qWlE3Z2lDNHdTSHFMQkp4ZzVqZWtrMm55SDNBZzNadFdYdlBqMDUzZmhhRytma0VQZDYxZnZWMk5OOGU2S1NKTjBMb2tFTFAwMGpXbmp1bHB0NVRWSHNpaDZmS2V6YmYvTmw2c3VGdmVGRDMxclgzakJYQlF6UnA4czBnT2hhd21YOXk5NG12a2VWenh0NlBDdDRPVkRHcDNEU0pnSUJaVW9NSkFLUkNxRVNxVkZEQjJZUXpNdjJuQkZLcWZHRlZVRUVGRlZSUVFRVy9DQlFBRE51cTdtTkhOMkpRTURXWTZZQTMyZEo4Q3V5NmtaMGFHN05obGFZL0xRYnJ4bko2YVY2MmFpNVVneTNyN251a1BoWFBFNmQ3dXRydjM0V2l2a2NRMG0xUUg4VTZzSEdraGtnSm1mTXVicEdJOTZHS0ZxdlIxN2F0ZTJEdjRQZzNmN2ErYnZJRnQ3Z29OMDE4NFIwQTVoVnR6NGU5UktKTDRrTHZGRURuREsvVE9hN1FkNDVLUExNb1Jqc2N4TVBzeXRtay92SVVoLzNPdVV0enIvUERtZk9qVzhRUHZQYjh3L2VOU3JjcFljRXQ3bUppeVd6TG0rNTVMYmx6bVRDT1Rod1pGT0ZkMlBhNUR4cmw4L1hva2JVWTRaVFV0Q3crbjVtdmNySDgrUGtSS1M4b1JtbElZQmNxakJOMWc5RS9JNkZLSkpDQ1NqeWFlSmcwNlhJQ2pwQTZxK1NPYlZ1SE53Qmc4WkpWczBsMEFramZJRkIvNTdxWGhsa1hONHh6SDJBZmI3YmtiblVGM2JKajdSZEcyVWRQVExzUEtxR1BRak5LdExpRU9UZEZrOGpZQ1RoMmFDc0FORTJhc29nVVI1UmNDSmFqSjE1NzY1QzE4cTVjNkRidjdjaVdIZDl5Z3lEOE9LQUg4Ni96bU1MQWk1ZXVmSThJdlNYcWF4d1ZudHE5KzZ1RktJcWs0dHp6eXdlQkptckpoeFFBd05aalNEQ1pBRldwekZFcXFPQnN3aGtacWFLcWhvaWdxRVNxVkZCQkJSVlVVRUVGdndoVUFVSTBjSGdYZG0yTW05cnVuS1JFMTI1ZGU4ODNGN2F1dURFZjY2UFByMXM5WEllaUpXc3phWDkvSk83N085YmUvK0xJRVp0di9tdzlPVC90WU85QVIxUGJuUk9KYVB6VzlhbE9GRVZYd3hyek1YanNpb2hlTEVXdWpBQTF0ZDU5TFJzdXhGRmNBekw3dHo2MHB0eFduc1RZbTIycWFxUkE1aThIUWRVaXhMbFpaU1Z4NzRuWFB5WlAvODNzM2FmMjcweFZOZnkrdnVxaXFOQXppa3dxZ1UyWWVYblQzMTZZNnptd0MrRGZlYlhodkxuOUo5L2NCdUFEQUg2M3FlM082MW5SdkdYZDZqOHFkcWtCc0tMVS9mVnRQMmpMOVI3ZWtlODkvSkZSWTNPWWVyWDdPN1BqS0hmU0ZmcFB4b1dlNXJMcUs4dmIramczZi91amYzYWJML1JkTzJ3TW02bmU5ZlRmVG5VdTZtTWJWQTMwSE5vRDREZVpnL1RPWjc1eFhoUVZUcVdxYWliM0hYOXpaekZxNSt0WXZ2eXRSYjJ6LzF2QjVQOTNDblkrREo3ZHZ2N2VFZGJhV1Y3Y0dpOEgwYmlCeUgvcitYVmo2OHcwTjk4ZWtEVy8zWG40MEpmUjlmWDRzcHZ1bkNCRURlTG9CQUpxMkxyMjVhY1hMWjMxMy9LOTBiKys5R1FaNmRhU3RZdlQvak9paUE2ZTZ2L0p2cDFmSGlWTTI3VDB6aXVkMXpmQUdNY1N2cjZqL2I3RGFNbGFQZlFES25FcVdrWUJWUEQyb05DSlZFci9JWUFJaGoxU2c0K3FGVXBjaVZTcG9JS3pDV2NrcVVKRUhnQ0RLaXh3QlJWVVVFRUZGVlR3aTRBVUFGU1paN1I5TWtVYUxLUzQ4TDE1TGRscE1BNnBZNGVIYVkwME45OGVVT2cvN0ZXZTNySCsvbEhDc25PdldURU9iSy8zeGo5MVhrUDloRWppeS9PRjQrdUJyMGxqWXpaTTE3czJBZTAzNU4vWTBYN2ZucEg5Z1N3dnV0blBKNGlEbHplTjVSbkhCdDU2cHJ6Rnd0WlZDNGx4MGVHOVcvOGV3SFZqSEJTekNhYUtqMnZMeWc0Qk9Na21WUXVvaW8vSzAxVU9sbmV1U3RldnpNWER1SUFBa0kvMW45b0hBSmNWY3FPa1pVWkJmSVJjendFQXVCb1E5Sjk4RXdDYWtVU0NmRmxFRi9URGxhZE4xUUM0dTdSeWZQL3pBTEJnekxFbFFzL1JWMy9tUGdDQWl3Y3VBWERKcURIY0FQcDdCa2ExRjRuUjM1T2NqamgvQWdEZWs5VFlEWXY3TDUwZUErMWhuSjVDaUNNNmNtVDM4TjdMVFZOcmZEVVlVN3lZN3ovLzhPcERZKzNUWlRmZE9RRkJjTjFBWC9RTmRIMDludGY2bWNsaWcydWQ4d2M0b0txdE5TODl0SERKakt2RTZSUFBQZm5BaVZLL0dXMmZUTldUZjY4NmY3amY2dzlHV2tLamFMc04wUUJrR2hoOHFLczl1MnZhbFovT1RFM0x1MDlXbjcvTDk3MnVTQmdBbXVZY2pRcXhxZUFYQmhFbWpDNUVwbXhGcFJLcFVrRUZaeFhPU0ZLbEJLcVFLaFZVVU1Gd1VObHJhTDJ4a1JCRkJPZG9tbk1FQUNKQzNrOGtFVWM2M3BONFR5cENBRkF2ZFNUaVNVUklhNGJLUmFwSk5WbXZVaUhOS0lrSUFWVlFGVkpSVWhXQ0NxVlNTc0NRazZXSVoxSk5pUWlyR2xZUlZpc3NhdG1hVXBteXRjSXFobFdGalZGV1pWWlJWc05zVkZsVldUa3BONnFzekt5cWJDQ3Nha2hWRERNenl1cVNaV0pWTUtzeW1GaFZtUUZXSXBPNFB5cURtQlhLVUdJaU1LQ3NTZ3dvRXhYSEJER1RzZ0lNSlFLcEZoK0ZxcWdLSlJOV0JaR1FpQXBCQWRKRVdGd1ZJTkhFZlVVaFdpd25CWW1xa0dDd3ZZaEljU3hBaVVoQXBDUWlQaGxQNGFHZ3BDMGhxWWRJY1g5SUpka0hBU0ZaWnNRaTZsazFGbWJQcWs1RUhZczZiNHp6b3M0WWNlelZpU0lLd25CUTg2SlFLQ1NQZTRtVmlEVlpUQ2JuUkhrRkFHWldHaWlWc2ZZRHlTa0ZRR1FVNkUzYWxNcU1VWnhLK2lYOWpaN2lIaVZtWldPVWpodGx0bXJNVVdWbTNaZE9DM2FIQ21RVTZCbzhOOEN2dEdnN256OXo1bFNpOU85QjlBWUNudkNLSCtZMDkrTHgzYnQ3MzA1cWc2cWFCcTFmNHNBN3RtMzgvS2xGU3o3MzZ6b3dzTFpycE5iSnhJblhnR0I3cVdkVVdzZTBLeitkQ1dwTVN5ejVwd0pib3hLN3k5aTdqVHM3dnRZSEFKa0wzVEtvMWlyNUxaM3Q5NDh0S252MTBha1VqS3ZMOS9vZFlVMzQ2d041L2s1NWFrdHoyOHFMQ2ZpTlNQVWZlNC92ZmhsQWVVUUpHaHV6WWVZQ3YrcWxaNytKdnBOdnJpeXJ5aTVxV3hVSnlCd2Y0RzhOVHljWnd0d2IvM0Q1YzQ5K3RlVVhQNE0vUHp6THU5U2gvY1VONFppa3czOUZUTDZ3YWJZNmZUd2Y1VkdUdHBjZU9KWGJzRy9FdGRIVU5uc21xMThFeGZxdDY3Tzd4eHFuc1RFYnFuVk5UTHpsdVNjZk9OSFlrcTJ4TEZkVEllcTJnWjJWZS8ybGpRdlBuMzJSYWt6ZDQxNGE1dVEwbmhyZTYwV0MyTkg2WFkvY2QyemsySXV2dS90OE1yekFpUndUMXFOZDY3SmJBV0J5ZlhWYnJMckRLckVua3dJRTBETTc1ZisvRm5SU0VxSlNWa1NhS1c5QUtwVTVTZ1VWbkVVNG8wa1ZWWXhTemErZ2dncitVMkV3YlZvNFBwME9NdFlHVVo2RGdCRmFZNndqaE13SWpLUEFFd0ltQ3BpOUZVK1dEUnYxM2dxellTS3JLb2FWakJCWkpqV3FzRVJrb0Zvc0k2TXFscFNNZ2l4UjhsMUdKSUVLV1NVMXBMQktaRmpWcUpBbEV4aTFhb25JcUpJQnFZWENBS0VscUZFTFN5Q2pVRU9rbHRVWUpyWlFhOEN3QkJnMWFrakpLb3doc2hhcXhoQU1RYTB5RERGWkpXdEkxYW9pSU5LaGpHdE83bWVOTWFXU3N0TldYRGFVTEp2a1ZDYkhWTmFVYU9nZWpzcitGUnNsREpJWmJFQUorVHl5TVlZR0xxMVJXWlB5RzBVcU5odnFRMlZqRHhzdmNVUVljVFh3aUx2NDhtMEM0UEwyQmpTc3NZRVphd3JBUFBURE5iaFExckNzRXhmYlkvQnNBbHpjSmhlUHAxZ05CaENVem4vcExTaWJyNmRTZ1ZPRkE1RVFWS0RrbFZTZ0pJUzBLTUZEU1NpdEFpSlJWVjlGSktRcUNnaElQV20xSktTU2VpaUVQSW5XcUFEa2lWUlVJZldvOVFCaXFEcE1ZRWZRV0RFcFZvS2Jyb2gxbGpwV0h5dk5kd3JFcEhBZ0ZJRFN0cWdBOWJFd08xYkVxdXFJRVNzMFdWWVRLNnRqUlN5aWpnMWlVWEdpTmphQzJJczRheEU3TDg2THhDWUlYZXcxSGloNEYrWmRuRTczdTMzNzlzWEFmOHp2NzVTTDUwMDBUTzFRTkJZdnNHc040WTQ2clg2MGJ1YWM3K1lpZk8vd251ZC93WW02RWtBSU0rTWJGZnJJdG5YWnZZdGI3NzVLRlFlN09yNTB0THpsL0NXclpvUHhtOGZqYU1WckcwYzUwV0JxZmZVTlVUN2FzZ00xeDVzcFd1SlluK2plK1BsVFFKWVhMcFZiUkx3Sm1ON3NXanMyb1RKOWVqWnQ2dHpIdHRUc2VxQlpaLzFoMTdySC93em9HRHkzMDFzKzFVQ0NqM2x5UDk2eDd2Nlh4aGlDcWk2UUR6dW5EL2VkZkxQY3VRZDFFMmJNVnRHOVc5ZXYvdExwenNUQzFsWE5MM2YrODJ5bzFKY1ZPd0JSUW1aeW9DcWpCSFdIN3dIYllqWjJxcXcwQWhBblgwRnNyZUtWelJ1R3hHclBCTEJOWlFvNWVhdTIxcjV2eTlvMTN4aFovODVyN3pySGF2d0JEL1BrbHZYM3ZIQzZjY0p6OHZPZE1TZTdIOHJ1QTBEcDBMV1FNMTBTMm5mRlB2OTNtY3c0QzNMTHQ2Ni85LzZoWHN2TndpV3ozaHQ1RCtQTjF1MlBySDVyNUxoenIxa3hEdFcwRkZIOFhUVjBtVGx5OUFrQWFHN056bEpFL2ZrKzkwWllOZm05aFlGOUFUUjVJNlQ0Z0tDQ3R3Y2lybGRWUUtHbG4wTW9WWlhxazhjcmxmU2ZDaW80bTNCR2t5b0VyWkFxRlZUdzgyTEtsT3J6N0xnMDRES1VUcVVKSmsyQnBpQStBOE1aS0tlaFNFRXBBNVkwd0dtam1nWlRHcXBwQldXZ2xFNmV4bWhLUVdrQ01rakNNZElnU2tOQkJHVWxNRUFjcEpVcGVhelBvU29EeEJRb3M0SVV4Q0REeG9LZ1lES1dDQ0NRRWhFekpTRVVCQUlYWi9vRUVCa29KNEVMVEFvd1FZbUlCcWZHeEVQRVFJbHdLTTM5QnltQm9ZSWloc2lLMDdjWk1kNGdZVkhXYitRMlIwQlZZNEFjU0lVVXFvQkFJU0NJQWtMSkRab0E1QlhGS0E2RklKbVVDeWtWKzVBdlJvaUlnb3BqcUdneVd4UVFCTWtFV3lpcFU0QjhNcHNrS2VwUkNWU0ZpRVFCQmNFbnV3Z3AydFVYeDRCQ1NZaElBQlVvaEVBaUpFcEtIcFM4QjFBbWhaYTlWMkJWVFJnZFVpNmVVb0lTbGZnZlZYRHhiYUhCelBUaU5aVFUwNGoreEZBbEhXd1BBcFNneE1vZ2FKRkhBaEVTUW91UlhHc0VLRE1RYU1LWFdBQTJ1WncwV1laYUVDVmtITWpRc0ZCdUFHWGtIUWJmNjhFM2ZCVEpOSGh0RENQQ3lpaXBjaEtydERRRzZZV2hrek5zbXpSc204WHJDMUFpZUlDRnRSZ3R4QkFDbEpSRk9YbmZTVm1KSU1ZbTd5L0RpQ0VWR0JKU280Q0tOVVlDUUtFcWxra3lZYUNvc1VKSXkvUlpFNU9JSXNVQXFlU1V1QitxQXlEa0NNZ0phWTZVYzFEa1ZIMC9pQWRJTmVkSkIwalFUMFp6c1RNRFpOR3ZzUitndk11OVJYMDU3TnMzT2pkajhLTTI5R0Vqd0NyMFpyQzVxaXFsZnpoOTFyek5YdlI3MGFuREd3NGRPdFIvbWpHR2paZWNzTmgzcmJ2M3llYWJQMXZ2d1hPMnR0L3o5ZkpHaTVhdW5LbkErMk92WDNodERDZWErVXRXelhZaUozZDA3RG13c08zU3hSQWNTQVJzczd5b3pjOVhwYWxnNURldlhkTXgxazdNYS8zTTVCVGlHL29IVHZ4cHM3enp1c2p4OThzSmxjYkdiSmhKK2ZjTHk2YnV0ZmMvTTlZWWk1ZXN2RW5nM1VrWFBEdkNEaGxocW1vU2ZMeHlySDRBMExUczdndmhjZkZBNy82UGxwZlhUYmo0ZjEyeTZMY2VWS1lidDY2OTk1OVAxMzlCUzdiQnB0MTFxcktsYThNREg0Rkl1WnZRZjIvK3RleS9hVDc2VFdieW05ZmQrK0NJN2pTdmRVVWo0c0o5eHcrKzhjMTlMMzdud0loNlhITEZ4MmFud3FyWlVJcjJ2dkxVK3I2RDNTT3Vqd1k3OTlvUHRPemE4cTNmaXZOOTd5K3IrQnFBejlaTWJjcWNmOGtWVjhmUndNRk1xdXJpL2EvdDZqaTI3NUZUd0FYQjdPdHV2YlpRR0RpY1RsZWYwOTl6NnJVOTNmODBtRnQwOGVXL1BUTWRWSi83d3BONzJzK2JFZDZjRS83T3lIMWJ2Q3c3VmNUL05vaWU3OEdKTWQ5ZkFGalVtcDBEZHVkMFByVG1od0RRdEdUVlBFc1VLL3RGZlNML2JnTWIwcVFwUzA2ZU9EbmtaTFI4dVdudXZmUktWYTBQREwyMFpmM3E1MGFPMjlpWURjTnF1U3FLNHNjTTgzVXU4QjNQZFgwOW50NlNUWVBrWXFObWIyMjF2YWJ2MU1ubklLNnZsUDV6dXYyczRPZEh3L1RwRFFBc1ZBc2dDZ2NydUN3ME5TRWtLNlJLQlJXY1JUaWpTUlhWQ2d0Y1FXTUk3SlJpK1B0L1ZnZzhBMkEwTnZMMFhJNmphQUxIOFFENytvanJYQTA3RjdOVXhleDltalBlc1U5NVZrMlRlTStwTU9BWStWQWRWVU5OeGhyS2dEVU5wWXlxWkVDVWdWS0d3V2tvcWtDYUx1YnRwbFUxdzRRTVFCa28wa3FVMUNzeXdOQ0xpREkvOWJOZWlwd29UNW9wUGRjZk9UR2tvWVpqa2daUVZaQ1Uwa0ZBVUZVdHBuZVFKbWFtU2JvSEpia2drdVJCUUtGSTBqYVVCRkJYbE5WTG5nV0JGSXFoZEFjdFRibEpGYVNxeFpBQ2dvZEtydmlVTkFLb0FDQlNJQ1lnZ2lKU1JnU2hBZ09SUW1JRklqQWk5UlJ4OHNTL29PU2RBaEY3UkdxU2NVUVJLeEFaSUZLbFNJci9qY2FSS0NKUmpXSkJsSElVRlFvYUhUbXlzMitNVTFUQm1RbURjODlOamM5WDJhcXF2STFUNDYyUENqWU1qTFhHV0cvWUd1ZXNHTExHZSt1WnJCRmpoQkF3czlGU1JCYVRKUkdyU2JTVkZTSExDaXRHTEN0WklySWlDTUNha0pUUU5GVFRBS1dobENZZ0RVcElUQ0trVlpHMElhNkN3dEJRV0JKUkloekNBSkZDaVVpSmRKRHdJaVV0a1V0RWc0U1dFbEdSOEZSUTBYbVlxTVRyRUpHcUZsUERTbHZpc21pcEJGd2lqV2g0NUpURlVGQlJxdVNURVZvZ3RMZ0lhZUNkRTZGQWpsVDdGTWdCeUVFUnFlSkNvb1R4S3dNUnFCcEVzd0RNc2dZZk1lT214dE1icG5ZTHBNUEh2bDBNN3pjVTlSUWk2NC9zM1hsd3FHTkN3cnBDNzV0SmNGZHFvU041ckh6d2VhMmZxUWJ3NjFEL3ZiRjBVQll1V1RHRElUTU85dWJhRjdaZHVwakVaTHJXdjdnRkFHWmVuWnVxa21vRzNJSDhHK0dHc1g2YnByZGswNEZ4Q3h6OEkrbHd3a3d4dnZlNTlTKytYdDRtUGMyMUVpRStoWjcyc1M3SzVyYVZyUkMrM09kN3ZycTM0eXVqVW50T25uaDk2OUV4eUtEaytMS1RMZVRHTjE1dW4rSGovSVhsZFQzOWZUOG1ZK2Y0SFA5a3JMNG9UdW81NHhacUhHL3Iydmo1ZzJHbTRjcG80R1I1azUwVXV3L0RVTjZjQ0g0dzZ2eTFybHJJckV2VjZKL3ZlL0U3YjR5c24zSHRuWk1hYWsyalFrOXA1RGIySGV3ZWRSd0xsLzNQMjZUZzNySkJkWFdjSC9aMUd6YzJacVBNQmRKbW1MZXJkeGRFc1hZYzIvZklXMENXRnk3eDc3UEdiTXVrL0NRWTNmbjhZMzh4R0FHMG9PVlREVFpkTStVa25XcGZ2S1Q1aGdMSjdoZlczWE9pZlBCcFYzNDZJeEl2VWVpK25oNzMwTzZuUmtjd0FVQno2NTJ6bEtKSlhldGUrUWtBTEdxOWF3NUlMM1Nxa1ZOMFZ4MDdlbFFtVGJ6T1IvTE03azFmSGJUTmJ1NjVaRDdBYzVTd2ZjdERhOFlrMDZvdmxDWE8rUU5oWU9aSTNqNyszSVo3VHdCQVE2YlF6R3BTQkpsR1RqZjNuWGc1SFJRL2M2b3czazhrWVA5WVExYndjeUtWU28wREFCQ2lZZEZaU3VuQkd5T3RwUDlVVU1IWmhqT2FWS0ZLYU4xWmk0a3paOWFHc1JtWEN1eG5oZVo3VWd5QTBBOUNnUlE1RVIwQThRQklCMGcxUjZ5NTJIT2V2T1pBTWdBVEQ5QkFPTUJzRkFCeTVGS1dKRVVJMHJBdVE3QXBncWJBbENGb0twblljSW9Td2lNTmFKcVYwZ0traXBPZkZFVFRTRGVrd296UGhCcW1nQ0NOQUdtck5sbG1UU01JMG9hQ0ZFQnBzRWtEbWc2UUd2MUpMRTVXQnBlSFZSU1h5bE10Qmg5OGo4anhMWU9xUmdSRVNvaWhpSlBRYklvQmpVR0lTU21XaEh5SUFVUkU2bFNUZFVYU2h4aXhGdnNTRUt0cXJJeVlsV01GSWxWNFlrVHFrL0trVGRLT2pjYXFpTDBpWnBWWUZURWJ4Q0xzV2RSNWRwNk44VjdFc1JkdmpIVng3TDJ4eHNmT094UEZQZ3BUemdhUnowV1JzNzFwbjByMStQL0lWSVFLemxwNDdOK2ZPdzdnK0hFQStDOHI5UmljZSs2NVFiNnF5bVlHYkJBRkhJVFcyc0N5amFOQ3dNeUJad1RHczJVbUswUUJzeGlRQ2NYN1FJZ3NBd0dKQnNVME8rdmhBL0lVRUtsVm9pQ0o1RW1leUJJUUFwb1NJRXlXay84Q1NoWHJrakpDcU1WNkpIV0JGdnNDQ0tFSUtYbmlHeEJRQmFLcXNybkphUzFMU2lSTDZidVFpQUlRTGpNd2wzSElkeVR6eU15cjFXbjlweVBBLzFmcVI1U2FyQnBCaVV4alM3YWF5R1dDSTdiTXdqZkxJYnNQRWZCcTUvcjd0bzdjN3B5YjdwckNNRmQxcmwvOWo0dHVXRGtUWG1vNzIrL1pnR0k2VDIydCt4VEVQNnJId3NkMjdzeU9jbW9Cc2p3eEZTK0pQTzFnTlExa2FWYjNROE1qUWhhMXJXZ2k0RGUyckYzek8yTWQrNEtsS3haRDBMcGwvVDJmT2QzRjRBWk85WXhWUHZQcU8ycERkaDhVUmY3UW5rMDNqYXlmZXU3RnR4UDRLOXM2c2lmSDZnOWtPVDNOWGFPd0I3ZHVYUFBHL052dVB1K0Y5aThQSTJZYXIvL2s1ZUtsUnoxMWJOcVVIYllmczI2NmN3SXgzcDNQNlZlZmYvenpvNnlUbTV0dkQ2ZzYrSDJ2dmtzR2dpZTJkZHc3Z2xESjh1Sld1ZFc3YUwreDRkUkM3dVFvbGlCenZ0d1NFejhqaGZ3c1pmdjY5a2Z1ZlFzQUxXcVRKZVRsR1o5ejFacXl2SFhkbWtGQ3BiRnhlUmhrYW4vM3hDc252enB1eHJockhNV25ScWRjTFRkVDZtcmVRd0lUNWVJZm5zNGFlMEhMcHhvSWROSEJub0VPNEVIZmZQTm5MeEF5amF4bUw5VDdIZTJyOXl5NEpidkFpTy9yZW1SMWlVeWp1VGV2bWdPRHkxUm9UL2M2M2pUV3VWL1k2cFo1SCsxbkRxY1doSi9jMFpFOUNnRHoydTZZWnRSZTYwV2ZQOXc3OFBpK1o3NDhjUDdNcG5PVFlFZ0FJQmFKSzlFcWJ4TnBuMjRva3NNUkRTT1RKVFdZdGdzU1g0bFVxYUNDc3dwbk5LbWl4SldKMUZtS2FncC9qVU8rVTRGR3B1UlJxYW9xZ1R5Z25ndzdVbmdsZUFJNUJidUExU3V6QTdFbk5WNnJhZkQ2cVZKamlDeXJxZ0VGaGxTTmdnMGgrUTlXUXdxallBYlVFTEZScUdFcVp6NUc1WWtVbDhzMVU4c3c5R01jcStvQUZIa1FCZ0RraDE2YUJ5Z1AwanlVa2pxbEFVQUtJRXJxbFFjQXlSUHhnQ2NwUUNnUDBnRVE1OVZMbmxoelJxeHo3SVVkQzVFWFpwYVlXUkRGeXN6Q0pwWkN4RUpzaFUxQlRNRkl6bGdoeXFteFZrd3VrRjdiTHlZSXhKeE1TUkFjbDBRMHMxNktncG4vbVpGQ0ZWUlFRWUo0Ly83OVAxMy80cGVMSkVwdnhnd3pMWi9uT0I3UGNXM08xTGthZHRVeFN4eXppME9URWM4K0ZiSzQySVJoeU41N0ZoRVdhMHhRRkc0VzQweWdBWW00S2cxTWpZcXZnbEFWR3oySHdDc0JqQnRLa1JvZXRWSytYRWF3b0pnZU5sRUY1NWZxR3h1ellVNitkNXlJcGdOcTBtRitwaW9mN09vcTJlQm1lZUZTOTI0VnJjM3RDLzUrNUFIUGFQdGtLaVYyVWFFLyt0SHNKWjhlTDhUVG5lU2ZCSURtbHY4MVVUUHlIbFhkd2xIYzNkbDEzeWhyM2VrdDJmU0VWSFJscEhqVmFGQXdIQy9zWEh2UE1FSmw0YTByMzZrT3QrVUs5Zy9HT3VsemJycHJpZ1ZmNDlsL2Z2aTdFUVQ0R2ZJbnpjMjNCNlkyK0EwUjlEelg4ZVVCUUM4ZjJlYkVnVjNtNEd0UEh4eXJmMlBqOGpBMUxiN0NNZzlzWHB2ZDJkeTI4bUtOcWRsRnVmTktiWWpOa1hTNmZrQ0lYdGkyWWZXdzZKdlpTejQ5UGdQN1lSRjk5UG5IZzFFNkliT1haTWREM1hVQ2JJY0VMNDRtZHJMY2RFdThNR1ova05oVVEvaE44WVZoVVRwaHBuNHlTWHd5QUYxQzF2UjBybC96Q2dBMEw3bXJpVlNQZXFFYVRnY0x1dGJkOHkvbDI2MGkxOUlidWIrdm0xRTdFMTVkOTRiaEtWZlRXejZhSGhlY2V6V2c1N0MxUDNydXlkWERJbGhLV05EeXFRYWJxcjdlT0gxMjN6TmZIcGgyNWFjenlzRThZajBwS3VPMnJsKzlmbDdyeW9zWU1ydXJmZlhnZTc5bzZjcExpZWdLOVRpQ2tKOEFzaU4rVTdPOHNOVTNrYVVqTEFFNzd3L3QySERQWVNUWFpaM1ZjTG1TN09udmp4OGJjZ25Lb1NTWVRxU3M0ejNodEtiWUZmeGNNRHF1R0VMcmh0M1ZLY0x5TlpKS3BFb0ZGWnhOT0tOSkZkS0twc3JaaUtrelpreGk4SjBnbWpOTWVEMjVpN1lnc2dTa2h1c1BqTlkyR0I0QWNqb2RCQm9XQVVKanRTMkRxZ29JUFFCNm9lZ0JxQWZRWGxJY0Z1Z0JGbnJUc3g1UXhTRjFlaEtXanhzVENSZU01SmpWbUx4d0xoQnJBK214ZldMQ1VJS1RKMlhJK1dOM2VhclQvN1hyUlFVVlZGQkJHUnRjVk9odEpNeUlhTHB6NUp5ajB6bGsxYnBxTG5mR0VoR0tVK09wS2hCU0Y1Sm1Da1F1VFNTR0xRdkZSSlF5VERBcHhJV0JXbGpPV0RJWlZhMENtVFFaeVJqaEtyQmtpRXlHVktvQXpxaEJob0FKVUJURDZuV1VaazNDcDVRVExGTEtWQ29lSURVb0Q5bWY3dHlaamFiUG1sOWFEWmp0ZGNHcC9yOHFGU3h1amEvd2lsbDkvZkZYWDlwNTc2Z29rd2FNdXpGMjhTdlBQZm5BaVVWTFYvNGV4L0cvYjMzNGkvMkpOWFBtS2hWeGdENjVwZU5QeGlBbHNqeXBPbDRvYW81V24raDd0VkNQNjA2ZUNEZVV0NWg1OVIyMThMaE40ZjVsWjhlYVVTbUVpYjJ6K1NPUitCdmQ2eDRZTmoyZWZONzhtdysvK2RPMVlIbnkxS1dpWXQ4OCtQcVBvcWgvVEMyUXdzRHg4OFlxQjBDcEMyWTBHK0xleld0WGQ4OXJYWG1SYzdoNCsrTi90UlhBcEZLalZMcmhEWTlvKy9aMVg5Z3k4dGpTR240UVJHLzJtSk5QQVY4ZFJobzBObWJES29xYWxQZ2lSUExEcmtmdUdlV2gzTnptTGxMaGpCRk5pMHArNi9yczg2TjJrbXhBeElaRVQyelpjTzgyQUZqWWR2Y1ZHa25nMDNvVTRBdHlid3pwcERRMlpzT1FvcVpDM20wMnFTcGxrZlA2MytLSFJ3N2JFSjYzMEFKTkVmVHhyb2V5TDQvY0xvcHBZeGJwbTczWXB6c2Z6aDRDZ0ttMXRTMENUeEFUYjExL3o2TUxscTZZenVCTGUzYWYrUGRTdjdtM3JoaEhndXU4eXJHQTdjWk5QOHFPSXVTYWI5WnBJS3BUcjg2ekJ0MXg4RGlRYUxEVTl0WXVVOVUzdkJUV3ZmVFVGMGZxQ21ueGJ5Vks1WmNCd1RnWWdCUittS1lWVVdwb1ZWVzRFazFmUVFWbkU4NXdVcVVTOG44MmdpWE1nT2hTQUU0VG9iQThWUE1BeXBhcEFPZ0FpQXFEZFVBZWhDVHlRN1FBb2dFVWJUVkJsR0dWS21VcWFwZFFCcW9aS0RJZ1ZCVWY5VlNCa0lFaVEwQm1tRUJaRWNWYy9RWUFEY05zV3Fpb004Q0FTWVJDUEZJb0FGb0FVbmxOYVNFRDVJR3FBbW8xRDBXaERqVUZFczFyL2FROEFZV0xnSUxNbXA5bm9BQlFYcUVGUUdNRlJRcEVYTlFNRVNBR3BNQnFZb1dQVkJHeFFhd3UwUWJ4Vm1OUmlnSWc4a3BSN1B2aVNMV1F5ZWZqL2Z2M1I1VlVtZ29xK0UvQ2pCbXBLYjFWdHBEcENhckMwQVlGRThTR0FtdU1kVXlCOWM0eWhZRm5aOWxUd0FFQ0VUWkNDSm5Ja3ZlQkpNNWFWb1FzRVFJaUJFcGtTU1FnZ2xVZ0FDZ29zc01wSmJFRURralZLaEFRQlZZdFdRc0pRR1NoQ0lEQWdrSkxKSUdDREtVUU1EaUFXa3RNZ1JxMVVGaUZDUUJyU0RXMHBGWURzbEFURUl3dHB2b2dTQlcxSEUxNTdKNFpJZVBFZ3lTMjZ1aVV4dUhhS3NNcnFjeENTaE9oNVp5SzN6eThVWWtmVDlWNWIvK3RzL2hVdi9ubXo5YUR1VTE5NFMvSFN1dG9YbkxYRGVSOS8vYUg3Mzk1MGRKVnQwY3k4TDBkRDMveEdBRFV1cG9yWUhDeE1mWmZ0anlVSFRQS28vbmFhQXA1Vzl1MTdwNm5GN1d1ZWorNTZPbmRJMUpqYW12VGZ5UWlUMnh0ZjJCTWUxNmFOUGt2SmRZdmJkMDR2SDdSMHBYLzc2dmJ2bnQ0ckQ0bExMNzE3cXU4MHh2ekJidnEwSTV2ZlFMQU8wL1RkTUZZaFplMlpDY1l1SEdkYTFjLzFOeWNyVks0MmYyNTZERVVqZ3hMSVFyUzFjL1pveWU3aC9mT2NrMk4velVpalRyWDNUTksrQlVBcXM0ckxGYXljeVB2Tit4NDVMNVJoTXJjYTFhTUkrVmZoOUdON0hoUzUvbzFUNHcxVGx6b082NU1OWjNyN24wY0FKcVhyWnJMNHF1bEt2V01LYmdiK3lMdUtFL0xTazJMcjRDYW96czY3dHZYdkhUVmlxTUY4NVc5STlLMlppL0pqclBrYmtmd0JrWUFBQ0FBU1VSQlZJR3hHN2IvSkx0NXJPMENvRFRTTjhScW4rN2VrTjBQQUl1WHJ2eU5XUHpCRURUK2NPR05aNmEzWk5QR3lHemYzL1BVN3QxRFdpeHBILzZ4cXQ4a2hlQ3hUUjNaVVdsYk0yWjhNc1hHLzdZd3ZxMWVMdTFlZTkvYVVsMXp6eVdUbWMyMC9qZDIvZG5PblErT2tXNldRRUVzM2xlSWxiY0pKUjFQSUNpTmlGUUJnc0VsZ3BLdnBQOVVVTUhaaERPYVZCR2l5aGZXV1FndTV1RVhvMEw2QlA1RFF1WjFpcDBZYTMwVWUyOXM3QXRSNEcwUWVadFArYjV3d0FlOVZUNlQ2ZkY3OTFZSnNOTURLRjAvQk1CZytuUTdaYURPUk5WOXRqcktHSmNPVGRvVlRHeXREWDFzbkRGV3JESEdPU3VXRFhsSk01bGFDRFdRa1RvbzFZT29Yb0Y2S09wQlZFL1FPZ0QxQU5XQ1VBUFZHZ0ExUmYyQUtxQm93VGNzNm1Wc1Z4cU1kS0JWS01EQzVVNHZyTjRvaVJJTG9NSnFCS1JlUVVKV2hRaEN5b21UREpGblZiRmNJeGtpb2JEV1Q2K2JYSFQxa0NJUlJRVUFoWVRBb1FJUkNpU1VWMGdpQWt1VUI2U2dRaEVHeVI2SkdGUUFwS0JBd1pFVURGQlFVRUZVaTdhdDF0bEE0OWlKaTczRVFlamN3QkVYbjhqa1l5VHBDLytSS1F3Vi9LcGkrdlQwZUd2REVMVXB5eExHcEtHSkVESnBhSmdDUUZQZUp1dURtaUFlSVlFVG5SQkNvaTBpc0VwcWlXQTFFWlExUkdJVCsyNVlVclZLWklsZ1ZGRFNIekZGb3NLU0Z0c2x2N2tHUUFDRkFaRkZtY3NRS1JqamxEUFVrTGdkWlpSVFErNVpCQnN3RWRqQ2tCYkxpWldzZ3FGZ05jd01KTTVaUE9qQ1JhVEt4TVJGZHlVR2xJZTBwMHNaak9XdVZoaFNsQjMyMWNSbFhrVmxHWTZqdEp4R3V4eVZvTkJja3NLb2VTSU1xRkFPckNVeXZKalNTQU1nRElDUVYwVUEwRWVKWUtBYUNYQ1VvQk1BR2hTSUhCRTFHS3ZxVmdDUE9pZnJHSHhVOG5wZ3hFNGtXcnFTN3l0TmZ0SFNZdG1rUGdyU2pkMGJ2akJLbzZPNTljNVpJa2E2TnBnbkwxdTY2a29ILyt5TzlpOGVCa0FMMis2K25FQlhxS2VPem5WakV5cE55KzYra0R4ZnYvOVU3NE9MbDM3dUpsSDNjdGZHenc4S3RNNW8rMlJxSE9vLzRyeSsyZDIrNXBGUjIyKytQYUJKa3ovaVNiN1R2ZkcrRndjcldySjJVY2E5bTVSZVBYRnc1NmgwbXRJcFdyQjAxU0oxMGtJK3l1N3MrUHdrQUo4cmI4QW1PQ1krTGtYMFhBcWdEc0RnNUw1cDJkMFhrdmhyTy9QMlh4dGJQbEdEVkhTOVVkcGVKSit1THgvTDUzUGY3ZXI2K3JEdjhPWmxmakdKbm1mSS92WHA5Zy9BYk85bGEzRHM2Q2pyNkZrMzNUa2haZWxXVC9FL0dSY3M4Q256MUdtT0ZabWFDUmQyNW0wN0FEVGRjc2U1Nm5TU1JPRjJxTnpnSmQ0eEZBR1U1ZVpXdjVoQXFkNisvR3VMbG4zdXZia2NmM052UjNaWU9sSHprcnZPSWZhL0JjK2JENXc2MVQzbVJoUHlaazRzT05hOUxuc0F5SEx6a21oQkRPU1p6WlM4NUo3YTJ6RTl1bXhwZEl0NDNyMnQ0eXNuVVl4UVNUbHptNE04Uy9BN3QzWGNPMHJIWnZhUzdQaVV4cmNVZXZOL2JldXFtbkw5MFpPbHV2azMzWGtwa2ZtOS9vSDhuL3dVUXFYNGdWU2pGVXZsdHcwaWFrRHlmUzNEdngrSFNCVUZsTGxDcWxSUXdkbUVNNVZVU2U3bnRFS3FuSTBneThrUEdoRURDcS84eGx1N3RyM3lOb1pVQUE1Nzk3cER4WUl4RTZWL3VRak9teldyenVkUmE5T29WUmRXTTZpZWpOWXlxQmJRV2dWcUNWU24wQm9pMUVDcFRnbDFwS2hKU0JyS0pQT2d4RzRXQUN1SWlKU0xMaDljdEo0TkU2ZFZJcWd5a1pLQ1dCT2YyZExraWt1MnMxQ0FpRWRNa2NwV3VXd2lWaXdnZzJIckNVeHg0OE1xeXg1S0UxSWhGNlh6UTZTbUFnMm9BK29uRHpaVmhRYzBWeVJaWFBGL05MaE1pRlRKSmVLNkVwTWlWcUs0bU9zY1F4RXJsUVJ6eVRFa1VpQlNJbDhTMFFVa0p1SllnWmhVblFjaVVuVmNGT1VsL1JYVmJqSktJbVNOS2l1UlVTaXJNaXVwWVZVR0U2c215OHJNcW1TWXhLaUNsY2d3aUZXVm9XcUlLWm5VRXd3Qm5MaGNxNFVxSzROVllhREVSZnRsbzBRTVZTWWxnNlNlU1dHU2E3WlludGdvTXlYN2x4QUJTaVloQ3NCRjE0V1Vna0tpb3VBcGtJSWlUVVRwNFFlcnhUdGVBa2JVTUViQURDODNLRVZWbE5KT2hub205dDBqQ0FsR2VTaEVtUlh5Q0l5T3ZoaDB1a3JjczFRR0RiV0d1V2Vwb3Vpd3BVVTNMQzI1WnlrSkFKY1lZbzF3elNyYWRSTkJWYW00T2VRU01sUUxBQTFvTWJLUEVuS2pBTks4Q1BJQUZYaFFyNGtUVFNkb1hna0ZnUE1ReVN1b0FPSTh5T2VWcUtDUnoydStrUGNlQmVkTS91alJsd2IrYjZMZ3BzOWFNQjJxSHdVSXhCd1NjQzZLdG1KRTVLRElBZHFqcWk4STZQdW00TCsvZDgvemgzN0dzSXpreWYzZ2wxTnplTTNIdmZxRFc5Y20wUTNsbUhuMUhiV2c0T0lURVQrODhHWTNVN3puclhGcUo0b1d1VWIxQm9FKzBkWCswcGk1TjNOdld2RU9XL0R2T0pETFBYaE9iVldUVXozYXZmNis3ZVZ0NnJUK1ZnVU9kYmV2L3VGWVk5Q2txZThEdEwvd2VqZ3NMYVU1SmRjQ1ZIY2tiNzRONEVOajlWMjhMRHNGNHErVVF2N3JYUjFmNmdXWjlWQmZQWGd5VExoSGZQU0hBRXJiTmdDV0FIZ1FBT1l2dS9OUzYrbUNFNitlZkxDNWZrSklFeWN1TVp6ZnRHbnRGNHFLelhSTFdRcFdMcGM3T3N5dGFQSFNWWXRWNllPUm1EVTcya2RIWVRRdnVhc0pRbzFnT2NqSGdzNVJoRXp6N1ZVSVRYTi9uMnlvcnJZM0ZYTFIrdWZhSHhoTWoyR1R5b2dmTXVEcFAzWHdGWFJrM2VLV1A1NnFOcnpLOS9uSEtJTnJXTFZyeThZaFlkeW1aZkZDRVdFK2NxeWpadXJVYTZKWXR1N3N1R2NZS2RaMFMvWmNVbitkQ3ZLUXd0TkRXaVVqenZIU1ZZdTlhaTBmT2Z3RUFGM2NHazhqb1F2RlVDcUszYVBQUC96Rnc1ZTFycnpOSy9aM3JVL0VjYWUzWk5OcDV5NVhjQjA3ZXF4cjQ1cFJMa2pUVzdMcE5MdEZzUzg4R3RabDNzMXgvSjFTRk5YOEphdG1XNE1Qa1pPdjdCd3ozUXhRVFE5bE5adjA1UHIwdU13SnZEYW1JMVFGUHkrb3J2aC9lQXEyVWpEay9rUHFLNW9xRlZSd1Z1Rk1KVldBWk1MMXF6blpxZUNuZ3NFVEIxZVVtR01abFlaekJpQithOWV1WXdDT3ZZMHhDRE5taEpOT2hVRXFSV0hCYWhnd1FpWUttUkI2MHBBcERBaElFYmtBWkVPQmh1UVFrdFVBUUVvRVFlTE9RYUhBaHdRVEVJa1YxUkNFZ0pTU0orMUV0dlFFbmdoV0JZRlNVZzRwcGdrQUZpQUxTRURnNU1tK0loanNyMm9Kc0FwaWtKcGtncXpGeWJaYUtERkJUWGxhRlJFTVFMVS85U1NVVFhMTG5GeExaMmpVMC9meStxU3NSUEVrQlhiTXNYOFZRVEJsQkVBWkxUQktaSGtvS29HSG5aTWhCOTlSQVZZb3VmU1cvSDFIUlY4UkRkL01xS2lIMGZwR1k1RVRaWHVJa1lzSktZZUlTTDBDanBRY1NIM3kyMEVPVUorUWMrUko0UlRxaU9CVXlVUFZnZUNJSUtvUUFCNnFRa1NpUk1reXlDdXBRQ0VFZUNSdFBRaENRcUtrSGtSQ1NScktZSDhoOVNRa1JPUWxLU3R1UjUxQ1l3aGlWWFhFSEt2Q3FXck1yQzZ4OWRhWVJSMGJFNnNrWmNZZzl1cWRpRGlqUWV5bEVCc1RPQ2NhUjg2N01PWGpBZWZpc0wvZkhUbzBJUVoyeG1lS0pwTlRWMmZaRkpMSVBnQ3FFUWd2ZzdCWlJaNFQwZWNMa3R0eDZOVlhmMnJxU3ptVWtxQS9naG9rVnJkdENxcmUycjdtTDhkcVgxdWIrb0RtK2J2bkZFNVZ4Wm1hSloxcjcvOEtpbVFMRTY3M2hFMWIxOTc3NUZoOTU3VitwanFnOEowRnpYVk1UTlduUkYxTmQvdnFwOHZiekxucHJpa0VtbjV5OThtL0dHdU1wcmE3MmdDOXJIUHQ2aytYbDgrLzZZOHVaZGJidDZ4ZC9ZR2ZlcnpxL3JyUTV6NzYzSk5mT2dHRXM2SFI0dko2b2VEalFQUnNrZlFxZlFYZUJ1REJ4cFpQMUJobkxwV1VmV1QzN3E5R3pVcyt0MHpobnQ2MDlndWw2SitwZ000dUcrNkpZcm90VUxTZVZ1Z0hCazcyWlY5NDVzdkhBVnhiSkd3QUFNeGg2dVhPYjgrRUV2Y2UzN01Od0dVajkvL2wxOXJuRHV3NHNxZG0zSG1mUFhuNDVXY0J6Qm1zWkJzWUd5NHBKMVVBdVl3NS9NSkx6MzluVHMvUjE3WlcxNS83dm56dTVHRWY1eFlOMis1VGYzOSsvNm45cjZXcXhuMk1kdGtnMzM5a1JLUVA4OHVidjM1eG1LbS80TVRCRno4RllFd3lZc0V0S3kveG9sTzJ0cS81Y1ZLeTNDaVozL09RWjIzZVBOUGRzZnJRWmN1eWkyTHh4N3JYRGJsSmpVOUxHMERuK01qL3VQdVJlMGNSS2dBd01lMXVaTEs3aWRQdjhlUysyL253L2NkUXZQWUNwZytvNDMvWTByNTZsSU5TQ1NwRnFodUErc0pKMTl0MzJ2U2dDbjQrRUZBSEVCU2lsQkM4SmQvNTh0c0hZYTZRS2hWVWNEYmhqQ1pWaUxXU0luQVdRc25VbEswU2t3dCtTdk5mWlNoMjd5NGNLYnVCL1NXaUdQM1N6Smh4aXVFY25SdEZITWNOck9NOStUam1lcWtqNTJLV3FwakZWNVA0bUt0VXlLYzhpMCt4cXBDR25rTUpXTHlRcXBLS1p3MURDa1ZKdFZpbVNvQWxEWkwxd052QjRBRVZuL0ZjVE1FZ0JDeGloelFpRUFnb1lJSUZJVkRSb1RvZ1VFVlJRNElzVkFKQ3NZNWdTVFJRNGdBUVczeTZWQ1NGTkNCRm9NUldVUnhQYVZRd3c2OEdCRVRra3pRNjhrbVVnd29BSVpBb1ZLRGtpVlEwYVZ4TU05T2tMYWtveUVNaFZLd2pRSlNRbEVGRmlJU1FrQTVLbEJBTW9nSWlVUlVCU0lqVWEzSGJSTWwyU0VpRWl1dFNIRWRFaU5nTFFValZGeTI1STlWRVV5aDVVV1RnSWpqT014dFBGS3RqRm9wSmlieUFTSWxJWGN3Q2lwV0lsQTBMZ2JRUVJRSmlaV09FYUVCTndRZ1JhejhBWWxhaW5ES3pFckZTcjFGbVZtYWpwN2hYaVZuWkdJVUNkTndvczFWamppZ3pxN1ZXOTFpckNFUEZ6b3dDWFNnU0dpTmYvMEg0V1VFYy83V1FSN3luMnBzUGdmVVBsUFJGZHZSOUJORkxBOGVEbzRjTzdSZ3B5UGx6Z2JRWVJnZE8wa01NenhPNHZ4dlpia2JiSjFPMUdIY2ppVDQxa0lKd3F2WmRuV3Z2K1ZNQWFHekoxbFNsL0hzZ3VoL0g3TE5qYldmbTFYZlVXb1RYdTloM0IwRlloMVIwUTlnejhMM3lOczF0S3k4bXBVOUVaTDVjcnJGUnd1S2xxeGFyb0tsei9YQkNaZTVOMlhkWUs3K3paZTA5cHlWVWJMcStZY0gxZjNDdjAvZ1BuM3Z5Z1JOQWxoY3RkWk82SC9ueXYvcW8vLzlCRXFYeUwrTDZTOUV2blFDdUtDNHZ1MkR1L3hoWEhVNjhwajhhMkxLemZVMXUwYzJybWxUMWFGZjdmUWRRVEV0NWE5dS8zbmZ5MEs3eXpRNUdxY3k5ZGNVNDQreXRzWmQvTEJJcUFIQTFnTHRMYlVRaTlCN2JXMXE5ZGF6ajZEMlIxSjg4L0RJQTNEaXNVaHppd2lqNW04dEVvc3Q2anI0R0FHMzlwMFpsYzBFa1FxbThrRHRkYktxZy85VCtVcnZGQUVaWkhNKzlac1U0WSsxRkF3UG9BSUFGTGRrR1U0Vmx6c1VQR1lqZjBySG1ZR1BMSDArTnZXczQwdFAvRklvdVFoTlM1MTdKME9wWVpOdTJSNExScEVoTDFpNU0rU3RKcE05UlBONFgrTW50ajk1L0JLVjBKT0pmSjQ5Tko4MnhQYWZaZVFCQWF0eU1jN1QvOVNxb0I2a2FyYWxvcXJ4ZEVMUmF5OG43b2ZCNU8wVHpxNktpcVZKQkJXY1Z6a2hTcFVnS0ExclJYVGdiWWFDcDBnK1hrakxCcG41bXB3cCtVUlJkR2JvOGluS0krMHQvaTM0VC93RXBVaFZVVU1GWmpxTXZ2ZFI3RlBnZWt0Y3ZCUXBZU2lKV2pLSHdZK1QxMGE3Mis0K09hRVoxcUdzaWNZZE9jTy91QmovdXVnSHZIZ0tnalkzWk1CM0c3eUttU2IyUi8rYXVyaldqblZwK0xWdEZYbTUwRW0yM0FZc3FMWktvLzZGbm52bktZUHJJdk5iUFhFVEtId2JrNnp2V1p2ZU5IR1AybFo4ZUw4Q1Z2dEQ3dGZMeUdXMmZyRXVwZTFkZWRNeklsaExxSjE3VTdCR3QyYmJ1ODNzQllGR3JMSEdnbzBIMWhYZjZlTmQ3QUx3bFB2cDRXWmRIeTBpVmlWRnU1OGNqZDgwLzcrejRrNE1MbHE1WTdKeFdiNnQvNlluaVBxUXlYcHI3VHJ3NVV0UjI4SDBLZmZCN3F0UzFMYmFqSEhwK0pkQ1N0YW1VM0JaNXJOL1prZTFyYnI0OWtJeWZMMTRLcEJKMGJkaTlxZm5Yc2xVYys1dDdZN2MyU1IzSzhyaTBieUtWYVNwMHNNLzBkSTEwUVFLQXBpQmVRSVlqY1hLS0hTWlF6NUdYQVdEK2pYZWZwOTdNWVNQcEhQRlR1OWVPSnVKS21ONlNUVmZyL212NmNtOW1vQjZxYWhMdXU0SzNBd1hWSmpSNHlZSU1BZ0lYSCtRa0lLaXZSS3BVVU1GWmhUT1NWQ2xCS21LV1p5VUVDTXRDQndoV0s2UktCUlZVVUVFRlB4ZW9tUE1YcGlkZnBVeWRuZXZXUEQyeXpkeGJWelJZcFltYjF3Y1BMVnhhZTR1Q1gzLys0ZnNPQVVEMStlNUdJVnkxWmUyYTN4OTdDMW5XZ3JzUkpKdjd1UDk0bmRUZkVnZnV5ZWZhdnpJb1FqcnR5azluVWliejRZS1hmOWpSdm1iTWFJUE11Sm8vOWJINWJFblV0SVFHTkh4ZTRQL3krZmI3VHB2MkFRRDUzcU83dTlkL2Zqc0FMR3BiZGJWemZHRGJPdXk0Yk1uNzJyWSsraWQvNGFLQmZ3UlFIdTN6QXdCM2xsWU83MzMya29PdlB2YldvclpWVGQ1THBudmpta0VMNWdhcHUrM1kvaDNHUmYzenkvcHZBYkFIQUJZdldibEtRZnM3Mis4WlpobjlxNFJGR2Y4LzMzeHI0QnVIZGlRV3huN1M1S3V0WXFvS0hlL2FjUDlqQUVEeHpOL2Y4c1pMZjRxaWlHelRqYjNuVzFRMUtkSGV6dlZqbjV1NXQ2NFl4ODVNa1RqZnpTYjE3czUxcTcrR0lsR25CZGZFNUdjVXRQRHRGOXEvZUh5cy9pVk16TGpib2dHdWdoYWp1b21zK0FxcDhyYkJWSnNvV21tUlY5RUlvRFFSbHduSWtiSTNGVktsZ2dyT0lwelJwSXBXSWxYT1NnaDh5TVZMbDVUWWV6MFROVlVxcUtDQ0NpcjR6MEJST2tuVm56cDBxdS92UjFiUHV1bk9DU2x2YituWHZ2WkZ0NlN2QkV5aHN6MjdDOFYwSGErWTYvTHgvYWNiZnZFdDBUd2g3TzlhLzhyaHBxV1h0RERqbGVkKzhzQmdjRjlqWXphc2F2RExWYlZ6Ui91YXZTUDdON1hkT1lsaFB1a2hmOXE5WWZWZzdzcUNsbXlEVGNXM2k1Z2ZiRjIvZXNmUE9zeitVL3RlQjRBRlMxZE1KOEJHYjJGbjB6SXNWTkhETGhyNDR6RzZiQUt3RzhBTUFCQmZlUDg1YzI3OS8xV280VWh2N2xrVW94L0daOXhWSW5UNDhCdWIvOGNJcmVkL0E1YWJwaVdYdmh0RXh6clgzZk8zWTJ6alM1ZGM4L0hPS3BONVovL0F5YzdkbS8veHVaRU4zdEg4d1l1cU0rTVduZXc1c3FXdWZ1S2NGNTc0aXgrWFZkT3NLMzYzR2VRandOWjZ6Wjk4NWRsdmZRVEFKMG9ObU0zZnpMcjZ2Ly80OVYyYk4vVWYyZEpYS3A5MXhlOHVFaFgzMXA0WFhubkhwWXV2TzNIc3dMWjlMMzVubURQVStYUGVQV1g4dUdtM2lLTG51U2YvdkZ3MGVDZ2laUGx5MDl4NzZaVmEwQjhsaEVxV0Y3YmhNbFkvRlV6SFlobDRHbGh1RnJmTnVpYUszQTlLaE1xQ3BTdW1XN1h2ZGQ1djh4U05tVEsydU9XUHA2b1BXc2hGbXlsTTNkeTV0a2lvM1B6WmVpM0lkV0MxSXZ4RTBYbnFOTWh5ODVMb2V2VTZvNUE3OWd6VWZSUkZjWC9WcWdxcDhqWkJpWkZBMFN3QkFGTWVRQm9xcHFoVURsV290MUxSZmF5Z2dyTUlaeWlwb2dRUW1DdWt5dGtJQXBlVEtFU0pTR29GRlZSUVFRVVYvR3dvTEFodzBja1g5MjBmN3VZeTgrbzdhcXNDYzcycWZ5eEV6Zm5RT09oY2wwUm9YSDdUWFZPOGwvY1QwWVlkSFZXamhUb0FMRzY5K3lvWURyclc3bnF5YWVuTVd3bXl0M1BkbW5LTFlLcTZ3SDhVZ256dVRidHhwSjdPOUpac210VXZGM0lQZHo5MC82Q2JVSFB6N1FGWHVmZW8wK2UydG1mWGpiVnQ1aUFRR1g1YnRMajE3dk5WemZ5ZTN2d2pkZE9DUlNvVWJsbVhwUENNaFV6ZHVac0dldmJQS0s3VzlCMTQ4UTQvOFpKUDczdm1Ld05BbHV2Q3dud2lleVF1OUMzczd6bHdjMW5YQW9CL2FGNHllejZ4UDZkL3dIeHpyUEVYdHE2OEZreFRqWmd1MjVmdnhJaUk0d1czckx5RURFOHU1UG5CeVZNYXJvb3AvNlB5YUpxbXRtd2oxQmNndm9GaGpuZTFyOTRFWUppdVRMcG02bm5WcG1wVC81RXRnNDQ0bHkxZGRTVkkyUisyVzJjdW5MYkVpWFR1ZS9MUGgwVUlYZDZXclhNUzNVQ3cvYm5DMFI4QzZNTVlXTkE3YTZFS0JyWk8yTFUzMldmTUk0YzZzbVNjeHR0MnRIK3hmMTdyWFhPY3VtaTdUNzBHQVBOYVYxNWt2QzVTUzBlNFVOamUzZkdsVVhwQTgxcXprNzJSeGVyeWoxc2JObkxrZm9JU29jTEJ0V3I1Z0FIRzVkN2dVVVJVT1pwYmNTa1J0d254dzhRNm1GcWtxcmFxWXFuOHRxRkN0YUNTVVJzQm92MWdhaGdrV1pKV3lzNlBTdXVxb0lJS2ZuVnhSZ3N3S2lwQ3RXY2pocE1vU2tKMHRnclZWbEJCQlJWVThJdENpNVpmRW8rYzJGSjFmWGcxT2RQWjErZjZHSDdhVVpkT0lnb2FsNGMrTkg4Z3h1N29YSC92RmlBN2FzSzBjT2xkODJBRHUyWHQ2c2VibDE1NnBmWHl4dFoxOXcyTEtHbGVjdGN5RmJHZDYzZjk4ODZkMlZGT0xCTXo3allDam5ldnZYK1l0Yk9PbTlTc1N0VFpmdC82MHgzV2hHbnpiaWhmWjV1cEF2Tk5ldlRnUXpYMXFlbktGSGF1Vy9NWThPQ1lhUW1MVysrK3FtN3l6QWZMeTNxUHZkYXlyZU1ydlFDdytGWk1EOWxrV0duZXJzMy9jQkdnazhxYWZxZnBsanRDSXJsOVFQcSt2Yk1qTzRxUVdOaTZxcG1BT21La3Q3Uy9zR21rZGZLODFzOVVXNE5Mdk9TZXJVcTczNUs4Nzk3Ui9zVWhRbVhaM1JjYStFV2tzQ0p5c0Vpb3dBVFZkZVhqNVB1UHZybWx6R0s0cWUzT1JsV3QzcnpXZHVoRWQ1MkF1OGRLdVhKd0h3ZU16VHZYdnJQamEyTVNLczAzcjVwclJNL2IybTY2OGVDRC92SzJiSjFoT1k5c3ZLQ25KLy9EN3JYM0gybHN5VTVOR1h0bDk3clVKblJrWFhOenRpcGxlQTVibXBWNzNmeHJWOGVYUnVyM29MbjU5c0I0TjAvNzRtY05CNHVGc1dmencvY2ZRMHZXY2hoY1NTUmRWdU1XTmZ6VVdOZE5DWTB0bjZnaGR1LzNoZmlmbVdSUi92aWVnem9vUWdjajRzL28rLzcvQ2lCR05SSnlKZmtlVWUwQkFGRXRQN2ZLWEVuL3FhQ0Nzd2xuOUJOK3JxVC9WRUFnQmlxa1NnVVZWRkJCQlQ4Zml1ay9RalFzU3VTeTFwWFRSWkIzN2xSUGJVMTFhNjRRUGJXMzQ3NDhsaTgzemYyejNnZklycTBQM2Z1anNZWmN2Q3c3MVlsTU9uRGkxTk1MbHE2NGtFQldqaDk1b2J4TlU5dWRqU1JtZGlFWGYyTXNZbU5oYS9aR2dtL2NzbTcxUGVYbHphMTN6aUttRDNXdVhmMC94OXIyekt2dnFLMnVUYjEzNzQ3dkR5TUNhdXJQdVNET203K1RDZWVPUzNsTWthTjQrblJPVXd1V3JwaXVvSEJDT0hIdEllQmhBRGNWcTZZRCtNM21HMWR1aHZmWFFuVm43N0VEZTZMYzhRZksrMWVOdS9EYnhxUS9sWE4wMzg2Tlh4Nmw5ZEhZa3AxS0xPOHdpdnJORDYzK214SFZwbUg2dTJ0SitNYitVMGVleTB5WWRFTU0rOFQySjlZY0tUWDRQK3k5ZVh3VTE1WDIvNXg3cTNxVFdnS3htdDFZWmhFZ0pMWEVZckF0czJqQnNiTXEyMlNkVEp4M0p1UGZoTEZqczlucFFRSWNaNTA0azhsa25TU1RtVW1jVEp3NFJndGdZeHU4b0JXeEcyeGp3T3lndlplcXV2ZThmM1JMdEZyQ1NUN09iMkplNnNzSDFLcTY5MWJWcmFhNzZxbHpualAvWGVzbmtvVkZGdmg1cjZRcGRQSHlmZ0NZVzdaKzhtc3YvWEJNSkVVZjB5bytFSDAwcDN4MURyRTV1Uzh1ZGhlc2RHNlN6SkdXZXFTVkw2NlNCU3VtVjJqYmpzUWkwVjJIWHZqV3BlSG1xR1Q1bXVsczhJMU5kVFZQQUVCQjZSZEdLTmFWVERxdUhQck5rZDJQOXN4YnVtYWs2WFh1YXF5dCtUNlMzam1VN2F3Z1RSTVU5QSt1Sm9qb1VXTVdFNmlEL1dLMnc3alFWbHZ6S2hBV3hXWjhvWGFNRGhaaXNjM09yOXFlM0RURUZMbWZTWXRYKzMzZTRFZkEyRWNlejB6SDRWODZLc2FHVEY0aUVVbnRjeU5WM2lhU0dRWXpNMUcvcUlKT0pDNUhVK2VXSGVtS0tpNHUxeFBYcXFpU3JGa21Zbi9wSFhINTN5ZFpBamJ4R2lTSXJ0bjNzWXVMaTR2TC96cUpteUVDQm01NjVpOWJQMUVKVWF6SjNpbTlnU1hFMkhNd0dlMVExRFdyZ0loR3NzY2M0cjhDQUhPWHJ4dW5ITHVFcmI3blIyZG1UcEtzWjFnYzI5bWVFb2xSdUh4dG5tVDVON2F0djVZb2J6eVlrbFhyYjJOSDVUYldEaFpVaXN2WEx3RFI3WkhZNVRYRGJYdGFhZGdYOU5yTE5CUDFkWnc0bUxyT2luWmZzcjBRQWFqU21HRnYyOWY4eUxBMzVNVVZHMlpDNitrV1lzOGRQUGk0Tlg3NjB1ZlB2clpyK1VBREVsK1B4Uzk5em1lTWVBbENqRDdjK1AxeUFKTlM1dlBwMllzK1BrdHAvdm5CN1J0UHBJOGZLbDkzQTZEdWdOSjJWOFQreFRDNzBOZDUvQWx2WjlKZDVzYjVWUXRmMy92NEsvMHI4OHZ1enpCc1dhQUV2MmFBWnVqelo1OXZidjZlblY5MmY0WkpNai9TZStHTjRZNHJMeS9zOFVPOVM1RmRHL0RRTkFDVE8yVFAwK25WZGtKbHM0cGJkM3o1cDFwWk9TbUxad01ZcUJVZFd2RmdOaHZHckxOZGZkdlFYenJac0pZd294dE1aOXRHSEg1dFd1bW5mQjYvVWFKNzFSTklsazdPOFFVcWlESGFVZnhzeS9iTlp6RU1SV1VibGpIWUVhU2xrb2kwYmQzVUJBQ2hTdWR1cFkzWHBVQW1LZjFLUzhNalEveDNyaHpFUGViNDdJeFBLRllSSmZSRmdvaTMxVzg2T25IVy9CbGdKaENCcEpIakYxT3pnQ1BEcHE2NS9CRk1tMllTUVRDVEhxZ2lKcEVRRVFsWFJCVWlKdHR4MDM5Y1hLNGpyc2t3UUNKeWxmYnJteXRmVkF6UzJvMVVjWEZ4Y1hINUl5Rk9HTlVDRHBMQ2hHblNlM0RoN0JPa1pVaEwydC9Zc09ra2txYTFVdkpxSnk1KzN2eGtlR2pwNUJVUFp2czg4azY2ZEtIT0RJendtYXptTmNjOTlhbHBLNkVWRDA0eFRQbDMzS2Uvc3ZmcFRXOE9HYU0wUEpwWkxIVXMrY3ZVNWZPV3JobkpvSEtLeFg5MnRYU1UwWDcxVVliSVVMWnFpRWU3QmxVSmlzVzZPdnh3UHRKM1VqNlJhcFNiU2tuWitza1FQTGZKZW1GYmU4TlgrMElWNno4NWV0THRQd0p3cFNJUzYvR0g5L3prVGdGNVIzUGRwdk1BN2tzZFk4cmN5bGRZNDBEck1PYTV1UXZEV1VUR0tpSFo2eWk4Y0dUM296MkRXMVJKZ0FaZGk2WUtLZ0RnRmY1UE9vSlBHK0FiV29LSHRqYzNmeThDQUI3aCsxaWZZNzlrR3I3TTRZNHRZNnIrakhDY3A0VHQ4V3NoWmpRMUhHMUlMMEU4cDN4TnJnWXZZTlp2R2Zrc1RNOW5MUjE3OXRTTDM0aWlOR3lZQVdlUkp0a3JKR2YwcHdLTjlrMWFKaTExdlBYNUxSY0FJTWMzNVhZQkdndkhhV3ZaWG5ONHVDaWg0c28xaFNUWXNpaXlueUhIdEc0MVd3QWdWTEYrcVhMaUJ4ekRQc0dhUmpRMWJENHczSDROakRONi9Dclc4UFFJODdkU21RRkh4ZmNCZ0ttMUdIZ1FxWlJsT3hlaWJ6V095MXVUWXhnZWdJa0ltamo1UUkvUndUejQxQkxBMGpEY1NCVVhsK3VJYS9BSmY4aE1lYmprY2gxQ1JDbnFQNU9BZGtVVkZ4Y1hGNWMvQ2dLOEFFQU1HNmlTb3dQNlZoWGozNnRSWXlkNUNMR21qRmRPQWNDYzhuQk9RS2cxMFhqc1MvdDMxblNtajVPWEYvWkE2cVZSTFo3ZzRBUnZobklLTlBRTzdBd1BWUDBJclhnd0c0Ym5QWnJWajVxZjMzd21mWXhRK2JvYmlQUnFLOFkvYk44Wkh0akd2RHZYalBRNThsN0Y5RlNxUDhqQXRrdkRtUUd2dlZ3cGRVWksyVDJjV0pNMWF1ck1tS05ycnBaeWtsc1p6bExhbVdPeXNRMDdTM1Z4NWExTFNLTnAvM1BWSndIVUFOamEzMWJaa2M4ME50UVVBL2d4QUgvL2NsOWdWUFBZaWNYN20rbzNEakhQRFlYdU1YbWt2VnlUakJHb2ZlL1ROVVAyc1dqNXpYTmFkdkN3S1VuNVpmZG5lSVd2WE5scWwrRVI0M3Q2ckdkUTk3Z0toZTRKME9neEs4bDJ0aGxTQmt4ZjFoamJHbXlQRTZyNDBsSkw2K2RzNVkwSFBIb0JISHRIZXNwVjRjcndCQUhuM1NUUXk5b1pOdkk1cnpTY21lSFJkM2IwMmo4NTlueENLQ3YwcVJKV3dtdVluTlc0dGZxWEtDMDFRcjcxdDVCU2ZYdDJiSGtGQUlwV2JKZ3R2UEdLNUFBQUlBQkpSRUZVd1RjcHBuMHRPeDVwSFA3NHdtT2hyTkhRemhHL2tWbG02Y2lUd0ZkMVVmbWFYSzBoSXJidXlCS2VkL1gweHA2NFd0b1drdWxoZ0pwcFJkVDNzNE5ZcERXT3QyOVA3S3ZXV2dnaGtnOGlHZkc0ZGRWeFhQNHcvcWhoSm15dVdUT1JTUUNnNlJMTElVK3AyYklkOTJiRnhlVTY0cHFMVkprd0lUVXFnZHd2aCtzUVloNzRvaUtBaU9RMUtBNjZ1TGk0dVB3RklDQmhkczZDbmZubDAyY0p6YjNzVWVRaExvckVqQ1k4L3JqS3Jielg2NFA2b0FMWDduLzZLNjhPTjFER1ZGM09FRWNPMU8vc3p2Q3FWWEZoN1cvZS91V3VLeTJxSkF6UFh3bm1WNXJqbmlGUkhJVXJINWpBSk83Um1uL1Ivc3lWQ2tHaEZROW0rNVRuLzJqQzB5ME4xYzNwL2ZMeXdoNi8xeXJSQkVFa3VDa3FYd1lBcjMva3lOUjJUcnkzWS8rT3plbWxkNzBBU2dGUmM3SGx2NzdHMm1oL3VUYmNYVnlwNWhQRGFvekxJMGhFenpTYXZ1Q2VsSDRTd0RNQWJrbVpTbXZpN0xML2FxcmYrQy9EVHZUWThTdEFDQWhZQjV1M1ZnK3BXRk8wWXYwaUdESjd1TDZoMEQybWhEZkVSSzlMVStRYWx0NTdaUGVqUFNnTkd6UjJYS0ZXOUlydXZIeldTekkvMG50K1VGcU02UW1PSk5Kc1hEejNTc0NuM2hXRFNqc3ZpZWdrS1oxS0RUNS8rc0w1bjExdEh3SStwemdPdmVkWU12cWtlT1ZEUzRqMGFNMWFkVnpxckFPQVl2K3Q4d0NnY2R1V1p3R2d1R3pkWEpLMGhMVTYyaTA2OXd3Mzlzd2xEd1JOb1c5WGt0OFV3anRmMkU0aVVxaHM3U3hCeGd6RE1GOEplSDFMZXJTOVkyaDB6eFh5Vm54cENrbmowNExwY1YrR09ZRklCSk5STVFBQWY5YkU4U1FNUHhKMU13MlB4M1BOWGZlL2s0Z2I1R0VRTVpNbUpDUGVoTHBFNmFvWE13dHB1ZWsvTGk3WEVkZmNoMnZVMStGR0pWem5zTUNWcDI0RU1QaWFleCs3dUxpNHVQd2x5UFgwdnhMczlacmtXZEp0TzYrWXdyakQ3STVzN2E5YWsyVmxMbUJDckNYenlMUERqVkpVL3RBSGJVY2ZicWtQSHd1dHV2VnZkRHp5ZEh2dG82ZFMyeFNYejdpUE5NVXo0c2IyMU9nVkpJVVJLY3dQU3FGL215YWNFRXZ6Zlk0UTI1cnJOdTBhYnR1QnlicFNRSGpCRkcxSmpoMEszUlBJSERrbEw3VmRwUHZzbWFTSWNqdUFod0U4RGFBeklZN285ZDBYamdWYXQ0VlBGeTFmbDY4VlQyeU15VmJzRER0NWVXRVAvQ2pLSG52ejM0RW9OWUpqUk9yNEk4Zk5iSWg3eG45bnVIME1sYSs3VTVPV1V0TzVwbHJmM2lIclZ6MDBUNUwyOXZYRzI0QmhVcnJIalNzaUNZdTFDblgzV050ZTNySDVIQURNOTZxWnBEUzNiRGVPOEpqUjd4UHhhRE8wR3BTNlkvcURZL244dVQwWVBhNktwTnl6UDVuS2xjcm9nTDRUQUV4SGJ6MmRUQ2RLaDNMR0xYQ1U3bXh2cURrT0FDV3IxaFd3MUFRZ3k3R3N0bU12UDlhOXNES2N4WUltUkUrOHNnY0FDcGZkTnhVUXN3anNqWnp5UEp1ZWJwUkVCRE45bitpejdhZUp6Y21hbktZOU83WmNDcTE0Y0FvSk9lTnNWOTh6N09oNUlMWDN5TFpIcitwL01pRjBUOEFuMUJlRTVUemFyVlEzUXhkRmpvc24rKy92Wnk1NUlHaDR4K1NEZGVKQkZMUEo3QnJWdmgwOGtzeEV3RFEwa0t3OHFla0NFanJLUURzRzJMRGM5QjhYbCt1SmErNEp2NGN5dlgvcGZYRDVDOE1jaFh0WjRPTGk0dUx5SjVLVGc0RnJDRE5qVk43RjJNbUhjZ0tUVnNRZDQ2bkdGNzhSUlRKMWd3eFVYWXJKQjFDWFhxVW5MSXJMN1dLdGVGL2I5aU92RlpWdFdLYTBYZGVXV2lhM3FrcUdlbWE4RHl6N21obzIvbkM0L1FoTXRpdEI5RnJqMWsxdHFjdERGZXVYTU1odTNYcWdOYjFQNks1d1FOdDZzWUo5WHBBTXhxS1hYOERPN3pnTEs4TlppblhWcGVaOUx3SDRWRXFYdFFDK2tSUldocUMxeWlvcVg1TXJTRXhxcXF2NVBaTFJHUmh0TGRGYW5wdWNWekc2citQMHYwUjd6dDZYM3RjYnlEbVRQV1hSWjQ4bjV5eDFma0xsVm9FQ0dZWVdveHZyaHg1L3FIemREVnFyc1ZLakxTUERMQVY0MEJQOTNKS1B6eGVzczVRaTFsTC90ajlTWTE3cDJsbVNhZTZabnNqdlNzcUNkOXBLdk53eVRHcFVwT3YwRVRGcVRJa2l0Yi94cWVyWEJxMHNEUnRGZnVjMmFEMWRzL09icGgyUERGdnBaMkx1N2ZOQTFObldzSGwzL3o2ekZoTllDeGxYZHV1Qm5ZK2VtcmQwelVoSHEwclkxbE1IRHo1dTVTNjhOMHVZZ1NWYUlLZWx0dnJidzQwTFZNbVM4cGwzd0xGcWc4S2N5OXA1czZsaDg1bUVFYTUzZGhkMTdCd1h6SnlxeVk2MTFWM2RtRFlVdXNla2NXTS9iY2ZWZDF0MmVEdUt5cDB5cFkwZC9hbGVoWlZyeHhoS0xMdDQ5bFF6d1AyQ25xR1ZkaDlDdlEwRWtRZkVnalVnQkFtQUxjMTBTWUtRWnZmSU1jUHJpaW91THRjUjE5eUhxMEh3SUtFSTkzdk11Vnh2S0xmcWs0dUxpNHZMbjQ3ZmJ3eEV1OGI3enU0ZTVibGhQaWw5dXIwQkZ3RmcvdksxTThnVW40eHIvc3J4bmVFaDN6WHpLOVY4SXNFdGpuRTBWREZqTVN0MXRxM09ONmppVFVuZmpDVUF4a1RpRjM4eTNENFVsNjM5QUJFbU50VWRlU3AxK1lLS2g4dUpjVnQzUitmdjB2MC9RcUY3VE5oMmtYYjRNckV4T1c3cHZRZDNmcWNQeUpoL3VQSG5EN1Z1ZTdRVTRBZlROalg1YW9JS0FJQm9Hc09ZZHJhcjd4a2dJUWJSbUxFclNjaE93WTVQTURxaVBXZWZITTdQZ3pYLzVIamp2dzhSTklyS01aMEZ6VGFZeklzeDhmUDA5WVdWYThkQWlJWGFvc09RY3JGbU9wemVSa0w2V1VsSENCeHRyVTJrM1pRc1h6UGQ2NU16WXFjTy9lYUdZS0NRNGJ6ZXRxM202SENIWlhveVJqaENNMTI0ZUNoOVhjaHI1VXVtTzFoUVhVdjlJOGV1T2pYUzYybHEyTGdOQUVwS3Z6aWVOUzNTREUza3ZIbGd4NWFEODVhdUdlbk5ORzRGMURQOXFVWFpJMFo4VUlDODNaZmxUNjgyYmxIWnJBSkhjNmN5UFRjekhLZXBZZlArdkx5d1J3aWpnbFZzM3dqT3ZrRUxPYU5iOUE2Yk5qVEE2SEdmaE1icmUzT092VHB2T2FhUjR0NVdHK2NCSUw4eVBFbEFGb3F1N2xwdGQvUUJUQUJBQklPMXV1YXUrOTlKR0ZJWUJCQWpFWmJDb0lod2REY2o4V2NBSXBiUnFKdis0K0p5SFhITlJhb0lhTzgxcUFXNS9CbFJwS01DOGkrOUd5NHVMaTR1MXhoQzhJRElZQmpCa1VLYVl4c3pEMjBGSHRlVEZxLzJHNGE4UzhQKzZmNkdMVU5TUm9vcTF1V1RWaE1hNDU3NkVwKytYV3ZSMjdyRFBBeUVCMjZlaXNyV2hKanBBN0d1dnZEQkY0ZFc3Q2xlOWZCS2R2UVl2bkQrKzZuQ1NhanNvWVdLK1JaNHpDOGZlL214SWVrb2V1eTRXNGhWeC9uWGQvNzltZGRmNm9XMlB3ZWdHT2pMNnJvNHJMWXdMQ1RNRTZ6dGVrQStQMnZCSjNJNzRzYXVVeTkrSXdZQUpUMnpTeG42MVI0bjNoTXd6ZHpXclpzbUF2ajVRUFdZRkt4WXg0TUF6Z0g0WnYreXZGWGg4YVJWR1dtOEdUZWQ1NDQzMUF3U3BXWXVlU0JJYk53WmpjbGZaWGlkUlVyZ1VGdHR6VkMvR3E5dkFzTitvYmt1WWZvYXVpc2NZTnVaSmNuWWFkNlFPODBCak5ZR3o4RWgvWko0L05uanhZVkxUYzBwSmEyUk5PWUY5SHNjUi8yMnRXN1RFSStYVkU0ZDJia1gvYVdVcFhlbGRLemRKRDAzNzZrejJsQlZKYjFkbm1MU3FyV3BJV0UrWEZ6eDhFZkFuR09aNnVmSFh0N1lQZHlZK1JVYlpncndPS1Z3M29uYm5lM1BiTmtEQUJsVG5jOUVkT1FYUHZKN1FaalhjN1RyeVdQSGhrMGJBZ0NFeWpiOExRU0R6NS9maHJySGxhOWk5b2M2am5WL0hjY2VjeFl2WHUyUGE4eTErcHlYbTE5K3JIdnl6TGxDaU1UMUVqTk05bmpjT04rM2dkWkNTZ25RZ0tjanh4UlRqMFJTZXJ3eXUyeWFQamRTeGNYbE91S2FFMVZzc1BlYTIybVhQeXRNYnFTS2k0dUxpOHVmanN5Z0FVOFZaWGU5MWxpNzhVa2tQVTU4SS9UZDBIeW01Mmp2a0J2OVVPV0dtd1RFMU1hNmpiOHZXTGx1UGlzWmE5NVcvWEpxbTZJVkcyWkxJZDRmVjZMbXdJdmZ1SncrUnNueU5kTzFWcUVZbWQ4N2tITERQM2Y1dW5FUXVFT0kyTDgyUHZtVlFZSktLSFNQS2NlTUt3WllPaXl6eng1L2NRNjBjMHY2MkZlQkFSd0NzRE1qWi9LeENkTnZQM0cwNlQ5K25WY2F6Z3o0bkw5cWloblYvVjR2QlJWcnBqRzBzblNzSTlNSWZLaDU2MFlId0xmZklxS1prcWxGNHdDc0M1V0dSN0ZqTDJlaTF5RG82SkFTenFXbFJ0RDAzS3JJZVNyVHcyTWN4YjB0OVp0ZUcyNWdLOUo3dEhuWGR3OERRRzdsdlY2eW5SWHN5TGFvR2NreURNL3RMZlUxMzAvZEQ5T1hQY2FPWGZHaDdlczZmVGhkVUFuZEZRN0FVaDhsNGlaeCtjSVFqNWRoOXNMSnk2dnlRTXFsanRZdlNXbVVSMDhjK2lId3VDNjZ2Qzdma2FxdkxlSFZRcUdLOVVzQVBWNGJlSEx2NzRkV1lVS3kwcENFTHFKWTlCbkQ2NTNid1dkMkFXRUtsVnVsS3VwczQvUFp2WmlzRjBlMWVQcnFna3BZRkpVN1pSQ2MwVnk3NmF1bHBXR2plTlhENzFjUjYvRmp4eDZMaDBMM0JPTEJqR1dTN2IwdHV4N3BBRUQrNFBSY08vSm1CbGlCUUlicFJxcThMWlJ3RE1uR2xVUWZSa3hMeXdiN0daUXFQakwzZW1PdXFPTGljaDF4elgyNENndzhaWElyLzF5dktIMUZWT0dVZjExY1hGeGNYTjRDaTY5RXFvQTQ0UWRTV21vRXBqZ3JKREFuN3FnZDZUZTFNMHJ2R3kxWVQ5T0cyRkd3Y2tPdUFablJhWFEyRFdsajBuTGw2SisxTjRUVEsrNGd2L1NCU2RvMC9rWUsvVDhINnNNRGdzdWt4YXY5UGluK2hpRzNObTVOOXdlcGtqeHFYTDVtclRTb1F4SmlySnpmLzRGRFBBTGd1d0Nxa29MSG5QbkwxbStldWZDVGU2UG1tSzI1bGZkNi9YN2NFclAxRS8yQ3l2enloK1lZV3R6TWhKTzZMM0pIYzIzTkFnRGZTYnRHNUVEVytEb0FhUjRxV0FQUTAxMjloKytXVWpvRzZFenpNTkVueGI2bFN5MkpWdzF0akhXQU9iR1Jac3ZWdnJ0ZmIvbnRJU1FGbFJFSUxpT21WNEVZRFBhVnRNU05INmUyTGFoWU05VXd2Umx2TlNHaHU4SUJzdXozRXpHell6K2JMcmdrb0NIaHI3NHBzKy9RVEQyU01NZUtPUDk5OE9EalZsRkZPQjhlWTJwYnd5c3ZBMEJvMllicElDcFVpcDl2ZWFwbVNMcFIvM0VJb1FzQjNjSmUvOElJakpiak8vODlWckRTeWdmUTFiTHoxZGNEVTV4YklQbEU2bnNqbllJS0ZSS0NacW1vK1FNQTZKWldudEI4dW1Ybkk4ZG1MbmtneUtOemJ0T01JNDFKWTk3OHNnM1RwUFNPQXllTWZCbHNhdTE2cXJ3ZGpFU2N5cFZBRmVJb0thbVl3S2x2WjJLdzdPeDAwMzljWEs0anJya1BWektrYitBMXVUZlQxeU1rdVcvUTcyNXBiUmNYRnhlWFB3TFMwdC8vV2pQNmtMemhCM0dCcGZrWCs1TlZadnFaVmhyMlpYdjlmOVZCUGJzUWowL3hFT2J3NVhON0JsZDFDWXVnMTcvUmNkU3UxSEsyL1lSV1BKanQ5WHJXUmJqM3NUMWJFeWt0L2JzekxpdFFFN2ZVcjF2cXdrTktMczlkY2VNTVFWb3kyR0d0SmpRR0Q3Y0FhQmgwUEVLZU5ieVpUd0Q0R0lDSkFHWUIrRnNBdndKd0liY3luR1Y0NmU1dWRPMCs5ZUkzb2xrNitHN1lmTGovT0VObGEyY0o4QTJkMHZQeUc0ZDIzTFYvOTNlK0RPaVBwYzJhUFdyQ3ZLOUV1czlXQXFnQWtGYmlsMHRmYlg3OG4vZS8rS094ZStxcmgxYjZLVjkzcHlOMHB3ZUFGanl4NWRMNStvT1BKd3hWYzNQdjlRS1VkaTNhNHdCQUVDTVdhYTJQbnVudWZVMUxjMFkzZGV4SXJhS1VYM1ovaHFIRjdHamZwV0dqUS9wM25oMjlIRUxjY0xhcjc2ZnBwWldSUE1ja3BHZlFzdnozVkFndDNpUWgvWEdsWDl5MzY1R080b29OTTRYVzQxb1M2V0pxM3RJMUkrSEZKOGxSTGEzYnpKYXI3VUFXWjYxeWhIVWFUQXY1b3RoMm9ENTh1V2o1dW54aEdKT2I0eSswRjVYbjNzSkNSWnUzVnUrLzJoaUZLOWNYUzlCN0xjaGZ0ZTBNZCthWDNaOGhUREZKWFRpM0Y2VmhJNWpoV3lSWkh1ajNtWm16ZUhXT1I2QXMwbnVpblJuOUVST0c2Yy8waDhyWEZiM0ZmTG04QlZvcG1kQk1rakRGQkRrYWdFNjdJMkcvMys5R3FyaTRYRWRjYzVrMEJIYXIvMXpuTU1uVTlCOW1adGV4Mk1YRnhjWGxEMkpJRWVoL1Rab2pKV1hySnl0Z0pwaWI5OVpYSDBodE8zUEpBOEdnMS9sRVkzM050K1l0RDk4b1BQYk5lMnBybmhqU0psTS9xRWo4dW0xYnphQktQZ0NRbDFmbElXbCt6Tkg4bzBQYnZubG1ZRVZWbFN6dW5mVkowcnh0Mzg0dDZVSU1GVmRzbUFIUWZFdnp5NmFrK2MzSjdZN0wvL2pocnRmcW5uWHMyTzlHVHlrNE1tbjZIVVpUL2NiZkRuZXNvUlVQWmtPcmp6VFgxL3hyYnVXOTNxSVZENWV6c1BlMzFQL1RDUUFJbGQ0M0dpeW52SG5vaFZkN093LzlOTkp6NXE2aEQ5dW9aK0tNNVQvZzROSi93dWw5QVBBY2dPVUFhZ0dNNm0vRnJES2puYWUrQldBVmdQc0JIQUJBeFpVUEZUaEtkNmh1OVliSXhJSlkxTE1iL1pFaVZWVnlSRS8yWWd4akZ4dGE4YVVwRWtyMnhuMW54MmNiSzlteDI0N1ZQemJnVlpLWEYvWjRoTE5jQ0hVNGtERjZVcVRuM05CQkVtbGIwd1YwaVFQMTJLa2hsWW9TVVNRanRWTjZuUFdnNkpWNDcrVVRMT3dSek9Mcy9oMmJ6eFdVaGtkbzdVeDBFSGtCanordThzdnV6L0JJODM1b2ZiaHAyNWJkdzI2OHFrcVdkT1l1WlZDSFlPTUdGWEZxVzV1ckk0WEwxazhWQm01dXF0MzRQNFdWYTJkTExiMk5XMnVlSDNZTWdBcVhyNTB0U0pUYTJ2blA5b2JOcDRDd01Na3ExZXdjYVdtZUVDc3FVNFZNNmxKVC9lWmtoTXI5R1I3cC8yaFRiZlczSjgvSXYxVUtrVFNxSmE5L3hMd1BxWGhrODFXMjVmSUhFRUlZQUVCTVNmOFVpam5TY0V4bUhsd1puUGo0OFZFS3VHb0JKeGNYbC8vSHVBWkZGWmtVVmR6b2hPc1ZEMWx4Wmc4VEVUR1JabGJXWDNxZlhGeGNYRnplK2JBVy9uNmZjek53UTQ0V1dDUkFYVTdNTThnZkpiZnlYbStXOWl6UmNlTVgrWlVQVERTMW5tcDBScmFudHBsVytpbGZwdGY3VjVyMVM2MzFOVHVHMjU1djBvejNNb256NHZMWlFSRWN4WjB6eTBrd24rbnVlemE5VCtIeXRiT1pNS20zTy81VU1PaTUxVkt4YlVnS09OblpudHV0Q1ovL2xOVHdzZEJUbStvMlBwWGV2My8vU2NsYk9CNzVGYXFxWkxBbnN3aUdjNmExZHN0QkFGaXdmTzJvdUxadU83VDcyNFYydFB0WHpEcVlQb1lRNWl1NWhSL2NIaHc5OVN2TjllRlVyNWRHd0x0UUdQeDc3Vml6MHJwVkFGZ0o0SWZqWjl6NlF3TDhIcVgzcTZCeE83UisrZURPY0w5NUw0VjZaeTVualVCYWYwZ3o4TWlocGgrT2l2VmVPT2tQalBxc1pmVjEyckd1QmFsdDNuanplemM1eDYwK0lucHZQTnA1WTlvUWl3SFVTRE9ROVdyejR3WFIzZ3RINHBITC96QjBsb1R4NXU1ZlRUbHB4YnJCT25QUUdtOUdwbURxYnE2djNwVmZkbitHUjloM0tPYVgydXUvMnBlWEYvWjRoYXBpNXRlYTZqZjliTGo1QjREQzdsbHpIZElzV0F1YnhLdnR6Mis1RUFxRkE5TFVjM3Zqb243QjhyVTVDbktTMGQxM05VRWxrY0pEdUlOSnY5UmV0M2svQUJTdXNvdElDMjZ1MjN5c3FHekRNbWJ1Ym1uWTNJeWtCdy9EdDFBNThmOEJBQ20wVE5UNkpUQ3o3RHYzNHM5ZmYrVkE1OVcyNS9MV3NCYVNKU2hSL0ljQTVxaHQyOW9yRFNXRkdLZ3Nsc2dGYW5iVGYxeGNyaU91T1ZFRnpONStOZGhScnJCeVBSS1BFM3U5Y0FDWUNVTjc2WW9xTGk0dUxpNS9HSEhsSnQ2VE1lWW1zSHhXTTNlMzdRd1BTZ3ZKNHBHcjRpTFdhSXA0dGdIL0lsd1V2M214ZVhDa1E0NXZ3b2NKNkF6R2picmhObFZjOGZCSEdHcnFwWmo0NXZFVUg0L0NzdlczRVdGWlg5d0lwMGRQTEt3TVo5bkttUjU5NDBoRGNNcXNUM0VzOGovdE83L1dCNFJGUm9aVDRpam5zQlUzTHZxOStuYTZjUGFacXgzbUNHVGZwUnh1Yk4zNXRZdUY1US9PRjJ6bzVvYkRCd0FnT0tGMDlMR0R2Nis1ZkdaL09jRFRodXR2K3JMK1k4NHRuenNyZGNhWG0rdkRGNGNjMjRyVldmRjRmTTNSdmYvNTk3SHVjeXZTVmtzQTk1eDlaZGRuemg1OTRUY1RjMjl2R3oreDhOK2FkMzV0WUp6Q2lyV0xISzF0ZytSb2dBZmRmQ283OHJsSVowTEQ2ZXMrUGV6eDlYVU52enpKQWdBTGxCMUI1L2tqQUhEcjhNMDBvdDFuaGw4RmpjWjY0Mm1nMVBBSjM0ZFZMUHJiL3YzM1QzVkttY25UMDJQOTE5VjJZT2JkRHdSRm5DWVJ3ZEFzVDdYWHk2TUFRR1BWQjVSVzJ3N3UzTnhiVXY3d1ozcTdZejg2TWt3RURRRE12ZTBmSnh1RVZZQTQxUndUTHdGQVNkbjZ5YXpreEthTFo3Y1dyZ29YZysxSWErMm1BWDhmUFdyTVltSFFoWmF0ajU0QlFCN2ZoS2wyL0tJZjBDQWlzbE5TNkYzK2RMVFdVa2lSWWtsTE1SSkNnekZZUUVuWUU3anBQeTR1MXhIWG5LalNuLzdqK3FsYzl6QVM3d2N0b0YxUnhjWEZ4Y1hsRDhLYUFwQ0p2TkcramlPLzh3ZHpzMXNhcXB2NzErZmxWWGt5cHN4OGx5YTlWenJRanZUZXRMZDI0ODhIRFZJYU5vcDg4YnVKak9sTnRSc2ZIbVl6VkZUKzBGSUc1emZYYlZxYnVxSzRZc05NQm4yb3NhNzY4K21kOHN2dXoxRGtmTHl2ei9wcDFyUlo3M0ZzK2Z2VzVJMTgzZ3FlQkdtZ0cxMG5nMTc1TGgzUno3VTJmMjlJNmVYUzByRFI2M1BLbU9oSTY5TTFKL0lyTnN5VTBMT2I2cXYvTyttNTh2bmVNODk5bmxsblhXV0tUbm84MmZmUEw3MzNwamhaUDJ1ckhTS29VTkdLRGJPMEtmSTgwdE9aWC9MWEg5NnpZOHR0eVVwQkU5Sm1XNExWQjk0OCt2UUgzano2OURRQW53V0FrbFhoOGF6c0NZTEV4T2E2Nm04bCs3NmpPSCtpcFIybzV3VVZEeSszcmI3dHlmTkFSV1ZyaWtpTDJ5SXkrdTBqdTcvU00xemYzTXA3dlptVytUNWk1elJyNm1yWlh0MWNXaG8ydW4wUHY5dUs2WmVkYzU1TEN5b2UvcVJOOW44ZTJmM29zR09FeXRmZElJU29BTUZvUEhkMks1cS81NFJDOTVnS05KL2lZdmZjRWFOemhPM2tSTjgwZHc3MFdmSGdQQlkwdW5scjlYUDVaZmRuK0VSZ2FVL253ZGwyL01LVjFDYXQvY050eitXUFEwcEtlcW9RRVFBaWp0cFNPU1RTQkJSbVYxQnhjYm5PdU9hTWFzSENWZGxkcnNERXpIQkZGUmNYRnhlWFA0eEkzbFFTUlRWc3E3bCs0MEMwUnloMGorbWROR09ScmJCUGtORm5TTjlzcGxpYVgwWlloTHhXdVlBNXNubDRRUVVMVnEyOW1RZ2xtcHl2cHk2ZnRYenRLQUNyNGxvL2t0NW4vckwxRTcza3U5V0pHRC9QenZRV3NPYTlyZHZDcHdHZ3NISnRuay9HOCtLNnF5MkhzbGVhVEMydHoyKzVNR1REVlZXeTIyOFhhK2hUelZ1cjk0WEt3ak1Od3NTbXVzMy9EV0E4Z0gwQTFsNUZVSWtCMkJRTUxpak12K1AvbStZbzN0WmUrK2lwOUVaRkt6Yk1nc0FOWUZ4a3BWL2JzMlBMSlFDL0FUQWJ3TDhBR0M3bDRSS0FHZ0FvcUFoUFUwcmRCaEltSE9zbnc4M2ZPd0c3NzBJc3RPcWhCWXFkQzYxUEIwOENRRkhGdW5sQ0dPOVNVbjMvNEpCS1RRbnlTc09aV1JoWnhwcE9LbEM4eSt4dUJLcGtsMCtWQU02cjdXeTg2cDFrTDRyYjlvdXR0Y09jUXdDaDB2Qm9RTjZoTmZYWmtkNmY5SHZRNkp3eDg3Vnd6bWxoWi9oTXNkQXdqSmNPSGt3WS9pNVl0WFlHcEp6U1VuZmt0d1VyMXhWNGhPOTJEWDA4MnZIS1RyQWVlQWdwTlExSnQzTDU0MkVlaUZIcC94bWpYa09CaHp6b0hhYkNsSXVMeS8vTFhIT2l5aFdqV21hMzZzdjFDVFBUUUxVQWdnYUoyQi9zNU9MaTR1SnkzU09aRXFJS0l5cFZtc241K1BGTERSS1hwTkM5aXZYeXVJNjgxTjd3MVVIVjVvcFdPRE5CY3VyRm1CZ2N2WktrOE5hMVk1UTJQZ3Z0YkcydDNUSW95aU5EeXZ2ZzBNNzlEWnNHaVJXVEZxLzJTNCtjMitPb1J1R0ozY1NFV0ZPZGNSU0prc0hUaEtZYjZhTHZ1UXpPS0ZDTVEzc2FhbDRmZHR1OXVUTzFnbWlwTzNvZ3RPTEJiQkxPOUphbzhWeHk5ZG54MDVaOGM1aWJQVTZLSW5OUUdnN1BXRkwraFRnNXo3ZHUyOVNjUG41b3hZUFp3c0NOUk5vdmJldHlXcVdqYmdCL1AzbFcyWU1relZTZkdBM2dvd0RlQ0pXdnUwRnFwd0NDc2lPeDJNNlVTanlqWml6NTFHMXpsbjd1N3NuNUg1bzMrOWEvZlMrQ0UwY0RDS2I4emNxLy9kNS9tRGJ2L2JQbjN2WjM3ODhZVTNKRDJ2b2dnT0NNQlorNnJXRFpQMzcvYXV0dlh2VHhSWE52dWFjY1FIWnlXZmJjMGk5OEVjREoxR09kbUh0SFBoUUZtdU9lZGlDc1p5NTVJQ2doNzFha0htL2R1dW1ONGVZZkFHVjQ3SHl0MUNVaGFkS0Zua2pqc2RySDR2T1czelJWUU11V3VxTUhDcjNST1FJaXZuZUhkeGg3WG1CYzJmMFo1RlVmRnNReFFEM1R0dk9iblFBd2U5bDlVMG1JNlY3eW5URThGSXJFaktkZnJnMTNJeG5ocExYTTdlMTFuaXNxbTdIS0FHZFlPdlpzVTEzTkVSYUdueW1sWExRZ04xTGw3U0FUSmFrSm5CQlZHREVoZXhUVDRFZ1ZKcmdGRkZ4Y3JqT3V1ZlFmQ0xvbUlsVW1UWnJrUDNYcTFMQjVzaTV2RHltRXljeVNpTUFNcGRucC9TTzZ1Ymk0dUxoYzV6QkVacUpvQjBjY3gwbmNDRlZWeVZESGpNWENWaXFxK0tMWGtNdGIwbE4ra2hWcHlGRC9jREYyOGd2SGQvNzdFREcvb0RROFF2cWNMMExoaWFadFZ5cjY1RmJlNngySnJBZFpvYVZwZTNWcmFwKzh2TEFuYzZTem5PUFdRWTlwakJhZ214dnJxdjhiL1NXRFllU3hzbmZabzV4eERLQ2x0dWJWNFk2cm9HTE5OR2d4dTYxaDA2L3pTc09aTUoxUFJONHcvZzBId3c0QUtxcGN2MUJBUEhueGRLdnBXSkVOU2IrSFh3RFlBbUEvRUJZbFB2VlJaZlB1ZlR1MnZEamsyTzhLQjloeVBpWnNadzhibnN6R0hSc2JCelVvRFJ0RlByMWNFTzhZZldObzYrbkR6eTQvOS9vTGR3TjRDVUREcE1Xci9XQ3hrQWdUdFNOK2MzRG5sVWlQMElvSFI4RXd4a2RqWnUyNDhhTnVaYTJlUWMrYnFSNDNWRkw1MEcxczQvbFJFMGZPQXp1NytpNDBEb2tVS1NsYlAxbEwrc2k1enI1LzZMdlFPT1Q2SzFRYUhnMi9rMzBwSVRURnBwV0dmU085ZGxYOHBQa3RFc2I5cksvY0IwdFBZRVJ6L2NaZm9qK2x5dXQ4Z3NFdC9VYS93ekYvMmZvSldzaUpBdXh0cXEzK0tRRE1LVitkNDRWNWQxTmQ5VGRES3g2Y3dqQ0xtaHVxZnp4Yy81bExIZ2htQ3UvSEZaeG1RMUcwZWR2bU13QXc0YTU3QWdFVmVQZWx5TW52alRJbjNXWkZuV2NPN3FycFJUSzZTc2pBTXR1eXptWm1lVDRHb2wxTld6ZnQ2ejhudnU0OXVWYnNySGZBdHNhTjluNWJTRTRVL3VIK1VCVkNWTVNGUXViZ0NDMWlWMVJ4Y2JuZXVQWkVGV1kvS1BtSjlnN2toaHRuVHpWOWNvYlF4ajlQbTVWVGZmeHcrMVdOelA1SVJQS3ptNEFRSWJkTFRJckZCQUJvUFk1c095bzRSNUZXaWtab1RkMWViOEJ2eTRBV25HbG9FV0JDaGhESVlFSUdOQVdZa0VtRWdBQXltQkZnUWdhQURHS1JBZUlBTXdKRU1BZ3NtY2tBUVlMWUFKTUFzd0VTaVhWZ2d5QWtneVZBQnNBU2dFRkViMW55bWhsUkFpdUFOQk03eE5DY3VMaFRSRkRNVU1rbld3cUpkc20vckFEV0lGTFE3S05FT2lzSW5Ba1NOZE5tNVY4Q0tBN0FBbk1Nb0JnTHRsbVJKVWpId2JCWXdtSWxMUUZ0S1NBdUJGbFFGTmZTc1Jtd0pHQnBOaTNObHEyWkxJTmhLWVpsSzIwSGhUOTVnZGFCRGdBa3hNQTdVRWlaOEhkSi9zUUZRQWpqU3JpdE5CbEltT0dKbEg2R1lReDZQZkRZeXVOSkxEOElBUDVrbTJZQVlPVGxpVnhyS2gwN1Z1c2tuekQyai9Ibi94OVJHamFLdkdxeHc5R1dVMDFQU1ArWWpCQnpkTjlwclh0dzdGajh6NzQ5RnhjWGwvKy9FWndGRUlnUmxhYnBBRld5dUhkV3ZpSWRjeHljOFhuRWJEYmxFK25kQ2l2RGVRem52YmFLM1RlY29KSmJlYS9YMFBiSHRNYnpMZHRxcnFRTWxZYU5MTmdmQUl2WG1ocXFmNVhhWjlMaTFmNUFVQy9Wam5IY0VaQ0d4czFORFFsQkJRQjVLTENDYkdzZnN6bmFNRENmTHB4L2NyaERLbG0rWnJvbUk3KzVydWJYSmFVMUJFK0tBQUFnQUVsRVFWUmZISzg5enFMZWJ1dmZqeHlzc1FDZ1lPVVhjNWtGT1lwNzU5NytEeSsyNy9qYWw3UzJmZ1pnSU9JbFZHNVZRZ2p6ZkdSb05hTDhzdkJZc3AxaWhsT3ZoVEVkRjhXdXdTM0NvdEMwQ3hTalE4YXNNOUtYTVd2NitJVS9PUGY2QzQvMUg4dlk3SXhLQWNwU0xPdjcwNW9BWUZwcDJNZkN5ZWMrdFRPUTRTeHpvTnZiR3I3Y05YajdHNll4YzRZV0NHckZiVzFKc1NGOUxyVVE3OVZ3dmoxYzZlVDhzdkJZa0ZYU1ovRkx4M2ZXeFBMeXdoNi8zN2tOdmJ6ZFB5aytQVFJ4N2Z2NThyazlQY0ZnZHREMEY5a1UyMzNpNEZNQXFtU2ZUMzJZbVZSelhYWHRjUE1QQUhtcnd1TTlXdDNCVU1ycVZVOEJ3TnpsNjhaNWlXNjdHSlBmemE4TVQyTGw1TGZVMXd3cnFFd3JEZnN5L2M1aVV1cDFJWVJzM0xZcFVaNjdOR3lNZDV4RndySi9QOEtjdEl3a1h0MjM2NUVPSUNFR2NzLzRaY3g2ckJTSUl4cDlQTlVNdU1odkYwZDZSWUJaeFFtVUFRQ0NsSnYrOHpaZ0ZnS0pKM3BKczFxT1JVbnFUS1owRHhVMy9jZkY1VHJqbWhOVm1BZENGOTl4c3Nya21YT0xKY25IQ1RRTkFtREdmWk51em4vTmdCaDBBMHBrc3kyRU5wU1VEckZIQUI0aW1FVHdhTEFIekQ1QWVDVnB2NGJJSW5BbWdZSU1Kd2hrWkZGVzFtald5aUNvVEMvTUlNUE1oRUZCRFdRRUFZbitvbTR5Wlp0cHZ5ZjJBeWtHNW9sL0tHVkI2dXVFckhNbGxiVGYrcHlHcEplK05VVHdJN1V2RGU1Smc0YWh0TmZKYU11VXhRenlTaEpsbE5xUlVzYVhWdzc4eWh5SUsyOThZOUJ2RU1USm9rSURxK0VGd01uSVR1WWdaNE5pQkhhWW9JamhNRUdCb2FESkFkakJLRklnT015c0NLUUFSNEhHT0dCU1RLeUk0UXdJU01RT21KUURPRlBCaWtBT2FTZ0dLOHdtaDlsV1JNSmhucStJeVJIQ204MFowUkhUWnMzZkIzQ01RWEZpamdJVUE1RW1NbGhwRlpGUWxtYTJoUkJLYVZaQ0NLV1UwaVNrRWtvckpZUWlvYlJRU2psU0t1Rm9wUXpERVk1UzBuQ1VsQ09OSUoxYkVPbTQwQjN0T0Z5YVBTWXpEd0tQQXY3ZUd3WHFPVGYvcThlUHRiLzhUdngvNk9MaTRuSTFDQlJFNG5za1lsdU9tbDgrYTVaaStMU3BMMGtwRnZUMFdOdVA3SzRaWkFBN2IrbWFrVUk3bFJIb0h4MUtTd2ZxSjV1ejdsWkFWL3lVV1orNnZNQlVDd21VcFMrY1MvTVBDWXV4V2FwWUszMHE1b2lUZnErNEhSZkYwLzFyaThvM2xGdHg1MVhUOERwa3Fybm51dnBxVDZWVUVPb25yL1R2TXJYaG1XMnJ5TFpKaTFmN3RkK2JyNkYyOXh1Z2hpbzMzS1FaczFueElRTzR1U2VpbnRmYTJwbzZSbEhaaG5jUklTVFkrRWE2SURHdE5PenpHSHArTEs2YmZZWlo1ZGc5LzlIVy9NMUI4MU5RR3BzaXBaRXBZdEg5N0Eyc2lzVHdQd2RUeGltcVdQOGUwaGpIVU0rM05NalhVdnVPOHVybFN1T0lFUkFWRHB6bjIrb2VPWjY2UHBIR1JDc0JQZ1Z5RHJjMVBESnMyc3pZckl5L0JxdFhXK3VPSFVsZlYxaTVkb3hrWjVFVDh6eDNlR2U0RXdCOFUrdzdwYUsyWHE4eXZXVE04ZlgwYm4weCtBcUh2TGQrQU1yNnIvWnRpZk84b0dMMkNvZmhwNHRuZjNpMTc3dVpTeDRJQnJTK2c0R0FzbEMvYjljakhibVY5M3E5RVBQamxuNXVWQkNDNHRZODF1cXFwWk56L003SGhjYnJZSTQzMVcwZUVLMkt2TEZwMEdTekllZXhvQk5OdGRVRHgxZlNOV01oU0svVXJCNzM5TWJiWDB5ZDg3STFJWElvSzk1ejVpQkU2c1dVRzZueWRtRG01Qk85eEEvTkZCVkczSUdnd1pFcFRHNmtpb3ZMZGNZMUo2cEE0RW8rS0wxalBGWGsxRm41N3lHaWZ5TFFOQ1ErZUk4Q2RObzA2RCtZQitkdE13d1lSQnFTcFVGa0FEREJNQWt3QmNnRXdRUEFBNUt5M3pnRXFSSURhOUFnZ2VNUHc4d3hFR0pnaWdEY0MwWW5FYm9BN2dMSktJTXZNYmdYR25FaVZpQ2hpTFZtVFFyRTJ2Q1BuZ2FvcUJQdFBLR0pGREVySXEyMUZvcUl0T25KSG10NFI5em9xSjVEVHF6bk1yUTk1RW1laGpZRms0Umd3U3dFTXdzaFdJQkpRUHFESGwvMnpWYmYyUU1BRXhOSlpoWUNRakN4QUZnSVlYZ016OGdaVnV5eUY2eFhFVkVXQWQySzFZOEpVaEN6U1lEQkJBOGdUQ0kyV01Na2dzbUFRZEl6RmxwWnpGb3prRmlmbUhjRFJBWlltd0FaQkJnTUdNa0lISlBvU2c1eU1rTEdQekR2TktCSERaeVBsTGFEbDlFVklRa0Qyay9LNzZsOSs4ODVwZndrZ0ZVY3JPSWdvdmRlMlllazJNUmd3TEdGWUJzc0hDSTRBR3NoU1lHaERTa1NVVUVHYVVuUUJLRllDbTBRRkJsQ0M0S0NJVFZCS3FYanN2dENTNFoyWW0rU0lRdVllVVJpYTVRSnd2dGhVdDdVV1hQLzVvM0QrMS80STk1K0xpNHVMdThNbUxPU241bXhuQnVLWnBxQ3M3VTIyZ3ptdWMxMU5iOUpiMTVRK29VUmh0L2NyRWcvY21qcjBBZ0psSWFOWXE5OUowQno0bkhqcS8zR29RQ29xR0xkUElMK29DVlVlRjlhcFo3NXE1REwwTlFSTjE4ZjViRS9GRVBreVFQTjM0aGNTZFdoYy9CWXI1TTBibVBiM2oxYzlNV2t4YXY5ZmwvZy9aYTBmcWRlejdUSFRYSldDY1hOelEwSkE5VDV5OVpQSkVVbEhpbTN4azFyWVUrWDgzeGF0Umtxcm56b0ZtWXNhYXFyWHBzK2ZsNWUyT1AxV0hjNHRqam1NMlM1eGRGZnRpYzlQdnJKTDd0L3JFSG11M3A2NGovSnpNcjRXRlB0eG45TkhUOVVzWDRKUVl6UjVPeHZydCt5LzhxcXNDZ3FqeThSZ251Sk1KRzFibXlySHl5bzVPV0ZQWkRxSXc3c1pxbE4wVEtzb0ZJbFN5cG5mRmdEbWMyMW01OUtYeHU2S3h5Z3VDNk9SNnpuOSsycTZReUY3akV4YXV5ZGpxME8yRDd1OUxQbi9jMWJxMytRVzNtdk40U2xuNzBVUGZuai9raWt3bFhycDdMbVFoMlgzMjBiUnREcVA0N01ER2M1RTBiWU1YNjYvWmxOYndCVmNxUVRYS29ZSjJPZW5rNnZuWFczWW1kMzYvWkh1OUo3NTFiZTY4M1dJejZ0NDdwV2UybG1sK2g5S1dWdU02VDBWTEZTT3h3U3AvZldYa2tkeXkvYmNLTVdlRmRjOHovdmI5Z3l5QTltYnRuNnlTQnhVM05EOVMrbnpNei9RS3Ftd2dRM1V1VnRJUk9mSHB5OEFDT09VWi9VT2x0eDZnTTZFTHVpaW92TGRjWTFKNm9JWW4reUFQdzdSVkRCamJuNXEwRDBud0I1K3BjUjBjMEFic2FnbStzMEJrVlhEUHJ4WjRlSWZBQjhJSXdZSEI1Q3lXK0h4QzA2Z3pzQjZpUG1DRE5GU0tDWHlSQ3NZbG5LaVp3Z3dsd0Jkb2hJTVJJMzdvSkFBdUpHcSsvTk44andsZ1AyOFdScWowT0NIV2JZUktRRnc1SGV6QnhsOTU0V1lJZkJEb0VkRFZMK3pCc1dSWHRQYmhkQXI5YmtDTUdPRmtLQjJRR3pIUWplTkY5TEdSRXF2aU9POHdkSnFTL0hIQVFGR1I0aWZzTXd5YkVWTzRadHE3aHBPeDdMNzBRaWx1UHo5VG1uVHAyS3pidHp6UWpUTnBhME5CaGJnZkJ3MVFuZWtnVVZENWV6YlIwOWMrUS96dlFhaHRkbkdLWXBnNmFCUURCejlFMmxuWmZiZHBQRlhoYklFSWJNWk0yWkJKVnBla2JNSUNGR1dOSE9TeVFva3hrWklNNmd4SHZGQkxOSmdreXR5VWZFQmdDVEFBOG53bVc4UkRJVHJNRUVENWc4Z1BZUTBiQUcwNVQ0aXZjUXlIUGxGRk9LNkVOcDhoeWxCaDhORW9jSXVsKzhtVG1veTVYbXMwSHkvaWxUNW4zbXhJbDlIWC9xZkxxNHVMajhKV0J3a0VBZzhucWx6QWlDc1krVVBmNWNkNlErdmUyQ3NnMDNhdUtQS010NXJIWEhsbUhNU2NNaTVMTVhFWW1iNDlINER3N3VyQm53OXlvcGZ5aVB3ZTl6WUh4ajMxT2JCbjFHRmxhdXpTUHR6SXF6dVhPc1Q5OGVpOWs3RHV6OHhtWDBwN29vOWx5MFpOc29qNitDTEt1OWFjZVhoOXlNRjVTR1IwaXZYbUtUMktINlROczdSZCtxRkE0MGI5dDBFc2tJRnRORDg5bXhYbERDWEVxTzA1WmV2cmRnNVlaY1pvUmlMTCtTUG43b3JuQkFXTTR0RHVScEUzcE1qTldlZlExZlBaL2FadTd5ZGVNOFpDdzl5WkVmVHc3NmJ1KzE3RittancrbXVSck9nWmI2TFlPaU5Bb3I0N05JazJGcG5CZEVXYTFXbW5GcmFhbVI0VmVMd2VpVjhPVHNhZGc0NVB3QVFHSFpuQ1dzMWNqbSt1b3ZwNitiVnZvcEg5bE9xU09NZy90MlBkS0IwckJCcGxxZ3BQT0tmY3A3UERCSkwxZlMvbTBvZEkvSnlGNENXejQxSUtpc2ZHQ0MwUFE1QnYra0xSbmRNdXoyeTlVOEJpWkt4OW5kL3N6bUl3Q29zT0xtVWxZeTVvam9pWkU2K3c0bXRMZHVlL1IwZXQrOHZMREg2MWhMd2RndERGMFkwOTduanRVL0ZrZS9LYkF3bDJ2bDFBc2hnNzNvN0JkYnFIQlZPQ1NWOHg1SDRjZjdrK2M3ZFV3UE9YTnN3OTRHQUlicHoySVZ2eEoreSt3YTFiNE5PUEVna0JJeDB3Um9pdlhJUHBXRFVXa1BUOTMwSHhlWDY0MXJUbFJKZW40QUFCUDk1WVdWS1RjWHJHU0QvNHRBSGpCZllPRHJBRDZkekNHeFNIZzhRcHFHc3Z0ZUJWRVVnQVh3SldhNkROWnhJUU5aMHBNeGhiV0tLdFYzRHNxS2d0a1BJUkpwUU14ZU1yd1RBQURLaVVHUUgxcGJESllnTWdqa0krSEpZUlh2WUpDSHdNVEVFZ3hKaVdnUGc0UUlBQ0JtcllsSk1yRkJURElSclFFamVjdHNBQUFKR2dGZ0JGSTBINEtHZGlJZ1lFNy9uVHY2azRDU3Y5aE9Cd0Rjd282VHpCUzZjcGMrTUE0UnROMTNKZTBudVVJUUVPOTVIUUw0Q0FSQkpMM1ZSWEluaUFpeHZpdkZEaVJKd0pEd0RieDdFeHFEeHhTQTZZVWZYc0FFZ2hsK0FIN2NPSHMwZWwrckF3RGNPQnNBQ3Y3azgzemhqZDhCQU16Z2FJd2NXTW9BK3RCN3VSMEdCT0JKNlNBU1U2cVNIcnFpUCtab2NGakx3Q1QzSC9QQTRvRlhPa1h3NEtIcXhoOEJNNWdJaWdHTEdEWUFPeUY2a1FNaERiQ09DdW5OMUU3OERJVGhCWE9jMmI0c3pJeng3TVJPS08xc2pWbjZ2MzFTTEJCUy9COGlYb2FFU0ZkT1Bpd0NjTlU4Y3hjWEY1ZDNFZ1RLQWdDR2M1YWw2V2lOaWQ2K3lJdnBrU0FMSzhOWld0bnZWMEkvMGJwamVIUFNCV1hPVklaWXFwWHpSUHZPSytXSFp5NTVJS2pCNzRORHYyN2JIaDRVZlZHd2NzUE53c0VrbTJMMVBnb3NpR245U24vZndzcTFZNGhwaWFOanZ4bmxvUW9XeG11TkRUV3ZwVzgzRkxySFpJOVRwTWc1MEI3MW5TM3hxeVZLeXpkYXQyMGNFQ1lDdnRFZjBtdzlLMHh6Z2FXTTU5cTMxUXdTUkFwWFBqQkJTbnhXcy8yOUEvWFZsd2R2b1VycVdMeUVwRHdwaUIwb1pPK3pYaHdrZWl4ZXZOcHZlY1I4SnlwMlRQWjZLeHdZellkMzFGenFYNSszS2p4ZUt1ZHVZbXB2dHJ5RGpHOURkNFVEc1BTTnpIeFdDTDZwSTJZMFlHZDQwRTNwZkxsNHVtYk1KNGZiRzdkWEQvRjVBWUI1ZDY0WktaVVRjbUs5UTMxS1NzTkdqbCsvMzBMczJmYmFtc1Q4bW5hQmx0elRXbnZzU0ZIbG5OdHR6U2YyMW02NUdMcno0VkxsOExtOTIra1VBRXdJM1JPUTBudWZiVHYvdG5mSGxsZUcyemFTa1N5QzlVclllS2x4NU5GOUFCQXFYMWNJaCtKTjIrV0xoWlhtcmN4NHZhbXVaa2hLRWdENHAraDNNM0JFTUdiM09OaHhlRWY0Y3YrK1Erb2lSNGtUVXFvWmNSVjk4bGpEWTNFZ0xFTGwxdTJrbmJ0WTJkOXMyLzdsRStsalprNVJJWnZwekw2bkh1a3N2SFh0bUdoMC80SjRYNHJ1d203MW43Y0hEN3FBSmVJb09rMEhZd2RYLzNHTmFsMWNyait1T1ZFRlRQNHI5NVYvMmMrc1NaUG01QWlKZnlKUUJqTjNNZFBxTjQ3SVgwN05kZXFGY0xRM09IMmNKeml4Qk9BakowOXMyOVloUkN6ZDRMTzRmUDI3bVRGQ0tQVjg0NDVIaGx3OHpWenlRREFqNEgyM3BidTMrYVcvOUZ4a1gwUDg2RW5MRGthazN6RE1uTEZMRnlvVjcxYlJybTR6TU9LbTduT3RlN1Z5cEdFWVVta2hoY2VmNmMrYXVpRGVjMnEvc25xaVNwSVVqamFVSU1NLzRxWkZLbjc1aEhZc3h3eU15WXQybjJnSDJFdGdMeGhlNGZHTU5NM3NHVmJmeFZlRk56QldrQmxVVnZjcFpwYUpFbjBzUEw2Y2ZEQkkyZDBudFhMaVRDUkFMSWtobUNHSldCcWVFWG5RanVVNGZXOG1ReVlsbUNWSUdOTE1tS1pWdklzVGFrdWlIMEdDSVJOeGxqS0RoRG1DZGJ5TG1UVUFDU0lCWmtFay9XQVdESjFZRGhJZ0ZtQ1NTZU5jU1luMHF2L1Y5M2tpMVlvMGdUUllSeG5FUklLWVZROEFtd0dIQUlkQXRwRGVjVXJGVHdJY0IyQ0QyWUVRdGpTenBxdDQ5eUhwelJpalZmdzhLN3VUQVllWWJRZ0J3NU05VVZ1OXI1bUI4UXZpUGFjYVdNQml3QllNbThFMk0yeC81cVE1anQzM3FpY3dPcytPWFd5T3h6dlBDWWJOREZzejI3N01HOFo1TThiT2xwQkdMSHJoV2VtbmVDQXdzU0RhOGVaMmIvYm9rWVkzWjlxYjUvZlZuMnR2aUNRVnBDY256cHIxZ3NIZXJ3akNwd2tVQU5FanlNMTkyald1ZFhGeHVUWklHTlVhUm5Ba0VjVmFHbXFlVG0rUmx4ZjJPS3pXQXVLSjF0cE53d29xdVF2dnpXSXAvZ0dNSjVzYnJsVDZRV25ZOEh1ZHZ4YkFpNDNicS9lbDlwbTU1SUdnSVhGelQ0LzFmTkJ2ekdEQmtmWmtlZVJKaTFmN0JSc2ZhYTZyL2xiaHFuQXhvTTYwYkEyM0Q3TnBvdEZqQ3BtcHE2M3VrVGRLVnE2YnI1V010VFNFazZKSGxReFZ6SDZmYmZYVUdhYS9RRUU5Mjk1UWN5RjFnRG5scTNNTThqN0k4ZmgzV3A1NWRFaEt6Ynl5M0p1RjhDaXpxL3VFblJWWTNkaXdhZlBnRmxYU3ljbW90RzIwZXN6NGJkcVFCOXVldWlJZXpWenlRRERnV0orQmtLODIxVy9jbHI3L3dyR1gyMXBmSmlHbXRkWnQrblg2OWhjdlh1MjNUZU56V3ZDMjZPa2pMd3puWlpLWEYvYjR0TE1wcnZWMzBsT1NBRkRJcTh1MUk1NXBUMFNJVUhINStoSU55bW1wMjFRWEtnOFhNVG1CdmZVMUIwTVZYMW9pdE5aNzY2c1A5UGVkTUdiY3h5enQvTEw5TFFTVm1Vc2VDQm9zUHNta1gyL2F2bWtYa2lLUDFzYTRIdEh4ZEg1WjlsUlNValkxRENlb1ZNbmlpaGtmWk5KN1NCdXpvbzd6N09FZFd3WUVxWGt5TmdYd0JJUlU4NXJxcXIrVjZGSWxDN3ZzSlNCYUltejEzVDA3aGdvcWhiZmVPMFlSRmJmV2JYd3N2eXc4VmtLOUszN3hqUmZBOU5HQk5HSFNycWp5WjBDanYwNDF4NEFMbXZtR3dVYTFidnFQaTh0MXg3VW5xbEMvcHdweDh0SDlYd3dqMHlnaElKZVpOWU8rLzRhMEhnY08ybThjUTJ0dTdyM2U0SmlSSDFKYXY5RGQxZlZjeDJ1dmRhZjNuMXYyajVPWlJCa0VmNzJ4WWFpZ0FvQ0NtZDU3bTdJT2Y3bTRlOGE3RURlZlBiSHJxVVFZOGJtRWVaN2Y3NkU5OWVLRkJaV3Flazl0OWZyMEFRb3JOdHd0aVZxTXJKdFA5MSs4SVhsQmtKM3A4MTBXSGR0ek1PSytUblRXbkdqODNXREJwL0toTC9SMHgvOSs1T2hBVUVqMW51YTY2dThNV2wreG9SVEFRWVk4MGx6M1QyblZBQklzcUhob3NTYis3Tm5PdnMrblB3a3NLRnQvaXhTaUlIcEMvdURnNFlFODlBR21sWVo5WXdKNnMyWnNhNnJkT0NnYUlyL3MvZ3dmQlVwakhOblpmaFhqd01XTFYvdmp3WXpsM1YxZHoyVm1aWTh6SkNZMjFkWHNURzJUdCtxTDR6UGdMV2pjV2xNWHF0aXc5bExNK01ieG5lRVlBSVNXYmJoSm1MaXZzYjdtNzlMSERwV3RYYWdsNWJUV2JoN1lyMUQ1dWh2aXRoM3dkbldkd09qeFpmQ0lsN3VjU3owNWV1UUtLeTUycDRjUUYxZHNXQVdtZ3FiNjZrRVhyS0U3SDc0RFFweUpXVGp2WmVlV2xvYWFwMUl2S2tNcjFpOFZIck9YV1pVMTFaNHJCNTRhRW1ZNjc4NDFJLzFzWE5hT2ptdmlRNGZxZnozRUlLKzQ0dTZ2YStLWGJhRWFYcm1odDN0QjE4ektpTksvaStlTTc4cjJPSE9VdG5lY2EyOFlOTGR2SGo1OENjQmZUNXMxdjVpSTVwRVErZE1vNDFQSGdYOGI3aHk0dUxpNHZGT1lVNzQ2TjNyeXVkSE1DdHFKSERwNzhjanU5RFlscFY4Y3IzM09wd2w0dnFtaDV1WGh4c2t2QzQvMUNPZVRjTGlwOGZLNTUvcVg1NVdHTXpOODZnT2FZRFdlUHo4b3VtTFM0dFgrWU5CeksybmU1dytLV2N4aWJITjk5Vk5JUnA3bzdPQXQ4UTduRi9PWHJaOUlqcE4xeVRLRzg2dWl3b3FIRmtHcnpKYUc2dTNGNWV0TEZDaW5wYjQ2RVlwWlZTVkRQVE1XazNZT0dXWndodEw2bGJiNndZTEtwTVdyL1FISy9EQzAva1hUTTQ4T3VlRXZXTG11UUFoam5DWGplOFNJNE4yZGw4VzMwL3VQRC9xWHNxYlhQYVRIUUJvblc1NnFQalF3QjNsVm5veE16NGNoY2JweDYwQWxvd0ZDNVErWGF1aTRGT1lJcVBqMklkc3YvY0lJMjV2eFY4eG9Kc3QrOGVEQng0ZGNHNFJXUEpoTnB2bzhNMzcvZjlsNzgvZ29yak5kK0gzUHFhcGV0QXVKeld3R0dRa2h0TFVFbHNHbWpYWWNFc2VPTWxrbU41bGtoc3hOcnU4TkUyeEFTSm42TElHWHJEUE96V1NTeVdTYnhGa2NUMkxIYUFGaDJRWmpVTGMyUUN6R05yWXhtMWdrdEhWWG5YUGU3dytwUlMvS2IyYSsvTDVyKzdxZi8raFRkZXAwVmFQejF2TSs3L1AydCs4K0ZqMWVVcjJ6VkJGZDdObHJYZ0F3V1hHTmxZY0tuTjN0emEyRmxRMjNJWXE1L2ozYW5xTHF4bndBQVYwdHU2YWZWVWxOdzNva3NtOVlqcjRaN3YvazlUMmJkVXB5M0ErSzN2YTE3ZnA1YUUxTUdlc0UySzhraXBSRkdrZVByNVgvSnVaa3I2bDVOUHQyQzdCYms1Z0tRQmVQZGV5K0ZCb3Uycmh6TVpld1ZxSTlIQXlJMzhCVXFSY09XUjdHMkJ5bDFJc3dkUFdONkdtejF6NlVoSWw2VlVDeFg1VFVOR1FEaUd4ZmEvTy9Mc2t1K0N1TU1GVmhjVStWUHdjU0NUZ0FUbnVxWUFDV0xGR0lGTy8rRTBjY0gzQzg3MGdWRExWVVJxQjNzL2hud1lJRkxnRDZiNENZT2RVTForc1NwVDl3RnNEcHFkaVdRcnFqUnBMdFU4UlBuVG44UkF5aGtsKzFkYmFPemk4TEFmL1N0Ni81dFpnTDFOWHhvcEVWM2lCbnZ5b2R5bG9uTlBWcVQ2ZDVNVFM4c3RwTWQ2Q3NrcWk2U212aGs5ZGVIWG80L0hTUFo3TU9tWmxyRU9BR0tVeDFjUjZSTVV0T01pcUZvamZUWlBLOWpQUHZubWw1WXBwUXlhbzFrOVBKTGc4RzFXOFRFdDF6T0ZNcnVsb2lDQlVzcUc3TVZVQkZPc0x4d3kwekV5ckZOZlg1RXFuV1A2RnRoa1Bmam1EdFMyb2IxeEt3S3JBRDN4b1llQ3dtYUNyMGZpV1Z1OFFYaFdSSHU5dFlSQzIxeDJPNmtjbE5rb2pwVnhObi9CWGtWMjFOQ0lEN0xoRHlhSEpTeWkxY28veXVsbDIvRGorbXFQS2grVnhxRlVGbTdTK3BhZnpFeGVIUjc1dzc5TzNwZW1wZ2NLOVFWblAwM0FYbE81WWo0N042V3ByM2hNOUZqT1VrVFloREUra1pLeG1UVndNakxKQnFwTjBWQURYUTMvbHdCS0ZTV05sd0d5RG1qZG9pZ296d1ZPM0lRVVdXRWdIaFFxT2FybHgrYXBwUXFhdmpudUdjRWtKS0JDa1NNUmo4R1VDc2VWN1JocDJMbVdCcmJhNU9hNXduZExjMFJSQXFub3B0S2FqcG55ZENINkhjZi9TNVI2OFhWVGNXQ0s2dUhHdmZmY2xUMlZBVjFPVHB2ajB4ZGZ4OFlWYmVFbDF6dUxXa0JiKzBSODdXQTJJU0FINGhNelAzRjRPREE2TVFSeHh4eFBFZXhJcnErbm1HR0NrY3AwbExMVW5CODFNcXZHbmtWMjFOVU16NU9RWFEyZFBhZEdpbWVSYVViWEhweks1VkNPY3ZYdFArSFVJR3BsNVRjenZzYWdUT0x3Mk4vZ1FpakUxTk5qdEYva1hBbGkwdVpzeGpwSnordGpCVDFkbXo3MmJTZm1zOFNRWFNkZVArOFFuK214QzVINDZTNnAybHBJVHl0VCt5dDdDeXZ0QUNFdjF0dTFwRDQ0VWpPY1djcVFBQWVxVEE1M3YzTmNlb0dlWW11N2NBMFpHdWxOTXhoSkduMml4bUJNNnh0K0Q1aElYYVhVRVdPSGptOE9OaDhZdko1aVhLMVFyNDIwcEpCd2NBWCtMSkNEVk53b0xsSHlVRU5VVER2NHlldjdTNmNhVUF4aldpMlpZdG4rL2JIN1hIZUUxTmM2aHlZRFF4Zkczb2p6UEZUaDdQWmgwWnYxOGg5WGVIN2NFM3I5RlFvMEJkN203bnZRQkFucXBnTnFLVzFHWHhsL09ydGlad1pNc3ROZDVaWEswdEplSXAvcUErVFY0VlY1aTNBOGhOU2xvUG4rMXNqcm4vSWFpVXRESUVNQWFENTM0R0lUTmNXOWFPSzlidUZwUXFPU3djZjRzL1BaTi9tOGVoN2tTaVFSMXhzU0orcldjdmRFK1BWV3hieENYUEV5aEhtWUxUQTUxZnY3U2diSXZMY0tvMUZ2QnJ3R0FPdXpUbzg4ZWE1cUk3UVM5U0FvKzQwSm92a1NleHdVc3RBQURJOVFRZ3FZWENDRVJJK0ZQZks0Ny9HRGlkektXcEZ4R3c0T3dzU2N0RkJLbEM4ZTQvY2NUeGdjUDdqbFNaOG5LWS9KUDFMbmIvd1lUVWxZQllPN2tTR2tiRUZBQTQ3L0ZzMWhIMElwU0VDbUd3ZDIvenE5SG5MdkdhVGgzRS9ZcG9UOSsrNXA2WjV2Y001NVFvUnVOY2loeExkNXpwMjJOT3kxQ3oxejZVNUViaEJWc2NVVHE3VFFVbTJzNmNlU0pjWllLWWtWbUVra2FGRHNtb3hOdUhXM1pQQnllbEcrc0xTYUhCQU5NbkpIVWVhemVueHp5ZXpUb3BXV0NoM21OZ3dBR00zVEk0d1NQa3U2dnUyWjZxQ2FvaHdpT0hXNXRtYkJHWTYzMXdMa08rUVlKNEFqcWJJemFYd3BydHBVVHF6akZiL09QSkdRejRQSjdOT2ptVFBvU0ViMDI4elg0WEVaaDROdXVZWWRjU1FKYXc0Y2Q5L3FieDZQTVhsRzF4R2Vpb1FNR09LbzI1Z0l1RlhTMjdmaHQrVEY1NS9Sek9zSlNBOWpxVXNWSkpxeVdrcENuNDBNNWJ1TUJQSVdDbmYrL2pFZDBlOHF1MkptaW8zMFk2ZTM1NlNkNnZacUJtM0JGa29nTVNFcFpvakJhUFd1cEFna090dDBnTmhDdUVRdGZXR1h6QkZ2U2pjTW12cDJMYkt1QjhIa2grSGprdHZUTEIvdjFzV1BCVVBKeFR5Qmt3QWVRS0t1enQ3L3o2UllqQ3F2THRTMEhEcFdEVFlVQys1RHBlanlDOGNuUHJET0w2ZmFqd2dyUkdXbnM3dnpOVVhGT2Z6eERuMCtYQmZhV1ZPOVlUQjZ0dlQ2enMrWmFjbkZSTzJoTUsxV0lDYWxTb2RxRGlHNFdVanc4T0RzUjBwb2dqampqaWVJOEExYWdZdlh6cGhWY01IUlVSS0ZRNEdxNEF6TTAxRFFlenR4QlFmMDlyODR5RUNrQWR6MHgyYndRaTNlYnFtZlArWGRQN1Q1RkRybFFBMmNGUjY1K2lWWm5GVmNJckFBNlJadGlDckhranI0MkdTbzZ3cExMeERsTFM5cWVjZWJYMHhvcXZkTFdjK0E3QWI2T3ozdURaWkdZb1M2UjNXNDU5azBrWk5yZXI3ZFQwM2x4YzBiQ0NLVmltQUM4RzdKSFdZeDMvY0NsaUFxOVg4emp2M0FvQVY3cGFtMklVSWpubE8yWkpGTW4rb0hiQU0zOWloU1M4M3Q5eTB5Y0dBS0JvZzcwUUdPcUNCNVVtdFpXK3RsM2h4QW1XYlB4YWhTSW84N2U4dUJXZ00yTGZ6Ni9hbWlDQkZuSVV0eWdMT3Z2Mjczb25lZzM1S0pZUjBtMXlRdi8rVElRS0FBQ2xaWHFRZy92eTliR09tSHRVMWJoR0tIV2xaKy91YmdBQVQrMkR5eEJacVc5UDA4OEI2cmhXdGZ4RFFwY0h4Q2dtT1Z4YVpWZEw4M1Nub29JTk8yOWh1dGpzYTlFMkF6ejJKMStJY3l1MkxlS0cvdGREcDRmKzV1eVpud1FCQUNrb05paXlYa3pVM0VKeUkxdkErSXNEQTkrSVRoWmhRY1hmcnlXd2hFS05nMVNCbnIybUx6UzRvR3lMaTVpZUQ2UUFnWWI4N1krYzlIZzI2NVNhVkdHUmRaU1RYdUhmMC9Rdk02MnAwR3VtNkNDU0ZhQkV4dWIwdERZOVBYMVJyaWVTa09GdGFlSktsVDhYazcweXByeFZWQURBcndCV0tRQis4eENNZTZyRUVjY0hEVE4yRVhrUFk2ck43V1IzMlhkeklSeFlBd0ttRWRFMVFBeTV1bCtndE5sWmpHTVdZL0o2ZDlzak15bzRNcDN5OHdyd2VrKzdQdU80cDZKeEZUQzFpQU9sb2JSNnd3a1ZBRUJYRXZOWUZoMFdHaTlDZ241LzV6ZXZoSisvYXQzMlZFVTRXMGsyd29rdDZXN2RQYTFTV1ZtOUpSMkVsZzJBU0NwNEtseDJDZ0RBWm1XV2NzVkhwQTBNZFAyT3JzU1RCNkl6Wm9iUWRpcUF2dTYycGoreC9tMHBicWVqUVNwNHZxZmxrUWpwOGFwN3RxZnBxTmNDMFUvRENZVndZRVptRVFBbFdHcjhtYkQybEFBQVVKbzU5eTVBWENRbC9YR21vQXdBY0Y1eXducVNXcytOd1BnZ29MWHMwdERZUzVPT3IxUHI4MnpXblZ3ckRnaDZCUmo3VkdCTStQMzdKc21kb2twenZpYllaK250T0hrQUFDQUFTVVJCVkpEZ2FGZHJreSs2bHR0ZzdrOG9aaC94UDJ1T0F3RE05NWh1Y0xnL052Nm05b3d4Wm5QR1dja1F1OUhxZHZCU3BWaFBOS0hpOFpodWw4NGFnMmo5T0p4d0t5M2Z2cFNZdmhocys3QkNzY0NXZ1lQaDkzM1Z1dTFwaURpWEVQTUN6RG9VUFM5TWRYdHc2Rm9PQlVkOXpNQzZucVFUbmVFS0pBQUE1K0xsMVVDbzA5Vkx2K3Z0L001UWFkWE9oVVRhYmI2V0UrMGlZODV5d1hYTjE5bzhveW1nRWRRMFlMZ2NnWEx0a1RlclNIRmRFRzArZCtib0N3QVE4eElRUnh4eHhQRWVBWjA2K1BnSWNVZ2dBaDBSQkRDWTdzaFRWTHNqMDcxSWZKa1VudlMxSG9oUlA4QlU2OXZTbWhWZXhuQ0pFdlR5MGVjZURUdmZ6T1dJZjhNUWYzZjB3S01Sblg2S3E3ZG5BYUxOcFRWaW9GaG5vWEY0S2dreXFmaEVjdmlEeGt1ZUd5dnVDcEo2ZWlaQ0pkLzcwQUt5eFYxam85YkJRaWNzTU5CeDU0VWJZeStFamkyc01aY2daMHNWVjJlSjFJMWpIZjhRWVVycjhXeldQZTQ3UHc0RVYzeXRUVCtJbnQ5VHNXMVJnc0h2dEFLYXI1UUhGaUUzaXJyYkgrME9QNmE0ZW5zV0dLeU1FTjdXVUwvTjM5WVVRYWlVVnUwc0EwbEZjUGxpZlRTaEFnRGdBTWNHQml4VFNPWDM3NDlWNTY0cTM3N1VjTUFYcGNUZi9hbHVPNFUxamFWTWd6b0w3TjlIRTFlcnk4M2x5RUVMdnFQM0F3QjZhaHVXSWVqTGZYdDIvVHczMXpSS05xN1lvRWcveFJSb2JyZHJiVGloVWxhMnhhVTdXQjNZK0FTQStTZGZoajBWZjc4b1FkZS9aSW5BMWxBaXk3T3hNUTg0WGJHWU8yQ2p1SXRROU1hV0pKdXNxTG94WDBkRjBtYXZNOEQwd1pIeHJwc1RiOWJuSlNlc0J3MUFjQmozdCsxK3ZxaDJSeWFiUGJlR2tUck5wYlpjQ3daYm85Y1RBalBzYWtKMFN3NnFxN1Y1bWxCWlVMYkZ4YlhFeFFBMEhmOFFxRGlwOHVjZzFDQ0RwanNyQjJkcW5FRVVVdzRVUnh4eC9GK085NVZTWmY3OCtjYjBtZ2tJNUx0RHJDeFpranNYR0x1TkFNWUJJQlVCMG1FeUl6REtOTGhEa3J3d09pSml6TlZXVnB2cFRySTNLVVUwUG1ZOUIvQjRqRFEwdjZyaFZrSll3VUJlQnRBdVJMZmg4MVR0eUNaQUIyaFl4QkNPK1ZwM1JTZ3BpaW9mbXMrWTdwMElCdlk3SFk1Ti9wYVQveHBlUHVLNjRiNWJNZWtVdGpyVUYyRjBackxpV251MUFrd0VHYnltNlhoclYrdnVmd3VmdTlCcnB1b084Vm5CNlZEUG5sMHhtUzRBd01LYTdZc0IrWDhEZ3ZhZXRxYUltbVJQZGYwOEVQeHZGWWVuL0cyN0w4eHdQaFJWTnhZUXcvdHdZdXdiL1ozZmpBaE1Dc3AzTENkUVdSSllmKy9lNXQ2Wnp2ZFVOT1lSOEd0S0QwNGthRVpsZ01ZNm80TXZOaXV6REppd1hJRGVvQXg4LytpQnlRQm9aZldXZEk2aWxnR2RPaEltcVlaUXA0UGtwQTFDcWhkNzkwNFNSUjdQWmgxbldldVpvTjhPek9hcXhPbGFUU1QycFluVTI0VW0zdXJaMnh6eDdISnpUUU5taTg4S1NiL3BiNzlaeTE1VXV5TVRGRitxVUJ6VDBPR0Y0TmpCOE8rK3B0WmNJTWd1UjFDRE5vbTlBeTJ4Q3BXaTJoMlpUUEsxek5ZR05FZkNwckczK0xkZzRHWnd2c1Q3T1dlNmM5NUdKTGJFMzk3MExaZ0t1QlJTUHBQQmZTdXJWNlpvVE54aXk0bURNNWtDQWdBa0xMeWpZUHhxajA3S0JrVDhJa2QyaFVuOGs0RmVISEhFRWNkN0NScFNJaUpxQkdBclVsTXRqTGNtY01VL1RpVGZtRGpuMkRNVElRQUFtQ2lUUGNUbEtpQTQzTlB4eUxTSFNFbE5RemFCL0F0VS9KZGQ3UTlIZUpRVVZacnpFVldSc3VRUmRPaWVjVXNlUE5uUmZBMG1GYWVKblBFNU4rRHFRWThqS1oraEd1MXZleTJtWE1kVFhUOFBRQ3VRZ1J2N1hVbk9XUXhVOW5qd2V0dTVROStiQ0syZmtjZ2hKSU1CQy9yYWVGLzAzM0RLbkx1QktaVjA4Y2JZejZMbno2ODFGNEFRT1JvTTczZm9zNUlWYXZsZzhLY2lmTHcyTkN3REJrdkhMYkUzU2RjTHI0eTlGYUVTeWZVK09JY1lyZ25ZOHFmSC9EK0lVWTk2TmphdUlVWHpGZEVBdjNibGVQUjRYbm45SElmTy9sWngrR0Z2YTZ5NkZ3Q2crSjZHRlV6QnB5ekM3MGNyYUlvckdsWVFGNHZwc3ZiaXdJQnByYWl1bjBjU0ZrK2NNem9BQUl4RnNvQ2t2S3JRZWxXWGJxOUY0eEg3bHBYaS9qZ3BPTjh0SXN1a0krNVQxZFlFNExJT2hQcFYvOTdKMXRKRnRUdHlRY3BGbzhIZzRSUW5lcTBBSGU3Ykh4dmJGRzJ3RjNMRU5HTHFsTTc1ZWhMQmx2QzRwSFRXM1B0UXlkYzRZTWJZMjlxQkpWN1R5VW1zRkdpL2dzaVdNWTBOSHQ3cmptbkpQTG11K2p5T2tHMHIrVXl2YlVUNHl5UzZuVzVsRzdPQmlFSkd0UmhYcXZ5WmtFQ0tBV01JUkVSczBqdUZGREVLejFJanhzdC80b2pqZzRiM2xWSmwzSmh0QUJML1R4ejYveXZPbmgyNExFaCtBb20ySWNLMEVvTnJicFJFUXdUR3FWTUhIeDhKUHllcjlnR0hHNFVYa0hRYkFyK0xIb2RRY0llc0dKU3loZFRlaVc3RGwxL1ZjQ3N3dGdvbEkrTHk5ZWh4VDNYOVBOU05ZaTVFbTh2aFdvRU05b2RudllwR3M3SUoyUzJnMU9Ib05vSEZWYktJQWVOU3dCdkFXTVlJamtTVmpaaUc1aFQzRThLclBYdGkzZm9CQUpaV2JFdG1wRlVpd2F1KzFsUFBoWS9sbGRmUFFXUmZCSkIvOE85cG1qRndLYW1xejJNSW0wUlFQaEd0dmlrdDM3NVUwN1FTQW5hTkRWNmNVWnBkVXR1NFZwRklIQStPdmNXVXZscW93SUhqYmQrT2FCVzV1cWF4RERpa2tBSmpIUFc5b1l5U3A3cCtuZ3RkVlVRNGNYNTRQSW9vTUpsSVNpbENZbStHcTBzd2MzWWxTblhxU01jalYxYzdaYWxTZUFrQlZ3dU5EL2EweExiZ2RDNlU5eUxSVVBDYy9rcm9NMC9GdGhSR3pDc2x2S09CbGhzUTRwWHc3NTVmYXk2d1NhMUVVTmR0VzU3cGJYMDBKdWpPSzYrZnc2VmV3b0Q4dHE0V0JnUzFoeXQ4dkY1VHkzRGNjZzhBSnZ0Ym03NGQrbnh1c3JzS0dEdnAzL2ZZc0l2a3ZVRkw5ZjBwMDkvaW1xOVZJM0t1cERVZDJCR29ZVVZXakI5T0hISEVFY2Q3RVF3Z2tRQTFCTFNCOEJvQWdNRVR2b1lJRnk2TkJOcWlsWkVockM3ZmthNHpkcGNrZnRUZnV1dEFpSERJcjlxYUFFaTFTc2dYdTlyTkNHUFpCV1ZiWEJwVDFUQjQ4ZmZveEZXbzZZZkMxWm1KU1k0dlg1dUFsdzNiUFljREwrNXFmYlFyV3FXU20yc2FvTmdxR2J4eGtJK2tXcHlNbFdNamdaY0hPcjgzN1Y5bE1PZGZjZ1MzVVBTcXI2V3BKOXJIdzFPemN4MG5xTDBTMEg0YW5XQW9LOXZpY3FJbzFMVGhWOFRsNEFUcW9oZ2Myb0dRRWhPbS9FSklneFVURTlyTGlZYjJ4ZXQ0L2NEWnpwOUVxRmNUM001L3RORDZiYlR5RmFhU0FxZ29UeEhxM1cxTkw4WDZnWmpNYWZCUFdtRDlxUHU1NWhQUjU4T1VBVEFUdUVtUytFMS9WTnhUdEhIbllzYmt5cTYyNWxhLzN4d3Y5SnFwYnM0LzJkM2V2SDlnd0xROEZkdFNERVZ6NE1xVm93N04vZGVqanNDTDRmdGNTVzE5TFFOMlIzZGIwMitpMnpxSFEwZlhaeERnemE2OXUzc2hGRytSVnV4dk0xcFNEZGZ0d0xTWFoxTFBMdlZzUytFR3E3NFMwRjVCeHYvQzE5cjBxNUF5RmdEQVU5dFFwWVR5U1k2Vmc4RnpuUU1EcGpYYllkM0hVVHZEQXpLZEF5eWI2YmtDQUdSLytLRWtnN0gvSVpqK1ZPL2UzYjNSNjNkemRnZUl3TVVwUzlWSkVNUkpsVDhQRkxxWmlDQ2xRalg1bVl3a010L3Q5cVJ4eEJISC8zRzhyNVFxQmdvSEVOY210d2VNa2R2OUg0UTZkL0xvMFhtM3JyamhkRHIrSndETW1meFVuZU9FNkdzM1k2U3RLWlQ4QlVVNEpHeHM2ZC8vamNzelRhcWg4K01NU05vU092cjJOMGRzemtzcnRxVndobXNzWVI4M05DMmxwK1dSaU9Bak45YzBrS3k4c2FBOHBEdEo2YlpLNkc1cER1OG9oSXkwTFFUeWllN3c5bzlUTC9ZRU5NOVc5aHNjdFdKLzYrbW5vb003MTN4VmlZREJydGFtaUM0OEllUlhiWjF0Y09QalFQUVdzOVhCOFBNOW5zMDZHdnlUcU9DM3ZyYmRNVmtxbVBLSkljYnZ0Ulg5b2o4cU1GbGR2bU9XMHZTMWdKSUpDMTdvbXlFVFZsVGRXQ0NsNGlQR3FDOU56Ym83U05EVjN4NTVuejFWTzNJa1VoSXFYRFNCNDA4ZWI5czltYW4wUHJRQUFkY1E4c3dBc1Y5RUI1NmVhbXVPWWthaXY4V2NKbk5LcW5kK2hBUys3dXQ0OVBXQ2NuTzVBcm1ZZ1J3V3FQcDZXM2FkaFNnVVZ6VjhDRkdWK2dJSGQ4REFaQ1kwSytzQkIzTDlMMGRHckorNUU3UjFFcW5yV01mTmNxa0ZaVnRjQm9sOGlUaFgyZnhRWDBkempNOUpWdFlERGwxanEwYUZmY1J0c0R0UVdTZU9kVHdhRWRpT0c2S0dBRExIUnNRdlFpOER4YlVOR3dTcU4zdjM3SHB0ZFhYanA2d2czMytzc3lrbUlJYXBvRnhSOE9MSW00ZmVCQ2VHQjlOQnhubE1vQmRISEhIRThaNkVnalRnNUFCQzRVeGFuRlJjdmVrcml1aVZjVnUrR1AxM1A0VFM4dTFMcGNHcmthaWY2WHg2RC9CVWJFdFJxSDBZSko0YkhCMlBJRlM4WGxNYmQ2cTdBc2oyNnJObjM4MFV2T3JiWTE2QktVV2tBeE84WTdiNFlRcFRzM1ROc2ZaSTY4TXhYaG01dWFiaFhtQ1ZFMmVud1U0Rk5jdGFyd1VOZnlnaGsrczFFNTJHOENxQVFTbkVHLzM3WG9zaUpFeFdVaW5MQ05YdFNnVC8vbXpuWXhGRVNLSDNLNmxCWjlJYWxNTHZiM3ZpUm5IVmRnOUtkZDQvdFU0STdjdEJzVjZST3VkMnFPcWhhL3k3Wnc3ZkxDa3QyTER6RmszSHp3ZUZmTGkvUFZJOUV2b09FbVFWSUxxNlc1dStHejBPQUZCY0xhcVV3dlA5YlcvRXRIYUdVTW13RVBjQ2c5Y0hod0lSQ3RXODh2bzVYT0d0NUhEc2dha1NJazFUcTN4N0p0V1lLNnZOZEVDNzNKTFFxMlhNM1NqSS91V3BaNllUV3VpcGFseE5wRHdTUmNOTTE0WXA0a3huam8wQTRMNHlvZjBScG56eEFGUXhpdUN6SmJXc1RBRzk0OXZUSEtNZzlWVFh6eU9HRzhiZjVEL0pXQ1FxUmkzNTgvRHhvbzA3UzVqVWxETHM0akZiL1VBRTA3QzRwcjVha0RyQ3BZMmtHeXQ4TGMyL21HbGRXYlVQT0pJdC9UTkMwUzk3MnMyWUpFN0JocDIzSU9BU3FXeEJoQnlubVlBNHFmTG5BQkZKVFdXa2lVQXl4dVRVUUVRc2hCUW5WZUtJNDRPRzl4V3BvcUZ5QUdpaE5kTzczYS9NNlhTR2s5YkFIV2x6Zk8zYTArR3kyZXkxRHlVbEp1azFRSFNDbUpxWUtaT1JtMnNhemtYVzNVd2hJc24rdnYyN0k0K3BxK09wdy9xZEJPSk5wNjdsZDdYc2l0cGs2N2hyb1ZyTG1mRU9zeUNvQ2JzNmlHUFBoOWJoOFpodXpMRC9CeXJjMTlXK084S3BQNmQ4eHl4Q3JDV2lrenJURi92YW1uOGRPYmZKaWlxdHU0SExvcTdXWFRHZGNBQUFTcXQyTGlTT2E0UUZoN21tNUpFb3J4UTFLNk9DRTczZTFkWThJNkdTVmZ1QUl4R016eUhSZ1dpdmtOemNPa1BwZkMyQkRCREMyelBkUDA5MS9UeUZNbU44VkJ4SmNxZmVEa3krM2QvZUZFR29MSzNZbG9LYzV3R2crMFp3L05lbk95Y1ZMQjZ2bVVFdVZhU2tkSUt5V282M1BScWhiTW12MmpvYlVkczQvdWJ4bjAvZVQ1TVZWOGtpSW5IUnYyL1gwYnp5K2ptNklXOG5HM3FJY2FPM2RYYzBvWUxGVlkzRm5ORWRYYTI3SHB6KzFHdHFxVTVSYmx2MCs4UkVyUVNJM3ZDSCtjOTRQSnZkUENsaEF5RkxZRUhSNjkrL095YURsMVg3Z0NOTnBkd0pnQmRjVE1zamdpczliYnVtQTlQOHFxMEpPcnE5RWxRMkkvak5WRENPbm9yR1BDUlMzUzI3KzBwckdrdURwTTcwZFRiRkVFRXdWVWZQRkRDLzVUcStsUEVFUWlXbWY5NUVRY3VXOGJyaE9PS0k0MzBCUXB5RkFBNUFMcHdKYzdNWXc3UE1zbC84VS81ZVJSdDJMcmFSVm5DRjlnVHdWNDVQS1RqS3lyYTRBcHEyVVFOY0VCZ1QzNDhtWk1hY3NrZ3F1R0p3Y1R0SWRkTFh2dnNVVE8zMUJxb2lTOG11Z0hTTXVSMmlkTlMyMjJlNE5Mb1h5ZnNJV2Rjd0RBOG1PNVBMU1lyRFhaMjdKMS9jNitxNFk5Z3VScVM1aEhoTXUzN3RXSFFpcEtBOG1FV2NlWlN3ZjltejcvRUlRL2cxdFdheVZQWjZLVmxYOTk3ZEZ6d1ZqYXNVeU5uZFFXUGErSGFKMTNRbU91MGFLYUZYMDdVbGdhQTRjT2J3N2pCVGU5TU51dmlZQUdxYnFhMHhUS296MXhDQk0wQThwaE1RQUlDbnF1RmVRcmhWcUlrZnpPUWxrNzMyb1NTSHduSmt1RERBN0NmQzcvTnlyNW5oME5WZElzRDI5cmFhNDh1OVg4M1FkWGJiRUY1dmhTbUZEUk4ycFUzeU1ISmptVzFKWDkvK20zdHNvZGRNQVJSVmd0alRmYTI3QnFPdkRUQzVUK3RjckVXQ0pSUEVmeFR5T2N0MGlvMUJCVDJjNjZWbzAyajN2bDB4N1pmTHlyYTRiSUpDYTBUdWNTN0VEVUlHWHozWjhmWHArS0tvdXFHQ1NYVk5NY0dZaEZkT2RqeHlyYWhteCsxTXdUdmtjSjZYdG5YbjJJZ2RZOFlMTVBuOGsyK2tmRW9oalFYUG5YNGw5Z0NUNlE1WkRnbzRLR0ZISlNEajNYLytEQ0NpSXFKSlowY0FpVUtGeUpUSUJGTnNpK1U0NG9qai8zSzhyMGdWaGs0RFVHa3dTV1hRemRabTd3NlVrb3l4bXhWVVZ1QnFhN2hFTTZ2MkFVZUNORXFCMkRnaEdOMFRMODdVS1FmZEMrMUNJRjRnU2Uzdm1aS1docU4wSktkWUlyaVJ1T2hxYlk0SlRvcHJicXNBUlVOWFg3MzZXbHBXeWowQlcvWWM3NWd1ZTBIS3RLc1IyRnRkYlE5SEVDWWVyNWtCbXJXR0pQTWp4NHdyQWI0L2Ftb3NyQkYzTWVEWi90YW1YVFBkZzd6eStqbUFtQzBKMytFR3BmbGJYbzBJQW9vM05uNmNLVXJ6dFo2YTBiVWV3R1NwU3Z5MVVuVE92M2RYWi9Tb2MySE9HbFRLcFFBSHU5dWJZNEtIdlBMNk9RaTRtZ1VDQjVPU1hIY0N3b1d1bHFabzhnWlR1WDZmQXJKa2tEcE9UNVhYZUtycjV6R3lTNGdRRmFPajNhMlBub21lMjBDOFhRUnUvRzVnNExjV0FFQnhOU3hGVks2SnR4eEhjbk5OdzYyclFrbHlndWtzdmF1bDZjWG85ZVZYYmMxa2pPNFMwb3JJMG5sY1lvTWR3RGU1RHRuQTJhQi9UOU8wZW1oQjJSWVhKTHZ1Rm9CdXB1UWJNSHdscGx3cUsrc0JSeXFrYlNBU2IwdENGMmN3NFd2ZGRTUTBucHRyR3B5czJ3RlZGaUw4c2F0dDE5c3dTYUtsazRienJ3YjRDd1ViZHM1SFJVbGovTWJCbVo1TVNWVjlIaWsyLzhMbzJFdHc2TnVDbDM1K2xncWNTRk5pT3E0TmNrMlBCdzV4eEJISCt3S0lNQnNJbmNEVVZXU090NE1qb2lQYVdEYUVKVjdUcVd0aWxXUnNPWkI4OG5oYjAvU2VhaVVuYmRBWkZJMk9zNGNIRGpSSHRKTFByZGkyQ0FrS3VNWlBCd1djN0c4M3B3bUh4SVZ5RFJCYzZXbmY5YmFudHFHS2xEaHpzdVBSR0VLbnRMcWgzSmJrNzAwOWRkWXp2cUltR0JBdkgrdDRmRnBKbURPNGJDRjM4alUyeVJmNldtNyszUStoNk00SE1qVkQzNjVzTkh2MjdZcjA0dkNhbWdCeE93UURCM3M2ZDEzeGVNME1acWdTLzU3ZFB3NC9MTjB0S2tRQVh0WWRVQ2FVNVl0V1FGS0crRFFndmRYWEdudDltR3BoelJsOVJpRHRPcjZuNlZyMGVFbHQ0MXBFdUx0clQ5UC9tdWw4QUpNbEpxcTdDTlF5c3EyZkhOMzMyUFJ6V2xOckppc3A2cnBhSjgxbXMyck41R1FsLzlMWDJ2U2QwREZjaWcwSStrRUQrTXFnYmIvUnQvK1JpSVFNZDZtL0E0RHV2dGg0WVJxRnVwVUh3TmRhR1B6aDhkWkpMNXlTR3ZQRHRyUmVkK3JHTEZ2SnNlNTlzWEVKQUVBd0phR1dwUGFLMDYzV0VhTnozVzFmdjJsTXYzSG5YVktweTBTVXdvVzYzTFYzOTl1RlhqT1ZjWlh1YXoxeHBHVGppazhCd2I2WnlzU1hlRC9ubkRXeThDdWc3TmNVT0ErR1lwT0llMXR0bHdDdzBxR2hvWjFTakgwSkFCRnZGZ0RGbFNwL0JxUlVDaG1idXBza0JadFNxQkJGa0NyeGxzcHh4UEhCdy91TVZKRU9JTkFtRGJmb1hTOVpKRVZJREtiM0ttV05SNVQ5SkdQcVI3aEdOd2lFNWQ5amRBQjB4cFJLckZxM1BSV1JmVlF3OWYyZXRsMXZSby9uMzkyUVRRcVdBZkJSZE1DTDBRWjBSVFdOWmFEc0svNzIzZjdpcW9ZTkJIRDhhTWVqMDJVL3VkNEg1eUN5WlZjbWVNUkxmVzZ1YWFCaGxTTGhkY1Z4cmIvdDVJK2pNMFdlaW0wTENhQjBJbkQxbjJZeUw4MHAzekhMb2ZQN0pkbnRuSXlWdmxiK0xNQnZiM2JacVdxNGx5U2wrTnEwSDRaL0hvN2lXdnVUUU9ydDdyMlBQQk05VmxyZFVLTkFCaEhZR0Y3VllnS1hRdTlYVW5XSHRsRmR1dmh2TERQakxnckNhNzdubTA1RkgxZFMwL0I1eGNBcHh2VzkvWjNtT3hDUzVRSy9jeHp0YmpjWWk3dGJteU9JaTl4YzAzQnlxNWlDK3NIZXp1OE1BUUNzdUxOK0hwRHQ4YmRObGtjVlZqUjRDZGxTcnRqTFIxcWJZakpWQUFBR3VoNnhiZkZZWDhkTncrR1M2cS9kTHkzN2hHSHdSWUxUaWU0OXpXSFAzV1N6azhWNlJPQ2thTnpYcnZzQWZoQjk3ekE1SzgxTE5oNjN4NjJBa2VMMitGb2VqdkNCY1MrUzl3Rm9DV2hiejNhRi9SNFNEZTBMVnliWVA1N3ROSU9lMm9iUEgwazh0UnQrTzBQN3ppb3pCMUhNOWJWcit3QytyWEp6VGNPVk92SFphK2U2WHdjQUQweG1iQ3dlQ01iTGYrS0lJNDczQXpRZ21JME1PQ2sxMXRmNTNkL0Jud2dpc21vZmNDUko2MjdGTUlrVXZ0RGRmdE44dExTeXZrQ0J5a0hTZmpMUWFVWVFLcE9sUGNZR1FYWW5TREZQdjNwMWNqK3FxK01sTjVaN0ZCTDN0VFlmTGFsdFhBdEVsci90MFppU2w1S2FobXdsS05BcjlEZFczOGk1d3dZNkYrNVY0cW5ZdGdoMDQvTkVzbDI3TXRnVGZYNWhqYm1Fa2Z3clVQUk4vNzZIb3p5NFRGYWlCOWVBZEp6M2RYN3pDbmhOamR6aWRrSHlqK0ZIZVRZMnJpSkI0NHhUamlJNjNkdjY2TFNTTWF2MkFVY3FwR3dpd0JSL1MvTVBaN3AvSzZ1M3BMdVo5cjhFMlQvdWFYa2tKcTRwckd5NGpZRFdDU1crUGRQNUFBQWx0YktBZ0JZcGtpLzI3THRwcWovWm1sbXRGWmIySkV5Vjd4b2sxL25hYmhJcXhkWGJzMnhiVFFDb2JFUzZFdTRoVjFhMnhSVk1UdHlFU2w2MktMaDNoa3NEUUIwdnJzb3BSQTFLVWRIeit1RFFKUURBNHByNlZVcllsem5vMXl3N3VIQlVHL1ZGbjVtYmF4ckdBbXM5S0h5VE1XdXVaRGpZM2JKcitqbVYxRFlXQ1FVMjJDSUJOUTI2OWpiMWxwVnRjZGxPVll1MlBGQmNjMXNGU3VyMnpXRG12MmJOQThuS2tiS2FnUHFSYVphL3pZd3hyMTIxYm5zYU1ielREdEIzenh4KzRzYmluSHcyMWZzM2RFaWNWUGt6Z0F6VjVQc0hBaEJLUktsZzBnQTQwbE1sM2xJNWpqZytjSGhma1Nxb2t3T0FUWmYvQUw3YlNoWEZXRmhmZXBCaUNBQWd0ODQwM01QV2VtR0xkNGh4bHlUckVNRHVXRUxsbnUxcGh1UmZWaVRiZS9ic2pqRWdMYXA4YUQ3bjRDV2tTNmdzdi8vWjNSRmVJZ1ViZHQ3Q0NKM0RmS3k3WU1QT1d6aFRPUGFXOFViNHVLSGp6cUNrcjBlMlJUYVplNUc0ZzRIbVZLRFEzOW9Vb3lJcEtOK3huQm5HbDYyQWVEemNGQytFZk85REN4eUdYblJoYU9USGM1SmRHMFR3eGdzQTM1bitqc1UxOWZrY2NLa1UxbzhBbW1jbVZLb2FQVnhSUnBEczMwY05vV2RqWTU2eVNUSFVFbTFOOXZmNHpZanZucHRyR3R5aDFvNUw5Z2M5ZmZZU3BjanVlZjVVVklCcU1rKzFXaytvM0JLMHR2NU84eHlFUEZvSThvUVV2UTdEV05QVndwNk1JbzNRdGNoZVRZS2Y4M2RPMXBjWFZacnpPVmZyZmEwUFB3a0FVRmhaWDZocldDSVZIZTRPOHBoTTE2cDEyOU1jU2RxWEJOSFBid1owSml1cHRrc1UwVmt3QUJUUmFNK2VYUkhQdmJqR3lnUGdjNUg0eGU1MmM4Yk9PZ1hWMjNLVmtpTzZzQ3dqMmJuSk44RitHbHIvWkoyOWZUY292SXFjTG5SMXZQWW1oS1RRUVh2VDJFVGdaN09TRXRpc2pZMmZ0TkQrN2t5RVNxbjN3Ym1DcVZ0Z1VIc1p3RlRaYXg5S2NpYkorNjllUFBWdElQaUhteGt2c2llNEZpZFY0b2dqanZjODVpeGJsZzdJNWt6OWt4WXRML2lrR2hmUG5UdDNQRXBGWWJKa0N0NUR4Szhpa1IwNGQ3TWpURWx0WTVGU2FnMVQ2SE1GSWNMamFySzB4eXBDb2M1d3pWZ1dVT01IK3FkTVdZdUhjd29aQTM2a3RhbXpwS28rVDVKMDlyVHVqaW50S0tyZGtZc0lpeTZPamIvZ1NVM1lBSVFqUFdHRWZWN1Z6b1dNczQ4TEVpOWNENXozbmZYL0pLSUtPbnZ0UTBrYzVjY1V3ZFArdGxnRlJrbTEyaVFadk5yVE11bkJVZUtTcTBEU1pWK2JZMW90VTF4ZW53ODJ6VlVjTEs3b29yODEzSU90anFkU1Nqa0F6SnA0aS8vampEZmFhMm9PVUI4aGdCZDZXaCtKTVpXZjdKYUU1VWgwdURmcHRiZG5tcUswcHJGVUFDMUdvSE1qT0hxenRYTmRIZGZIWEI4aEtaN3Y3ZHc5NVBGK05ZTTVqRHh0ZVBRUG9VUFcxSm9MSk1rUzB1aWFzdXh6M1IzaHB2RW1zNUxWN1lpMFZLTDZVWC9Mak1ic1dGeVZVd2hNWnBEazEwRGFQWDcvRCt6OEtuTTJvcGdMVEw1RklQTkhoMGRmRFBlWENaM3JXaUNMQ1BnMVFIdVlRSjhYZUpNZmhpbHZPY2pJcUVMTHZzeTRycml1c1NPdFRTOEJBTmdwQ1pWQ2loTWF3M2tvK1BtdWZiSFBiazJ0bVd4TGNSY1FYa0RFcGI2MkUyMHozVHZEemI5QVNoN3VmOTd4S2t5KzdHc1F4cWdnb21PbTgrTDR6d0ZSS1NBV2FxY3NtZVFTQUVBUlJIYi9JWXlyZU9PSTR3T0c5eGVwWW9NQkd2RFE5b0R2TXFrQ2hvNUFoRk5hRlNFNGpRRUFjOSt3Q3dGeG1DUFBBcERQOTh6UVVhWFErNVZVVFdxZkl3WEg0T3JnZ1dnbFNGYnRBdzZ1bkdWQU5HSFpkdi9SamtjanNoWnJ5dXZuQ0FOTHdRNCt6MGRkaHBiSTFvL1RhT3ZBd0c0THBoenhOZUpma0lxZTdHOXZpdkFwS2EwV0d3Z28wMFk2ZjMxQ094eTlOay9GdGxXbzhmdWxERDdSdC8vUkdBK1RWZXUycHprY1dwN1NXTWU4NUlUMWhIQW1wT1lBQUNpcTNsYUF3RDlCU24wdjNPVStIQVhWTzFkemhJOEthVDNSdnpmeS9oVGR1U01EaU9ZeFpHbVNpUk05ZTNiSFpMcWNDMFNWVkhES2lmWnMwUGlpcXhQNmk5RkttL3dhY1JzaXJsUTI3T3ZiWjU2R3FaSWVxVUVKVS9DT3J2T2M4UW4yaDJoWC9hS3FuWGVpVk5LM2I5ZFJDTldPTTFVME1oTDQ0L1M5VlZoTEVuM1hMTllWN2JpZlZmdUF3MEY2blNMMDliWStQRjNTVkZ3aHNnV0Jwb1BTU09ycGRQVmlaMFRieXFyR05ZU1l4U1M4YzJGa09LTDcwdlRhYWhyTFFDbWRLWEVXRFVmSldFRDdkZWo2V2JVUE9GeEtsVXFKSThnaGdUUSthUmpzTlRXeXBJY1k5ZzVBd3BWaVM1Wnh3Vjg1MnRFVUkzdjNWTmZQQThJU2k5akI0MzV6UERmWE5GeUpxZ1RHUk50WjYvVDRZdENDT05VMGpBaHN4UEYzOS85Z0hISEVFY2QvZ0xsWlJabE9UVjFBSkFHQWdJaExPYWQvVVltc0JBQWlTQlZQcmFpQUlPOWpCdjFsVjBEYkJRT1RmMTlYYjl5eFhJSEtBVUJIMTk2bUY2S3ZvUzIwOGhoZ09uR0dSMW9mL2szbzg1WFZXOUtCMDd3amU1cWZ5MTc3VUJJRHR1VGk4RmdNb1ZKWXMzMkpSanlucTZYNWFVL056blcyVk9mOVlWNGxTN3ltMDhYa3BpQlFkMy9yN3VoU1hRQUFTRXgyUEk1Sy9iaW5MZGJqbzJUajF5cUZyUVo2Mng1NUZhYjh3Z2pvZG4vYnJuK2EvdTVWWmc1RE1kK1M0aEpIN3ZCSG1kb1hWZWZrQVVJZUIvNzlQOVVwcWRTdzV5bkdFMzB0TE9hbHY3UjgrMUpCYkRWblpQaGFtbVBLZldHS1dKSzJUR2NhbncvQy91bVpmVGVKaTVJYk9kdDhiVTI3WWFyekRkakdGN3BhbWg4TGplZDZ6VVFKOGw0U3FwY1orcWkvb3puQ3dIVmxOYVF5aFB2SGhQWDR3TDdIWnZSUnlkMzQ0QndPbEVrU3MwUnc1Tjk2Tzc4ekRBQmdNUFVsYTBMN0Y5Mk5kM1h2YVpyWkk2WmlXeklndWlmR3hVbDNndjVSZjJ2VDkyQ0tVR0VaY3o0S25MODREbUFsa0xqalNHdnpId0VBU3U4eGx5b2xtSUZzR0JqY2VxU3RLYWFjS3F2MkFZY0E4ZWx1Uy90aHNWdlVLQktkTTNuUWxOUTI3bElTWCtsdTJ4VldhbzZJQ0VnRUVoQ0NDT0JPVDg5S3ZuYnR6STNvOCtQNGp5RWxLczRtM3owUVNTRVRDZ0NBTVJacFZBc3lybFNKSTQ0UFBhWHF0d0FBSUFCSlJFRlVHTjVYcEFvQU9SQklteFRhNGJ1ZUlTZWlzRFoxTk1HVkpwWldiRXNpNEFrSWtDNkQ3T1hlenFZWUNTZUF5WmhoMzZNQTN1eE9PZlVzdE1kdWppa3E3UTRDU3BQSTl4M3RpRFFSemZXYWlaTExlMERqdi9LM05JOTdhblorS1VDanZ3cTFENTQwYUJNYmxWVGQzZTNORVMvblJSdDNsa2dGeVZ3QkM1N2poODVHQlVaWnRXWXlLUGt4MnhhLzZPdUlsU2FEMTlRTXQveXJ3WEgrdlZsZ2xSSGpJNzZXcHVtTTNlcXFobHNWdzc4Tk1ydithT3ZNdGVyRkZRMHJHTEtQaVRINzZ6MHZQUjRUMkxCRTdiTkE2aFhGY0x5N05kSllGd0NncExiaFl4YkJVWTBFTWRDV3FNdVhPODVHdFdsY3RXNTdtazd3TjVLc24vZnNlK3drQU1CeTcxY3pER1JyQTZCMU9waFlUU2dQRFhSRzFzTVgxNWo1aEVIMHRkek1zRkdHK0RRR0ovNzkxTUZ2aml6eG1rNnVaRFdSR3FDckZ6dWpyd3NBa0V3cDl4Q0QwZTZFRS90Q241V1diMThLT3N0WFFweFNURXZ6QjluejRQL0I5S2JyMmRpNENvVk01OERTci9IaHA4NGRpc21BUVdsbGZhRUN4VzBJK2pYdXZCTkU1UHJUWk5xOUN1Z3MxOWlpWWJ6K3pKbG5KK2NvUWJGTUFZS3ZWWHUxcURhWXcwQlRYUjFtakRGdFR2bU9XWWg4dmJyQ256aytwUXh5TDdEV0s4bk9kYiswK3lJQWFDeW5ZSHBkQ0dDbnpmYk11V1g1SitmK3FUYlpjY1FSUnh6dk5pNmU2UmxjbkZNd2dJQjVNTGwzQnhEUnlRREtBT0NtRXFXbUlSdWs0bUJvcThjREUvOE1uYzBDUWlVVmdoVUJNSmUvdlNsR29lR3AyTFlJR0c0QXdQNnhrZURORGtIVjlmTVFOZThRWFg5Ni9xYk5McmR0M0cxTHpSZHRiRnZvTlZNWnFPd2JJNEc5aFpVTnR4RkpuQzRkQWdBQWsyVTQ1YjBTNktKNFU0c2gzSFBLZDh4SzFOZ1hBZkFaWDlzTUhpdVRSTVgxM3Iyblg0ZkpsL1JraDNMZWMyRm83Q2ZUeDl5NUk1TXp0WmdZamV2TW1PdHJlVGk4MHg4V1Z0WVhjQWFmVk1yK29hK3RhY1lYOHRKeWN5bWgvUEw0cVBoR3REbzN2OHFjRFV3VWNsTEpWeWEwNzg5MGZsSHRqa3lVZkNscTVBSWwya05KR1k5bnM0NnpNaW9DUXY1bytuNWIyaHAvNjAxQ0JieW01bmJZNVlyZ0hkUUF1dmFZRWY1MEh1OVhNeGdUbnlWUXo3bXVYNThoTHBzeVpwZjZIVUtwQVlic2VtL25kNFltL1Z2czJvQnQvVXgzR2l1SGlmOXhwbk05M3E5bUFEZXFTS3FlaEFUMCtxWUlsZnlxcmJNVnVWY0pidmRxbG1Va2NHUEQ2RG50cWNtelRFYTJ5bFpBMXdCWm1iOGxscXpKL3ZCRFNZbTJVUWEyL2NzU0p5d0RXMTczN1gza1NzUzFQWnQxbXBWNUh3aDFySHZ2cm1mRFJuUkFPUWNtQ1lBSlJXQ0N4STQ0b2ZML0hZaE1FWVhLL2tuYVUyUUtoVXFDcGtESTRxUktISEY4d1BDK0lsV2t4aHdjUWJ2WkkvN2RWYXJvU2pGZ0lSa2dUS0RoTnRJMHg3MmsxTnNLYUxDMzgrR1pPNnJVV0hsQW1IWjVlT3hwYUkwaFZMQzRxckVZRVFvUm9kdmZFdjN5VzhkZERyVStJT1J6eDU1dG1paXFhU3hUQkFkRGhNcDh6MlkzQmUxTmtyRUpuZlA5RVVxSTZ2cDVLR0VGQWNxdTl0ZzJmU3VyemZRRUpiOXFJKzd2NjNqazFlanhyRFVQSktlNDVhZjhlNXErVlZDK1l6a2lkL2xhbXA0UFA1K1l1azh4OVk5SG41dVpVTW12TW1jams3VzJvQ2Y3WG5va2dsQlpVTGJGTlRzMTZUNDdvSjdWSEh5SlVHUFJ3U01ycm1vc1VzUlBzd0JjQXFkYWMyUEVPbmdxaXRoWVUyc21LNUQxVXNFZmV0b2U2NE5RV1l4RGxHaEN2c0FROG0zQ3QvdGFJcSsvdW56SExJbGlMbXFPQXdDZ2xuaE41eXludlNtb3FQWFlwTGt0em5KWTVRUVloQ3Y2WG44c29ZSWxOZVo2QWxYaTMvTndmZWpEZ2cwN2J5R2RyWmFqZG9mdTVnWHFDbnNaL0RmVkxmbFY1bXhRZGc0eVB1OUlTMnpBRGxNbE9jQllob2JhRVlaWUZoRGE2YU1kelZkaEtvT1o3aEJlS1ZVLzArRFdJTGYzblhsdWtsREozZmpnWEZKVTN0M2EvTDJpeW9mbU0rVzR5OWZXRkJQUWVqYVpiaFJxZFpCWmJVZjlUZU5RVjhlTHJ5OHZWUnhsZDN2ekNRQ0F6Tnc2QitNWDVpZ3h5ZU13N2t3eW5ITksvWHVhZmh5ejREamlpQ09POXhBWXdGY0o2RmNJbUJacWY0ckVWZ1BBRDJDS1VKRUEyWWpNUW1YM0RIUisvU0tFL0xVU3hMMkVGQ0NTTGRHcTByenkramxNMThwQXFlRWdhYjJuRGphUHdKUzNDU2xZYXRQb00yZmFMNHFTMnV4TkFvU3ZkMjl6aEErR3g3TlpaMDc1b1FsYjdrMUtNdVlEc3FXa2FTK0U3eThsMWZhbkZhRVRyMXoreGNEQUR5SVNJUXZLdHJqY092K1lVdkJLZDh2RE1RcVdrdHJHSWlrZ09mZ09QelNwYnFqanFaUlNiQ3M0RUNKMzhxdTJKakRVS2dXSXE0eEkrbHAydFVUTlVVaEVkU2prazkxN1owaTJUSlVtRVpkZlZDUi9ldUtsU0QrUW90b2RtWXpVZWtJZ0FkcHprZVhJVS9kaGsra21ZVmRwQU1PV3BGZDc5OTVVeVdEbTdGcXk0UGl4L2MyWEo0a3F0dlRpOEZnRXVWR2syNFVLY0RhUzh2dmJkbmVIajJXdmZTZ0puUHJkaW9oa3dEalVPME15eEZPMUk0ZUl6eWRsL1lGeHh6cTR3cDczZURiclFpa1BnT3B6Nk1hYWdDMzJuK25ZSFVOSWVDcTJwVEJOdnl1bzZKREdJWHRreFA0alRKRTBBRnFXRlBLb1JvcURydWZJeS96M0laVlA5dHJ4QkVSak9RTit4dC9HZmhVenIyZXpqc0s1d1pMc2tNUFFYS1RzWW5JNi9oRDlHOFNNekkwSTNMZzRNdkpVNUF3VENLUUhBRkVBWUNJQ1paeDl0VGNtVVJYSGZ4N0lsQVExWGVnam1RaDVxaWdDdUZrQWhFUnhVaVdPT0Q1Z1lQK0pZOTR6UUNBSEVrNFJRZlN1bHgxRUtGVVFnc25wSys0R1FkME1GR2RYQjJNTXpBQUFDbXNhU3pud09rSDZiNkt6VlFBQWhaVVBaaUZTaFFJeDBEWEJZN3F5Rk5Ya3JFYU52WG1zWS9mbHdzcUdMQ1lVRDc1OThnUk1rUW56TTJkN2tmTjBKZW5nNFJaemV2UFA5VDQ0bHhDcUZlTkRWNFA4NmRoMWJWL2lRdkZaaFhRNCtCWjdLWHJUWGxDMnhaV1Nubks3UnZ5WCtWVmJFelJOdjQxMGJWcStXK2cxVTEwb1BndEF2dTduVHAyT25oK21pQUdkaS9zSjhMaDIvVkpFQzBhdjE5VG1wU2F1Um1uN05RZVdXcmJvN1k4cW15cXBxczhGcnZUUndNaDUzUWtiaERKNm90M3hGNVJ0Y1VrbFBpT0JXcnJiSnV1VnM5YytsT1IycUhJRTFTYzF2RjFLR3UyTHFqZlBxaldUcGE1dmdBbXQyLytzT2U3eGJOYlRIYklVRUx1UHRVOTJ6aW1wL3RxSENmaEtHZEQvNEkveWVBRUFLSzV1WEFlZ3N2MnROd21WL0txdENack9Dd21wQzEzc2RqdW8rY0xQemZVK09GZG5hajBENXJoK25mOGtlazZZQ2xhbHkxVXFtT3l6cGJoTE1PMzgwUTd6ZFpnSytOTU1lN1hrOG5YUVdJNmw0RVNJMENxdDJyblFMWTAxdzJkdS9LaTBhdWRDaG56MThHdERNUVJJYnE1cG9CQWI3YURzbnpvWGk0ZHpDaldOWVhkTDgzU1Fmc3N0V1hjQjhta1NrQkRFNkpXVHo4MjA1amppaUNPTzl4TGVPTm5Yb1FpK0EwUkJESmwxTWl5REtjOHNKQ3dnRVAyTU0rbHZmMlJhSmVKYUpQOVdNSFZSRWh2d1I1dUgxdFZ4blVFZUFKVmNaOE0vNjI4M0wwUG83ejZJM0xHeDhhNys5bStNRlZmbjNLRklpekI4blVibW5QOSsvVHAveG9IU29RQlcraEpQdFB1ZnZibEhsTlIrclpZQTA3dVRULzJyMy8rRG1IMW5kbkxDNTFIQnBlNzI1dWVqeC9LcjZ2Tkl5ZFNldmZ5bDBJdjhxbnVXSlNzRmliMTdtNmZKRVYxemZaRUZBL3VSTk0zWDRvandRVmwxei9ZMFVuQ3ZzdkhacmhtNkUwS29OQWw1alZSNEpGcGQ2cW5ZbHFLaC9pRWJWRDhwZHJXMzFZd3A1d1VBWUVKK2lVQzFBd0JZN3hqVFpUdWxOWTEvS1MzcTgrOXZmcTJvOHFGNUFQd2p2cVJUTDRYSFQvbFZXMjlsREd1WmtnUCt0dDB4NXIwSktjWmFobnpWUk1ENlpXK25PUlE5N3FuWWxvS01MdzJjMHc0ZzE3ekExRW0vM3h4bjZSa3JnV2djdVBhaElieitkTGhoY0JoUW9WRW9wUGFLamxpT1FjMTM2dURqSTRXVkRiY0JHcXZRMEY0a0xUaUV1bVBseElUMmN2ais3M2J6WXNYQXVocGtIZEZseUFDVHY0MlI0Y0QrL25iemlsTHlVelE0K0ZUNGJ3TUF3Rk81c3c2QmwvbUM3TW5ZbUhKQUFER0xDRGdBQ0VDNEhOUDZONDcvRWxCR3FPUWw0cFJTaFZpVVVXM2NVeVdPT0Q1b2VGOHBWWUNZa3hEMFVDOHpzTjlkcFFvUlljaFNIVkhYbGJMZVZEcWtjd2tYWmdwK2lxdTNaM0hFVHpOZ1grdHZOMk96SFp0TU53UkZCUUk3NlE5b0hkRmVIYXRyR3Nzc0lJZnZPVGhjZE9lT0RNWncvY1RiMnM4R0JuNXJRVjBkbDhOcURTR21Bc0hKOElCcHpSb3pXYm5FUnhXQU5nelhuenpiR1ZsYU1oa0E2bFdneE50MDlXckx3RUJzRm1kZVN1SmYyUlA4bC81TzgwWlI5YzdQS01VNmVxWTJkODhtMHcyMitPOEU3SXh2NHNXREFKMHhtOG1xZGR2VHBLNTlCQUUwSEx5NFAxcmxNZXlRSzVtRUFHcDZLUmZxUUhkVThGTHMzWjVGREZjRUp2U1daQ2Q4NnNiSStKTXp0UnVjbCtMNkMxSndxYnZsMUF1aHRaRWxQall5R25ncUlZRXRWMHkvM0x1M0tZcndxdU9wS0Q0emNzUDYyZlNjbVpsckFPU3d2MlgzNnpEVi9oRklGZUdnOW5qdkRJU0t4L3ZWREFCYVBYUjlLS0liZ3BNN1AyOEg1VE5jNTNlQmcvMnV0LzNtdWF2V2JVL1RYYndjbE1wUXdZbGZuRG44elpqZnhLUWNHdTY0UERUeXpMeVVwRHRRWTZlUDdER25TU3YzUXJ1V0dCN1RGU3VXeWo3YTMvN0lHekFWNUFxdzhpWUVIUkFMWmlGeEs0OWI4TktaTTdIR2V1NkY0bS9JdHYrdGIvK2sxTHJRYTZZQWlIbEhXazlOWnl1THEzZmNTVXdiazJMb05FNUpYRWtFTHQyZ29SaGlNSTQ0NG9qalBRZ3BiZ3grZ3lWbHBBUGdaa1J3TVlEY3hkbkZHd0lqeDByRXhKVUJaK0tpdnhzWk92M3JKYmNWRmdnbVZFcDZmcUUxOG1hUXVKRTdldGwzWXY2eXZJVmNzNlVsSEVMVExabnlUc0pDbG1CVkJvWnUvT2pNb1FNRUFOeFRzUzFSTVgwOWtlbzZkZkR4a2FMS2grWVRvakdDVjZNNjA5WHg0cXJzOVdEUmM1QU9BS0RuM0FCdFg3aDVlSEZGd3dvU3RNS2FFRCtHdHFqdWZKdE1ON1BVWHlnazhyYzFSWnU5USs1R2M2NUdZdmFsb2JGcG8zelBKdFBOYkhuUGlCU1RpcHU2T2w0eXRtS0RzdVRMNURUdTlnOWVmQ3E4MjF4UnBUbWZLZlVaUW5oNWNIeGtSa0lsTjdmT2NEbXNja1hNS1hRUm9aUXBLOXZpc25YSEhiYXREaGljN2g1L20vMGt0cE5nSFMrdFdlRVZZTy9od05kTFZBY25DYUE2WGx5ZGM0Y1U1Ty9aditzdFQyM0RNaUlvOExkR0tpM3pxN2JPMXJuN3IwaXFJLzY5ajhRa29ncHJ0aTloUkRrazdMYVEraWdjcGQ0SDV5ckQySENlWC9yOS9NVnpWZ0loK1Z1YVgxdFZ0U01IR005amdCZXNvSHp5elA3WWt0eko2emNzWVlpSmhPSjJDV0tmQlR6Z3FmbjdkUXprN0s3V2gvOTlaYldaNWdKOWd4MjhmR2pvOURNcUl6czdTZG8yeTVoVk9Jc284Tm14YTVmK04xenFUVjJZWGNTa3NEa3B5WFJONDRrWnF6d2pWNDYrR2h3K3N5QjN6Y2M5RTBNRDU4WnZ2TFp5WVhhZVJvcHh6aFYzdWhibkJNZk9WWTVjNmY3NUlvU1BRazYrbXdIaGVKQmFkTTUwM2VEM01jQXRSSVFFWUJHcG1VaWhPUDRMa0NnVm0zcDFJa0lsZUNqUkZQbXpSb3AzLzRrampnOGEzbWVrQ2ptQmdRYUFRQWpxM1M3L0laMHp1Q2xXQ1FhSEw1eHdweTZwN0dyZkhWUENNZCt6MlkyZ2ZVVFp3VzkxN1hzc2xsRHhiTmFaSlQ4a0dVNU1CRmdNb1ZKY3ZUMUxNSnJWdTZmNWo1NktiU21vNmZmNVdwditlWHA4T0tkUUlhVVJxR0JQMjY2YkdTdXZxU25kK2pBUmMvcGJtMlBhRitaNnpVUUhzejVHb0VaR3htUmJkQ25OWkJCbTNUZHlUZno2cEp1UGVtb2Jxa0NwNC82OVU2Mzh2S2FtQXZiOW5PTmxYK3ZEdjUzcFBpM3hmczZwTy9SS2hqVFgxOUw4LzBTUEYxZHZ6MEpTaFVxRDR3elk2U1B0elJIR3V2bmVoeGFBeS9ENFcwNDhWVnlWWFJ1dzZROHhoRXBkSFM4ZXpxNlZSUE83MjV0M0F3QmtaVDNnUUZ0NElUanhiSElLU3dDcHBkM0FvWmNpcjI2eTBtcHhkMURBbnNrNTYzaFI1ZklpQWtyb2J0MTlBS2E2TUpGVWQ5cWdmNjkvQmtJbHY4cWNqVncwQ0JMZk9uUDRpUnRUejlOTnN6TS9hZ3ZyZDB4M0ZqRmg3em5TOXNoTmhVcXVhVGpjb2h3SlUwWkIvdWJFWkhsUkJCYVViWEZwaWhjb1piZG1wS1RNVVdRcC81NVhYNE1wNDdvVVNGa3ZPWjdWQktSYmdHZDcyM2VkRE4yTHRDRzFsZ0c5Y2JManpGQlJiYzQ2SzhCZTczKysrV3JrRmVwNFNlMXRWWGFRZmg5R3FLUXloNmk3RnRSK0hqTEN5NjlxdUJVWnpPcHVhZnI5NHV6Q2RZQ2tFSkVSa01Cci9GMVhqTVVSUnh4eC9HZHcvdno1Y1ZoaWJGOXNKQjhEemhvUVlERmo2ZzhUUTJkY2lLQkdyZzFaQVBScDFNRFdTSlBqdzZjNEl0ZVZzaTRDd0djY3VtWVRhTFpMQnh2UllRZEhUczhKanB5eXBKaklYckpDdDVBSzdLRkxMNllEb0NXdDBidVhaQmNGUnk0ZnVVWEppYmVGUGJGeVNVNUJRQ2tLQUtxQXczMXQ3dWcxdjdMSHJuRm4rdEw3aHNjR3V3SWpGMmJma3BXZlRDd1FTTSs4ZXdtaCtyQ1UrTTlIRDBTVzAzbzhtM1cwNU1jSTZhcS90Zm1aNk85WldyVnpvUlNpNE1idzhJdm5EajhSSXI2UjJhSkdNSHJwWk1jalZ3RUFQTU5aSllySlJPREloM0Q0YVFqYi8xZVhtOHNGRjNrSWVNSGk5cEdabExVQUprdFlKRDRrQWQyazFLR2p6ejE2VXdWU1Y4ZXRHNGtmWllyNk5JU0NDUnAvYW1EZzJ6SG10b1ZWeTljb0V0Y1JXUkZhMmlGZmgza0JBS0NvTW1zZEkzN1Z0Ky80YVUvVmpteFNtSG1ERFVVb0k1ZDRUYWVEeVUrQVVpOTJ0VGZ2aTU0N3YycnJiQTIwYWlKNlozaUc5c2NGNVgrMzNKWVR1VVBudTE1T3d1UmNLMUdzR3hyc2ZTbXJzT0lqYXZoTXdlRElHMzI2bnJBc0dCaE9YN0s4Z0NrRW5TRnFSSW9qb0k2b0pRU3VkQlZNa0xDVnNNZWxQWnpIOVlRRkZ0TXo3ZURRTzdldUtOZ1lPTDl2Y1VBSklkWEV4NDNrVE0wQTBNRGgwdVRFK1FVamdjdXBVb3d1UTZmT09TcXU2WnBHeURrQzZvSGhVOGxFMGtMTytjVEltUVFpSlZFanhvSHJpS2dSTUQwNGNjNWhCZDVoalBOUGhMNFRFVXk0SGZRU0lxUVNVY25OcGpRVUFJQTNvdTlCSFA4MU1LVUpETFhMWUNUUm1pei9JWXhVQUZHOC9DZU9PRDV3ZUgrUktneWRDS1FEQUFBaElkcnZ1bElGUW1sN0pRYkJaWUN5N0JreU1RQnpaOC8rdEJLcXQyZmZZek8yRUZTek1pb1FhVEZKNnhjRG5ZOUhtS2ZtZXMxRUJDdmJGb0huczJvZmNCQTVicmZWK0wrSHhqMVZqV3NRY2E0Q2RVT015WWh1UHNWT1ZRN0EwMGRHZ2pGdGsxZXQyNTVtT0t3N2lGaUNyZFBlYUtJaU45YzBsSzNLZ2dwZk9IbGs5OVhpbXZwOEpuRzBxLzFtdlhLSlE5MmpnTTBhRC9DWStVTklkeXo4TUVOS3N6V0tPY1pUOGZlTEVFUkJRRktyRTdUOEt4YUxJRDA4bTB3My9iL3N2WGw4Rk5lWjkvdDd6cW5xYnUwU0lMR1lSWmhkZ0pEVUVqWUdiQm1CRmh3bmpqUEVUaVo1azh6YytNN3lPdlA2RStJWUVMNDliTVpPTXM2TVo3Sk40bmd5azB6R1RpYXIwY0ppeFFZVG93MEVDTEJaamNDQTlyV1hxbk9lKzBjdmRFdEszdVFtNy9neTFQZno4Y2ZxYzA2ZHFqcGRTRlcvZXA3bkY3UUxBbjd4YWtuVjNGV2E2TktKK2wwM3hzd3pzT2hlRXBqY1ZMdHRWN2hsZzB5L003MmNwSEZTSmJtSXRWaGgyT3Ixcy9zVDN6WVZWcWlsbXRWZ1crandaUUJVV0xGd0NWZ250OVR1cWtQVW9sSjZIb08yZnhRTjdVN1lmdjJXV1VLcFR5bE4zemxhRnc3dDlub2ZNeWs3WjdtbDhLWmJ1UEtaOU5ramtadllLTWt6ZEJXRE1rT2FhMDdWN3hxM2FGNU9SbG9sck5BeEpjd2NRZFpDVjc5L1g5VE5ad0tySW1aY3NSU1BHRkxOSE1MUXIyTnJNYlNnakEweDBGenp6T21pcXVvMXhEclUrdHJPTTZQbkw2NWNzQnBDWHo1MllPZlZ5RnBQNHFCOWR4RERQNzdZOEh3QWtadFdsN0FYc1dXOTV2VStadmFIVGsyMHJVRkdPTnpWTXMwK0o1VFl3Y0hoMXVIaXhjQWw0THV6RnVYbmdzVlRSRWlOVkoyVUJKZ0FwUUFJVjZKa0JXWUZBaWJFWEFkakV4RzBQUkp0S3dMQ2NhdmE5b09aR1VRTU1OdkJQaEJCU3lFQU1JZWRReVRiZ1c0QlpzMUVPdEJ6MmdCMHlIUVpEQ1lHa2pIVWMwUlNqNUFNOVhqdW9nS0FNUUpvR3l5czd1RWpKUHlHMU5ydW43MWdXVFVUMllDMkFMSUJnYTRyKzFOWkI3dVkxYWR6Rnk2em1HQkw2VTd0dWJMZnRFUCt0YmtMd20wOUhYdGQwa3pOdG9QOTU1bVZOM2RCZ2NYTXRwQ203T2wrTTlkMEpVM3pEMXlwMVd3OWtMc28zOVlhTm9NdG9hV3RKVnNwS1MxTEJydG9XSGpTOC96ZEo5NmRPWC9aeXVqcXBGOUorbWpQUVAwdjNTa3pLbFdvNzJKd3VETnY1dnhsc2RWak1IbFNaeXp5OTV6SVptWDVGZHRDamR6SW43a2d2OGlUY2tmaDRJMGp0aFhvdWpRL1ArTlBCbnI2cDFyRE4wNUJhKy9zaGZrR0E2YUdjQnQ5cnkzdVpVcTFBNzJMWmkxWTlxZ0FQQ3pnQXJOYmc5eERIVy9NSU1FZXBTdy9zWDU2OXNKbGJpWjJBeUlGZ0J5NGVrQ0dhN2hDQjZsUGh2eVhoU1N0VkxCYmpnUzZDV0MyZ24wa0tmd2xTNEFBQm9uSUZRTkZvWkhyZ2dnUk54aUNza1lJNFBEbHd5QnRENFdqbVVIeEZ3OVlCY0RoYVdlQUlqZVNoTmd0SlhNNEFJS0lBTmFSMXZoeGlWZGo3S29rSkFGVVBxYVhLZUFQOHZrLzVKK09BNkNrVWdZVEFBbGkwbEhYSHpFNlVrVTRvb3FEdyszR3JTV3FnRDNNTUtKbHQvSC9oMEsxVWtiK3RySGY2cm5ZMjl4YU04WkN1TGh5NjJPc2xhYWVydGZIRTF3SzEyOHBGbHBVK25ub2IwL3VmYjVuZEgrS3kzb2d5S0hYd3JuWjFaV0M5SVcyK2k5M0FzRHlpcTNMRkdsVFF3WklHNWVPSDl3UmUxTlVWTEZwTlFIM0NaSzd4eE5NakZSZHBGa3ZoRkRmTy9iTFdOSFdlUURlQVFEUExGMEJIVHAxb241M3g5d3FYN3BnZS9wd2h4RjdHK1N0cW42SXdJWFNIL2g2ZThPWDRvV2dPd0I4REFEU0p1Ym05VjA3Y1NJOVo5R0JZN1c3NGd2MHpSZkNlUGp0cHBmbURBOWR2elN2K0dNTDNhazUvM2l4NGRuRUFuWktmWnlsK2xteVM2eXcyT2c3V2lOUGpsN0QvSHMyNXBEZ1pTSGxqNlhlRkZjcytuakF0dXQxNk1ad3NqdnJ3M1p3K0JkSDRteWZBV0RaZXQ5ODB2cE8vMlgzcTJodnNPZVgraVlac0tjMmhzeDkwVFU2MS9vUEo1VUtIcmVEdzAwQXpnQ0l2Y256ZWg5TEJtT0QwT3Juelh0M3hTd3NSYzdrZTdRVjZuWkpkeEhBcDV0cXR5ZlVtRmxlK2ZTSGJkYVpER3BzcXpmR3pTOHZxZHJ5U0Noa3RVb3BMU0Y1OFkyK2tYM1JONFZGaGxWc1d6dzhFQnE4a1o2YVZmNWUzL0IvUnQyQ2xsVnNYYXhEOW1Eci9oMi9McXpZdW94SjJ5MDFPOGVFUkhzck5qOGdtRHFPdk9wcUI4QnpxeDUzVTFBWGlsQ3c2V1REeld0d2d0c3VGY0k0ZTJUZmpuNXY1WlpWNHRyNVZMSUhGUUJKZ20waGhCT3A0dURnY0t1aFZFaTlaSmhVRElnMWlMNnNBVUlnOHdwWURUTzBEUVlSV0RLUkpNQmdaZ2tpS1NDU05iUUZCZ01RSUJZVWZvNFdEQllnQ0dKSUpraGlOc0wzTFNRdzZzRTY5akFkZnJ4Mmhkc2lYV0FBQ2dSNElnMlpnSWoxTTl0aDRTYzJSN1JFSGdNNmdIQ1hpRTNKS2hRK1dJR2JEK2RzUTRYNlFCUS9sZ0RZVU1FYlVFR0FDQS9KOEk0Z283c1FnQUFoT1BKdStITzQrdG5ub3JkREFERGMyd1lBandjSHdwbkk4WDNSTTdUOVZ4SmJKQ0FoWVBuRDd4bUVJRmpXQUdBTmhJOVgzRHdmQ1VBRnc3ZGJKQ2kyckpGOGJFZ0F6RUd3dXRrV2QrYVJOV1JOUkNxeTJCYkFJV2F5Q1ZveFNCR3h6VXlLd1JwRWpIQWRQVUVnQVpJcDRXdENEVE5ZRUllL0hFTGN6Z0JpQm9FNUFJTEZJRnNJdzgxc0QwQ3pSUVNEQVlOQkJvRU5CZ3hCTW9WWkN3SW5nOGpFNzRteTFUcHB1TGFEOVRJUUo4WE9WZk9QYjF3NDRhVC8vSUVJSlJYTGNJdzZNN1NRTXZKaUtmSDYxdXk0L3pnNDNHN2NVcUtLWUVvaWdjZ3RBV3ZyZlJaVnRHSEVIaWsxVXpCZ21HT2NmSXJMbjY3VTBCa3RkYnUrTk40YytlVytITWwyUmRDeS92N2sva1JCWlc3VjQrNTB6bG9QU3pTMktiUEhXN2xsRmJNYWJxb05GOUh6Vm15ZXFwbHlHRG9BRURYWGI0dFZ5eTladDdrQVFueW9zV2JiRjBhTEVGN3ZZeWJuMktzSXlCT1cvWlBHL2JzN0FVd0Y4RFVBVlVEU3ZVV1ZYOGdTU2x4b3F0OTlkc0hLSjlQU3RIcklEZzc5dkwzOXF5SEFKNG9yN1h2Qm1HY0wvV0xyMkR6bDJRQytCQUNEM1JkaEdpazd6aC83eWFoOGJGZVIxcUZuQnZ2Q21zS1Z0dy84eVZEUHBaZ2dOWDNGRTBsVE1sSS9wS3pnSGlHTUdVcncwTkhhN1kyajE4OWJzWGtxQ2VrTEtmL1djR0hiRGJLNGFsRzVzZ1A3VDB5NDBGWFV2NkFxeEVaZDIyaEJaYzJXTzF5c0N4dHJ0LzBIWXBhVTlpT05kY2JYQVo5R3FjOFlldS93OXVCSXp3d0FNd0NzQi9BU2dNOGdHc1dUYlgvTTBEalJ1SGRuK054S1M0MGlZMld4eldTdzRmSW9PL2oyOFgzUHhoWEU5UWx2cFhXUGdrb1hMRHVhNnJjZHd4aDhvcWhDclF6cDBBbExKVjExR2ZZcXNxelhPdzQvNzBlcHp5aEtzb3BKY3hLVU9wV1prdkZvVTgyMldBcllrckxOazAxVzA3cVUrNDNDcWszWkFqejVldS9JcUtMRFBsRzAxbG9POEh0SDZyWWZpMTRQRWhrckZhekxUVGUvU3lxczNIUzNaTmhIOXB3OFYxSzV0VVFyVGc2T1hEOG1oTkFnQWpPc0RvL0hpVlJ4Y0hDNDVlZzRkL0xzd3BKSHQrblE5YmRDd1c2VG1YS0VFSENsemZ1K1BYVDFjaURZRTJCdEN5bUVLUWd1aTlnbGlFd0IwNFNSTW9HdFlUK2dtTFdXUWdxcE5TUUxMWVZteVlJa0FCZUJUYVhaTFlWd3M0WUU2V1NBUEdDNHphU3NJanM0ZEkzWlpoQjd3T1FCMkUxa1pCRlJodFoya01BZUJsd0VHRXd3Q0NJSnpNUmdHYmwvY3hIUjJIQUZoOThSWW1iWUpJakJIR1N3SDRERlFJakFJUVpDSUxiQXBFaXpBa0V3SU1Fd0lNUUVndkFBZGpkQUJvTkZSREtMUlRBelFHQVdST0VJS0FMY3JHMFR3RFFLWHlPUkRSQW45K2lJSkRQKzE4b01CV0NZd1FNRTlBTVlCTkFQd2dBQkF5TzlvYmRTSjdnK0E5SmZBREF0Y2h3bkE0cWYreTliMXYvR1NNazIzNHdUNGxBb0ZMMEhTcmpQRms2a2lvUERiY2V0SktvUWlGUGlYK01RM21kUlJTa3BoQXdIYkJKQ1VnWVNIakNYVld6TjAxQnpkR0Q0bjhmYmZtN1Y0K2ttcTA5b1RhOGYzMzl1Vk1UQ0JwbkdtVVdBZmE1eHYrdGljWlZheGlTc2xqMDczMEpFRkNBaUx6TmZKOUNrNXJvZHNWemovSEpmRHNpK3p4L1NYeHBQVUJHVGN1NkR4bXhiOHVIbUNlY3VBVmdPb0E1QUpnQ1FzSC9VZC8zQ3crZGIvL1hFWFZXK2RHWGJwVkxJQTAwUllhSmtYU2lmSVJabzZMcldQYnZHamJTSXArZjZ5UVR4d090OXpMeDQ5YzJsM2UvZE5BQWE2cmwwOHcxS3FjK1k3TEc4bXEwbVliaVNXRlBLSVBVZEdUMXZ3YnJxZVJEaWsxYkkra3JiL2k5UEF2REJ0RWt0QzlzUHZURXdNbkR0anJTSnVYTk9XNGRESXdNZFV4STJGS1p4NmZpUEZnMzB2WHNXUUZWSitaWVRDaWpvQ25aOEIzaEpBMEJ4a3YzUWlZN20rMGJ0OHU4UlNZbnhlTlNqSUJGb3JOMVdHK21qRXJOMGlTYkZiRm52bVZKa3l0N2VCQ0ZwV1lWYUJCWUxOYWtMcmZYYjlvKzNWa1dWb1NXa1phaDdNSFErSjlXb0RGazRFcTUzNGhOZWR5aGZzNlFCMGZkbUZqTHV0MG5GWEp5V3Jub3F5ekJvRlFmTlh4bEozUzVKV2ZlR2JQSEc2RHo0b3JMUUVoS1MwWFg5T0JET2U4ZFF6djJXelQydGNSYVczdklqTjQ1MkFBQWdBRWxFUVZSTkM3U216TWI2SGJXRlpac1dLWWFuWmUrTyt0bDV4ZlBCS2h3b3hxeHcxdVZFcWpnNE9OeVNpT0dGVFNsSjZZM054MTdEOU9uVGpZQTFRVnc0TmQ4UC9PRC9sRmdzQUZCUjZWL05EbW1YT2RCMzRGM1paYktWNlJmS0NvbDAyeGFaY3g1K3ZQKzl0bjhKMk4zK0pHVUxzQ2FkeEtTMWg3UlNBZ0NZTllFMXVkMU16RzdTdHBWc3czQVQyTzBpZGltRDNXQzRDY0p0bWhrenBUdDlTWER3Y2hNRTNHRHlNTWxVWWlVSmNHbkFEVUpTZUR5U0NIQ0QyYU5CYmhCNUFFNGlJZytZUFFCN0FQSUFTS0pvYU1zdFRDU2dKUW5NSUNBWm8vUXBpdjhoRnVrU1FWdlE0ZlNjYWRISnhzdy9UdnQ0VWdreitnSHVBZEFMUmg4SWZVem9BM012TVhXQytCcHI3dFRFTnd5aE9rT1dxUXpUVXY2UXFRd3pwTXhBUUEyNTNjbzFPS2k2dXE2T2RIWGg3ZXpzdkw5SlNYRVpRa2crZjk3dkI5ckgxTE54K1AyeGJLVU13d2lMWmdJYUZINjF5cU9lUjdSbXgvM0h3ZUUyNDFZU1ZRU0RrMjhHeXhKSDgxamZMNWlsQUVkZUx6QUhqWUE3OWt1MGNKMXZtaEQyWnhDa3J4OGRGU1VSWm9QTTRNelBLZGJIandiTnc5R2lvRkh5MXQ1NUI3UTJXekxlT2JtOGZNRXN6Y2hvOWg4OENBREx5elpOdEUyNml3TEdtL0RZUlgza1NxaEQ0cEw4dDBHRjU4YXgveU9STS9rZXJaSEQ0TXZpZXVjeE5MK2lBTFFCZUM4cXFyQzJacHh2L2RlL0FUWjgyZ0tLcGJaUHZGV3pvd05oVytNbEdtS0ZJR3B2cVhHZHdEaE1tRjY0b0tkampLdGhERDA1ZTBYZ3d0Q1l3cXhSaWd5cldDa2Vza2tHUFN4V2RRZkZUMFk3RmkxWStXU2FLZkFvSy9IeXNmM1B2QTNnZndKNFliRHJYR3pNWVBkWTk4cndBVmpvNjR5V0dLSFhRUFNjRGc2OWNiSGhwUUFBbEZSV1Ard2Y3RmtiR080cWl0dXFCc0JSd0NleTNlcURHbnE0dWVidG1LaVJYNzR4V3drOW1iUjl5VEJsWGkvMXYzbzJydWpmc3JKTjh5VjRPUVM2V3YydVg0MTNXTXZXKytaRDJkUDhIZkxBMUpsSkh3OEd6SDF0RGI0ckFGQlFHcGdKdURKYUE2Ky9VZVJhVmFuSVB0MWFzN3NMQVBJMitGeWVZZnVoQU5rL1BWNW45aGRYcGo4eUZMTHFUNCtxNDFKVTZjczNvS2NPdlN0ZWl6bzhGUTNNdlVmRHV0NjY5OW1ZOE9WOTBKZE1sbjNuWUcvL3dmenlqZGtTNWgxTlFmRmFicW5QWXc2OGVhZmx2eEc1VnlRRnREdVJLZzRPRHJja1VadGhBT2pvNkxDQWpzaWZ3LzlqYUFCb2FmamEyWVRXU0dMc3RMTE5rMGNDMTc1NnZuM2ZHR2U3LzY5NDEyNWQycnp2OUQ4QWJYL3NoenpLenM1T2Nia211b1ZnTjNsY0hnSzdDWWFiV1NXUndXNnc4REJURWtsMmc0V2JTWnVrWVdvaWd3QVR6QklFa3pRWlREQ0pkRGdWaG1Fd2tRbXdpMEFtQVNZVFREQk1Ca3hCN0dFVy8rWDNyMFNzV0ZNSVFBamdBQU1oZ0lJZ0RnZ2dITmtDaEJnY0RQK2ZnZ0NDMEJ3Z3BpRUdEV3JvQVUzY0x4QWNEUFQwREhSMWRmM1J2dXM0ZEdkbisxQm41Kzh3MHVIM1Focnk1cjhqWm82bS80eCt4VXRPK28rRHcyM0hyU1NxRUxGSWljbjhETVlZNDkvL1dnekpnamtXZXhzY05JYkR0b1dsbjU4RWFmOVBadjI5bGdPN3pvM2QwaWVLS3UwUGFjM3ZIYTNmK2JQUnZYbWx2dFJrcVI1dHF0diszTEkxVys3UUxsclhWTHY5VzRpa25TZ2pkSGZJMG9mY2JsME13dW16TldGNzVoVXJua2l5TWxKM0tLMi8wVGJLUVFjQUN0ZHNtYWsxNWtGd1Ywdk5qdHE0cmdDQVR3RjRNKzZhK0VSU3l1c3RwQmNkYmR5Lyt6d2lMakFRZEE4WTNGaXpmVnhob0dCZDlienI1MzZWODV2V3pGdXhlU3BCdWdPRG5lT0pLdVJkdTNVSlRKNGkvWUdEcGp2cHdjYmFiZDhkUFdqNmlpZVMwbExOVHpHaHVhbk9kd0lBcFdUT3lCM3VHN2NHOEcvRmRLZE1zclhSRmhHK3FMaXkrajRTeUc4Ly9CMExRSHcrOHk0QUtDcFhoWnIwRkhSMmZqc3FoQzFZK1dTYUtWMmZ0SVBxaDRacDNOZFl1LzBIOGZzb1hQZmtOQ0hGQ3NGSWI3eHg0OS9RL0sweGYyeVhsRytaSWFFS1d1cDJ2RkpTdGVsZVpjbTMyaHA4SGRFMUEyUmxjOTJwZnk2c1dyMUtLdG5UV0JlenpLYVVBWHVObjNuZmlmcmRmU1dWVDY5UnJCcFA3OStkSUtnc0xYdnFUbkJnMnBHNjNiVTNqOHMzVFVqdGFVbzU5V1pzNElZTmtudjFhaWx3eXAxcEdDNlI5UEdtbW0xZkJVQVRLNTVlUFd3a1Q0NWs2RWZEa0oxSUZRY0hCNGMvQXVPOENQbURhZDYzL2ZnZmU4NEkzTm5aT1FSMER2ME9ZeDBjL2x0Z1diWXlUVE9hQU1SU2h0Ti9OSE5DNkJZNzZUOE9EcmNkdDFENHBwZEFTTDc1bVRWZ3Y4K1JLanBXTlk0WmxqSG9VYm1sUGcrNWt4NnhiWHFscFhiWHVLKzhpcXFzNVdCTUhSa092VHk2cjNEMXB1eGt0MVhSMTlmM0RlK2E2am1taWVLb29BSUFucG42Zm0zekJZL2J5R2VodXB0cmRzUXNkb1BwS1o5UVN1MXBqZFRLU0ppM2FsTWV1Y1JxWnI3bTl4dWpyUWVwc0d6VGNITDYxQVF4d0QvU3VhTzU3dGtPQUZoYzhjUUVGNGxWSU5qTmRmSmJHSWNsWlpzbkUrbTVFT01uQXhldWUzS2FKT051RGdYUFpFeWV0M1RNdXF5dFhnaVRwL2FqdjRZTnQxY3I2ejhCekkwZnMvU0JwN0ttcHFkOFFrczV6SjAzOWlMOEptNEptR1BYQWduWkNXRThCMkJuL0gvdTVBbi83RW5KZmdsQUxQWEd0b09EclJGNzZPSnkzMklHNVhWZFA3ZFBxK0NuNDNaN0NNQ3ZGOS83djlab3FBOTNkWGErMHR6OHJSQUFZLzZLdjdnajJZT0tkeTkxZko5aEY1MjdmbnhQUkpneUFCZ1Q1bGFsUTZOS1dScTlmZjNmeFNqTGFnRElLLzJyVkkrZ3BjUDl3WnJDc2syTGJEWkMxSHZqTEFBVVZENlZLNG51YnE3Yi9zMkNkZk9XQ3RhcXNkNFhFMEdLS2pjdlZZTDdUbVM4ZmJXd2F0TWlhT1Z2Q1hvU1FuVG1sMzUra2tzWWMyMjJZeEZOaGV1M3pCSmtMeDhaNlRxTVYySlJVbFRjdjJnTkNlNnpETll1Sk4vZlZMUDlxd0JRWExHbFJKQyttN1Y5QmN6aHFDRWlSMVJ4Y0hCd2NIQnd1QzJRbHJLamIxS0pXWk0vSEtNaVI5MzNhdTJJS2c0T3R4dTNUcVJLbnArSXplUzRqRlNtOTdsUUxXc3BTTVNLMG9jQVlLTEhmbG9wVlhkc24zdWNJcVRBNHJKTmVRTDRVMVpXOVhpT1BDTFZMaHdoNHhBbVRBUzBYdGgzcmpjV1dWQmNzZVVqeXJKT2tUU1NiTXNhT2JyM21aaU5iaVpuZkFLU2U1cUNZMU5MQ3FzMjVRbE5reG1jTkR3Yyt0bVpRenNTM2l3VnJ0NDBpVnh5eXNoQXltTUFGZ0VvaVp4Z01oRDhEbEJhbml4Uy80eTF1bUQ3emYyQVR3TllFUkVySGdIUXVXRGxrMmt1UTN4UUFwZjlRejFYUmgvRDhySk5FMjFockFvRlJMM3BOb3NEZzljVHJQM2NLUk9TU1lvTS82VlRlek9uei9zRTI4R2ZOemQ4WlNXQVh3RDRkd0RiNTFZOWZ0RmxpeXBtUFRqQS9UODUyL3d0cTdqQ3R4eGtKdy8zWDQyRnFiRFdad0grWXZ6OCtlVWJjMHoyRkRSbm50bVBWMzc4ZVVDWEFRQXJ5NCtJQTVOVzlsSm9uRDdmL085VkFGTGpObDhKd0RyNStsZWpuN2RFZjNqNzhEZGlnenJieDM3ZlBXZHIwSE8yQnNKd2YwWGJ3WDhaT3dKSVNwcnd5YUN3ZjVpYUl1OGdFdk5HM3BVMTdlM2ZzaGFzZkRKTnNsaDhJMmpXNUpkdnpCWUNrNXNEWmt3UUtpeno1UW5ZdVh6alJvMDN1Q0NYM01nYjdqQitqblpmN0k5NVhwN1BsWnlzSHduWkl5K0ZDL21HNi9IQTVqeDBkOWEzTjM5ckpQWWRyZC9pcFpBYTdEWUhUbVdvdE5YZHdhdXZJbHE3aGxRaHREZ1I5RjlMQmJFbUVKallka1FWQndjSEJ3Y0hoOXVCa010dHh5eVZDUEJMUXlOY2tpQkJWUkhTRVZVY0hHNDNiaDFSSlJRaWxxN1VhSHdkRWVuMzIxSlpTaTBZRVo5QUpqMDl2NnFTR2ErMzduMW0vSm9aYTdiY1lacmliNXBxdHYvRk9BK2o1SnJ1THhhMnZLRkdSb1l6VXQyUCtDL0w3NTA5KzBJSUFCVlZiYmxMSzNIUkQzMDlpYml3YXpBUXRza3Q5Um1GYnYwaGhwM1R2R2ZYZDBidmMzR0ZiNEprZXk0VDUrckEwUGZPSFBwcWdwQ3pZT1dUYVVhcThhbkdtdTFmQmdEVHpIN01zcnFPeEZsTXJwNDRwZk1WMXZyYk5xbGpSeHQyS2dCZkIvQi9SMnF1dlpCZnZ2SFBYZVQrY0lqbHo0anRncjVyWjBZVk01SENsbklGQy9zMW1JRnNDSTgxMHY5ZVF2cFB6b3psNjBMRG9WMUpNeGIraVdYcHVtTU5YK2tDc0NrU1RmV25BQjRkT3RXOE9TT3ZiRUN5L01IWm1oZUN4WlhWQzJBanVXbmZqZ1pBTExzNUd5ZlUrY2d2MzVqaU5qd2ZhN3grNDJ2WXU1aVRVbCtmNWgrNkdXVmQ4SUhxZWRMbWVRUk1hS3pmOFZNQS80ay9NdG9PanFtcms1Zm5jeVhQVW8rR2xQL0hJdWhPRm9aYzFsZ1hkaVB5ZW4zSmxLSTJzQXI5T0Jrd1hNTHpZRlBnNEwrZ29jRkdKSFhITkZYQmtUMDdmbEM0ZWxPMjRhTFZqVFhiWDRxZlA3ZlU1MGxLc2ovYnRNZjRPdkJsTzdvV0pqamZEbzBjYm80VFZCYVdiWnBvYXptUlRhc2xpek0vMFJtOC9PTEZocGNDQzFZK21XWUlXc0ZzcUtiNjdiL0luYi8wSVVpaG1aa3BXckhXd2NIQndjSEJ3ZUcvT1daUTJURERqMDdNeEZMNnc2SksyRzQ3Qm1uaEZLcDFjTGpOdUdYU2Y2WUhBb0lFcDhVYW1OLy9TQldXQW1HN2VwRDBwQUIwcGFVdW9WWkpqUHp5alNtR1FROHJvWGVOOXlEcVhiOTF1VWxtT29pNjA5SmM5emQzWGYrWGFCRzlnblhWYzRsaGhKVHFTSkZ5dGVKQVc5alZ4U2U4YnIxYUNKM2JYUHZPR0xzOGIrbm5KeVdUWGFvMUo0VXM5Y3ZSQlhNTDEvbW1wYVM1MXZXKzAvZEN0RzNabXNkbW1VbHAveFEvcnZ0YWU4VzdaMTZubzdXN0wwYU8vY0c0SXZhUFhEMXg0QXRLMkUwdVlkK3RyS0VqZ0ozd3h5Uno4dHo1bW5XSENNcDBLWk1LOUkzcmIySVUzZGRPSGpSVHpDVVdjZk94QXp1dkFMZ1B3S3BvdjVDdWptbHpTMDBOWGZOV2pXOGd2OG8zblZsTU00ZjczMEtwejBqSm5KNDczcm92TDlzMDBSREo1WUVCKzN0b25xYUtLdFJLa2thc1ZncVI0VEpzOGpMZ0NuTGdHd0I4QURMR20rc1BKSkR3cWRSbkpOK2hTbXliRC9jTXFrSHBvYVhESWZFcUlrSVlUN2JYRFB0VmpTV1UyK1BSNi9wNisxK0pDaXE1cFQ0UGtWMmtRcUZYOC9KOExrcVczaEVlK25uODlIbDVQdGNrbDE2dGJlUEhRRGh5SlMvUDV6TGd1ZDhXcmxQeDEwSisrY2FVRkNsWEU5dWRrdVdLNFVEMzk4SkZlMzBpTGMzekFTYWtxcUQ4RVFCb0lXeGlDaGRtSTNLSzFEbzRPRGc0T0RqY0ZveDRndmJOTzNobU1XS0c3NE5HdVdHUmN0eC9IQnh1TjI0WlVVVnJUYXh2cG1Rd29FUHZ1NmlpQlVYRUJhMUROMXJmMjlQOG04YTZqT1F2c09URzFqMDczeDNkVjF4WnZVQnJTdFhLT3F4SjVvOEVqQVBSMmh2ZXRWK2NhUmhZSmkxOXltM0lNZ3ZHbTIzMVg3NEJBTVhseUFQeDBtQkkvOXRvOTZDNzdubzhuVjJlRlFxQ0lmalU4ZjJKZFRhODNzZVNTZGo1UVI1dU9IczI3S3pqclhqNkFRWmZ0dndEWHdSdzV1Wm9ObTljZk9NcEFCTEFFSURQeDgvVjlkN1J2d3dPOXQ0OVpLbEQ0enNkQ1dqRDdsSW1MN0gweUo3bWNlcUtwS1pQbml3RWh0cHF6MFFMc0Q0VDN6OTF6cjF2YVVOL3YzWFB6a3VGVlp1eVhheFgrNE9pOGZEaDUvMWVOL0kxMjJOcmxlVDVYR3pJUXBzQ2pjY1A3dTR0S2JmdUpxamhrZjRyc1NLK3BqdGxFbGhiZGdqNzJ1cS9QQjNBWDBiN3BPSGVONmZ3bzErWk5tL05ud0ZZQm1BcGdQd3A4MHMvUFdsbXlRZW56TDVudzdRNTl6NGExN2NVd05LcGMwcy9NVHYvSXp0SGlXY0o3a1VGVWhXeVVQNmplNDF6VXpOU1A4S1cwZGJlNEJ2S3kvTzVra2tYMm13Y3RWSUhlMXhJWGhZSStBK2ZmZXVGZ2VpMkV6eTZTaXE3dlhuZnMvM0pNKzIxZ0gzMlpOM3p2Zkh6ZTJiWWF5RDB1NjE3ZmUvRjJtYUdQaTdCeDQ3Vyt1S3ZCVEpFMGdhaGpEYUd5QWtPMlcrME4zeHRDQUNLSy9TRERKV3RWR0R2MFFaZkh3QUlqcVg4c05hT3FPTGc0T0RnNE9Cd2U1QWNDRmdnampvZ3NoQmhTK1hSVHlOYU9KRXFEZzYzRzdkTStvOWxaUXFYb0xTNEpxWlE2UDBWVlFUSEN0V0N0UituMnNmbVVKYjZESy9IMmhoaTFkeFdzL1BYbzdzWHJId3lEY0FjMDdMZVVpN3pMNXB2WFB1N3FLQ3l1TUkzZ2NoZTExU3o0MFZ2eGRQcnRSWU5iWHQ5TndDZ3BIekxESmI4NTJ6eHQ4WTRCcFNXR3BZci9UNGkxa1FJTk5XTUtwaTdZWVBrL3V3SGxjVUhUeDU0dmdmaGdxZjVsdWF1dHZwZExZQlBUTW10Lys2MWkyL3VqdHZxZU1RTlJ3SDREd0QvRjRDMWtYUFBPWFA0cGRWS0JWNGNiNTM2cnA4N08wY2J5NlN0RHg3Wkg2N3JNUnJEU001cXF0a2U5V0YrS0ZLekJRRGdUczY2TkczMmltMk50ZHN2M3JuMml4bVM1Y05OdGR1K0NRQkZGVS9OWmFFWCtmdXZqaEdya3FZSEN4VnpiMXZOY3gxTHlqWlBWa1RwTFhYbXJ3R3NpWTVSZG5CUXdUNTc3TUN6VndEOE1zN3h4NXFkLytHREdkbDNOcDFyZmZuVjZQaUNTbCt1SUZ6V3RuMVpHR0o1UzgyMjc4ZnRrcnpydHk0aHBiTkNJZjlyOGJWWDRpTlZ2T1diRnBMQW5LWmExOHNsNVhwRHdMTGVQTDUvKzFYQUo5eTUxdDBhNGtiYkhsd3RLTThxWTRqTDdRMWZ1aGFiZjEzMU9tSjFwWEgvN2d1RjVWdnVKYUxobHRyZDhmYWNZbmxWZFNrckhtaXMyeGtUeGtvcXF0Y3FOZzQyMXZzU0xKSzhGVStYaG14dWxvWjlId1g5dnpoKzhDdTlBRkJVdnRYTFFzOFVFTWVhOTM3cG5laDRyZG1XTWx3VW1NaDVFK1BnNE9EZzRPQndlOURSMFdIbkxwd1kvY2hSMTA4UUo3eWtGazZoV2dlSDI0NWJKbEtGSnlnQytHYnhVQ0lORXUrcnFDSllTSEJNVmJFQUpMeTVuenYzY1hlUlIzMkNOWjFvcTluNWk5SGJlNzIrNUpRMHoxb0dEOEFsVnpmWG5QbHlWRkRKTGZWNVBOb3VIaHdNdlZ5NGJvdFhhM1c5ZFMrdUFjQ3lzazN6SWVteml2WExMZnQybkJvOWI0bDdWYWtRSW9WSUREZlZiS3VKNzF1dzhzbTBndjU1YTBoU1V5VE5KdUl3STdNR1FwZVBBUnRrY1lWVlBHM2htbmZjS1JNYkFIUUMrQkNBejhhRWdRMGI1SXo1WmQ4R2JwcGFLeFg0SklBbDQ2MVQ1cFI1ZVZyd2hTUDduNG5ZL0c2UW1WUHlGc2VQdVhyKzlVT1JIejBBL2k2dWk3T201djAvdXV2NjI3bWxQaytXZEs5aTIvb2hvZ1ZVcGJGd2xMQVJYdHZLTGF1a2xDa3Q5YnVidmVXK2hTNlhzVHh3MlRnQStEU0VrTkZ4SktTcnRlN1pZNUdVcGdlaTdTa1owdytrNTh4cGN3MzREOFRtWEw5MXFZQlZTQXBYRFlsNW8vZWJYMWs5bnhqM0VkSFZ0dGYrN3Npb1F3b2lFcFZFa21ZM3BaMStwYURjdXBzaFRoN2Z2L3U4MS91WVdieE9yWkRLRE9ENjlkT0ZsZnArWXRYYlhPODdIVDNVNHFxdEJWTFNZRlBkenNhaXlzMUxBU0RSMnRvbmlzcWZLbFNLaGh2cmQ4WlNySXFydGhaYVJQMHRkU2NUYkxhTEs2c1hnSFdHUVR4N09CaXNhUTdYc1FtN09JR1hNNHUzUjF0bnk2U01KQ1loQVdKaVIxUnhjSEJ3Y0hCd3VHMklpU1hNREdtRzAzOElsRkJUUlFubDNCODVPTnhtM0RLaWlsYUt3RGZUZjRoWkN5SGUxL1FEMWxvQVJCeTI4eDN6Q3pSamJ2cWpRdk1RZGQrb0cyZHpva2xXbFZiMkJXWkt2ZUh2cUkxUDRabmtVUThGaVUrbHBpYlBrNmJNRWoyZHh3Q2ZYckR5eVRUVEpUY3c0MEJyN2ZiRG95Y3RycXhlYjdFbUFlcmx6aHVIRWpwTGZVWmFtc3VySWM1R3JaZ0xxelpsQzVJcmgvM2R6UmNiWGdvc3ExaTRFSUptU2dEa212eXBTRXBMUXIyT2tyNTVTeWZQdnZ1Q0t5bnJsYmhtQ2VENTZMa2xuS2l5QXEwMXo4VEVuK1dWQzVjcksrai9EY3U2QmNEczZBZFBhczUrSTJmNXk4M04zN0ltZUVLUGlxQm9idDczYkg5KytjWVVLZlI4Mnc2OE5ub0NZYmlTQ1dRY3FkbHhvS1RzcVR0SjJGTUcwRnNmclZHVFB1SE9tSjJ6SFJydWp0UlFpZG40a0pEOWR5NTVxR0Y0ME5wMytQRHpmZ0FvZXFCNkVSUk4wb0hoMXdUWjA2LzFEeWZzOTY0cVg3b0pxdENLTC9hZTdYODFMdUlsU2lDdjFKZktMT1plNi9NM0ZQWXNYbUFDYU1vNEdWNlg3T3k3UUtxL3FjNTNoSEltTHllSXp0YTlPNXVpR3hlVStqSllVNmJxdk41MFY1VXZqZGlZRWV3d0V5S2Y4c3Z0V1VJWWFXa2hHVXRESzZyY25NOWFaWWJlbGNmaXI2LzhVdDkwQXEwZ0FhMG84T3ViMFRBYnBOdVVueUZRN3dEMU5pVE92ekVsS1dYR0NvSXdpTURhcWFuaTRPRGc0T0RnY1B2QUNBZnJnZ2hNUFpJQmdCbWpJbFdrSTZvNE9OeG0zRExwUDhrQnQwRnBsSEt6aFRTSjk3ZW1DcVFVa1VnVlpzU0grdm1FdDBJOVNxVHZhS3Jmc1d1OFRZdXFxdTlYdHU0enBMaS9xWGJIOC9IYkZxL1hINFkvMEdxNGhXVG8zT1k5ei93bnduVlFURTQxLzVJVlRuYUhqREdwUkNXVlcwdWc5WkEweE1vamUwNDlON3JPU29rWldxSzE5TGZWYjcrQXFCT01OaDQ1VXJmOUh3R2djTTNuWnhHcEVyRHJ4Z2ozL3pyUTI5NHplaDkzcmF1ZXA2Ull4SGJ3ME95Q0QrMC9jL2lsRDhiWkQ2OEY4T0hwQzliYzAzRW1GdUNCM3M2MzI2UDFSUXFyTm1YYm1qTkcrcTUyakxNc0pRQ2VpbjRnWVF3RmhtNDgwbkc0STFSVXNmV2pQR3kvMnZpR3J4T2xQc01sMVVkQ3lsOGJ0UW1PUjVEaHZ0WS8vSlozN1JjeldMZ1djS2Y0MWRubUY0TEFCbGxZTWYraDlvUGZ2RFpxazc4RE1DMzZJWHRHOFo3amgvNHhsdnJrWGZ2RkRMSjBycFRHSVpHVStraEEyRC9xaUlndDBlOUZzL1U1YUgxaWVGajlLbEtqWmtMaUxtUXdKY24rV0VEWVA1cVloQW5TdEZjMzF1NzhKaUtSSWN5VTJseHZ2cGxmN3N2UnJGTmJhbjF2eHM5UEh2c3pYUUhqNnhNQktMSS82UThhc1VMR2lLU0t1V0I5cUtsMlo4ejMyVnRWUFlkczVEYnQzWkVnaWkxWStXU2EyMjEvaE1FM21Ma3hXcU1IMkNDWHIxLzRXVnZwUU1oVWRXZGZmU0VZZnd3c2t6NnJOUHNCclJBV05wMmJCZ2NIQndjSEI0ZmJCZ2JwOEkwL3dUVDdJcGJLaVM4VGJTZFN4Y0hodHVPV0VWVzBLYlBqUHpOQkU5N2Y5QjltTFJpQ0FHTEJIQzRzNjMzTTVJbFdKYkh3Tk5Yc0hGZFFXYjdlTjErcDBKMUNVR2Vpb0xKQkZsZFlYbFo4QVpLdW1XeVVEQWQ3NmdGZzZRTlBaYkVsMTB0UXAxL3B3eGNiZkFsdU1nV1ZUK1VxMkRPa01KTDlJL0tGMFlLS3QzelRYU0NSMVZ5M3ZUWjZuQ1E4OXdVRy9DOERRSDU1OVd3U1hBQk43MExZVjA3V1BUOUdVQ21xZUdxdVlwSGJGUkEvbWVReDEyUm01djRJUUM2QXJaRWhoMllzWE9mcDY3NHdPaVZKSTJJcExUWHVab0dqRTZjdC9Lc2JsMXRINytMaCtHdVNwT2NMZk8vR2dVS1h0ZElPQlkrMXZmRmNaMzc1eGhTWHNPK3piUnh1MnhzVkF4S3hyWkhaSFllLzJuWlZtaDZ0ckFEQzFyOGc4ZE9rbzNzMWc1RVpOM3daZ0xMb0IybDRyZ1VIZTc0TG9BQUFQRmxUMDY1M05DOGI3cjEyTVNWcjJxY0d1anZPRG5TMnp3SXdDd0E4bVRQU2UxVi9ZU1pOdVVEYWJqbHo2TG1vWmJVNy9waXlaM2lYV0d4LzM4TWVOeHZtNnFiYTdkOEVnTUkxVzJaSkY1VmM2eHQrdFhCTjhneGlGTjNvSDZtTmlsQjNWZm5TTGRabEkyei9NQmt3ZUdMMk9vT05uN1UzK0laaTMyM0Y1cWtzckRWTk5YR0NTdW5uSjVFU2Q0Wm9aSC9DZGVCOXpPUlVkNVVpZEV2TkI1dnFkMFVLMlc2UVJWVUw3bE1hTHJMb0Y4ZnJkc2NLMythWGI4eVJJdmsremVxNmJRMWZCZXNSRUtXTlRuZjdUVXliczJTR3k1QVBoQ3hyejlYejdXTnEzemc0T0RnNE9EZzQzQW9RSVZwSEJkRkN0YURFOUIraG5FZ1ZCNGZialZ0R1ZERk1PeHR3M1d4ZzFxR1E5YjZtSHdqTkVwS0pRTXhFTmdEUXhKd1BhVUZHVjBEK1lMeHRTc3EzekZCYVBjd3Nqdmc3aklQeGZjdks1czVoZ3V0NnYvLzQxS3lVUi9XSThZdjJocThONWVYNVhLYlN5NFhRT2NGQTZKVVREYzhsRktZdFhQZmtOQVBtS3B1MTMyK3J2ZTBOMjRmaSt3dlcrUW8wTEhkem5OMnp6SjZ5Um1ucmZOdWJYKzdNTDkrWVlwTElBNVNoTGF1NzZiVm56MkFVQzFZK21VWndMZWdLdmJ0L2ttdjZCMVNJRzVzTytBWUFmQm5BL3dEdzViejd2L2lhMisxS3YzejZ0ZEdXeEhaSnFXOEtlZXhDcGZTYkFDM3Q3YjV3Y3ZRK3ZCV2IvK0g4MFo5eTM0MHpuNE1RYjJscjZCdGVsN29MeEVPdHIxMDRDMnlRQmlVVmFac3ZITjIzNDUyRWpZVnBRc2RLdkNRQlBGZXJVTUlRMW1NTWdnQmdVdndIWlFlbTlQZThVeC85SE9oOUR4MjlZZDJoOS9xSk1Sc0graTdqeWp2NzJqT216VjNmc3UvWmVNRWdLWDVjS05CM05xay9lRDJZSWU3dDA2b0dBUEtyZk5NbDI0c0hCMEoxVTlPU0o3R2d4WU9Eb1gyeEtKaFNuNkhZTGlKQzI2bUFxN1BRWmQxRE5yVy9WZStMUmZtRVhaeU1BdVVYc1dLNjAxYzhrVVJKeWV2OVd2enlaRjFpSkE5blQxa0QwaGtxeUh0YUlqVjFBS0JnM1lJN0NWekUwUFV0QjNhZHV6bS9MNW1ndlVyclNSYW9OdUMvbENVaXJsdjhtNnJiejUzcm5xMDhtYmFMN3BhQ1BnT21DaUl5VE5Nc3pzM05xNzU0c1gxMHBKQ0RnNE9EZzRPRHc2MUFXRWhoUXZSbWpJZ3BQbGpGRnRvUlZSd2Niak51R1ZHRklMSkhOZkg3WGFpV0JjbkliMUVHU0hzcnQyd2d3dExXbXUxUGp6ZCtlZG1taVVxS3p3bmdsNDMxT3hJS2dIb3JOazhWUXBRMStvMS9MczVJZTd4eGozZ0I4Tm1BVDNpbTI2c2thRTUvaUY5K3UrRzVLL0hiTFgzZ3FTeGhteDlrOEZXVDZYanIvcDBKZ291MzFEZUpoVDJsSldqdWl6UlJTVVYxbWRMYzExei96QmtnTXdNaCs5TUJ1K3NjVzRIMzJ0OTY4VnhjT2c4QTJIbDVHM1JTbXZ1ejEvc0h2NTZUTWJOSzIvcGs2NEdkbHlMOUF3RG1sNVJ2bVV3a0tvN1V5aGNuejFyKzFldVgzcnc1ZytIVzdMR0w3RUgxbGt6Q2ZhVDRMV3VrTHozK09BMVBpb2RaZU9jVWZlVHM5ZE52VmwyK3NQOGRiNFd2aUtXZDNiSm4xeThCb1BqKzZnWEVtaHIzN1J3ZENVUHBFMmJPSCtnNmh6OEVseWVqTmhUb3IveDl0d3NGQnQ1cjNSTmJqeWllK0EvOW5XK2ZEeFkvK2tFVlZBZlBIM2kyMy91Z0w1a3NPNTl0NjVBN1JXc1d0RlNTY2ZETW9SM1JTQmZrdTdDUXRCRnFxdmVkSzZuWXVsZ1RkUE9CSFRkUHN0Um5DSTk2MkIreTk1NW8yTlVYYlp1U3BCNXZxdG4rM0tqaklXL2xscFVDYXBWdFcxOC9kdUM1cTlHT0JTdi9MTTAwNkRITi9MT1cycHRPVVhsNUcxeVlwUDZIWnVvbGJiM2F0dS9aZCsrWXZ6amRKVTBHbUVsenZLZ3A3cmh6MlZ6VHhFb1FWck9CVW9Nb1hCc25jcDlCZ2o2aVhLNXZBbkJFRlFjSEJ3Y0hCNGRiRG1abUlnS0lDUjBkRVlFRklqNEJTQ2piRVZVY0hHNHpiaDFSaGVUa2hNK0FwdmZkL1lkaytEY3IySEJuenlPV1BZMjEyOFlWVkhKTGZSN2xzajhxbFA1SnZETUxJalUxQkJ2MzZodlh2bDA4Y2NyOVZraTlER3l6VWVveml0ekJGUUxHZENZY2Uxc2ZTaEJNNWxZOTduWmJSaG5BWFFyV3BhYjZaeFBjWGZLcmZOT1o3SUxBU0U4REdyNW1BNkRDaXEzNVd1bEE4NzRkYjZWa0xjZ2Y3ajF6ckszaHEvaE5FTWs5bnBrTHZqTnMyZitTazVhYVI1cXZObzl5SFBKV2JKNm9JVlkzMTUzK2JtSGx3cnZlUHZ4dVFyMlV5VE9MRjFsTTlTS0Y4aFZ4ZTJ2Tnpzc0E3b29mTSttT29rSWhjWUcxT25yNXd2N1dvclhWQzRuMXhPWTlPOEtDU21YMUFrQVVOZFp1Ky9mUng3aXNZbXZlMlNQZmpVWG5rRENQc3JidUI0Q3N5UXZYOTE0L0hlZlNrNVlORE1icTM3aVRzMzRZSE9tdEVJYjdWQ2pRL3hTQU9GR0ZBbUh4RG9TeDlVUGMwWDgvckt3QXhwSWdxa3hmVkxGTWFUNTg3TURPSzdtbG55Ymtna01BQUNBQVNVUkJWUFlnZ0ZXMk5OcTdob2REVXpKUzdyZGh0emZWN0JpSW5WUFpwdmt1cVpjMTFtejcvckt5VGZNaGRFRnp6YzdZZWVTVitsTGRydEJxeGE1Zm45aS8vVG9pcVQxSXN1OVh0dkZ2b3cvR1c3RzVrRUFyN0JCL3V6Vk9VRmxldG1raVMvRUlHTWY4NzVveHg2S0NVbCttNGJidXM0bFBTNGEvZWQvNUt3QWdwRlRNME9GQVYySUFOR04rL2lvcHhGK0NzSnpBa3dGS1JlVEdBOEFaRGZxSkpHd0M0QkpDM1RLL2N4d2NIQndjSEJ3Y0Vna1g2U2NteEVXdEpCU3FsZEowTEpVZEhHNHpicGtISE0wOFdjYkp3RXg0M3d2Vk1yRWtKZ0tCb0lOZEk1ZkZmNHczTGo5L1k0ckxvNzlnMjdTM2VlK1p0K0w3VnF4NElpa2t4TEp1SGF6Tm5KUlRacEcrMEhaZzUxVUE4THFVVjVJNVJaRWVjUFVOdCtCd1E4SXY2VXlkOVFITjdCR2tqcmJXUFp1UW0xSzQ3c2xwUXV0bFVOWWI3UTFmRzBMNHdYcUtBR2NQWHpWZno4dnp1VWJvV041dzc1aE1ud1FNTXptVFdCOU9Fc290aFptcE82KzlIdDgvZmNVVFNReXhMQWhaNnkyZk80OElZcmovYWwvOEdHMEhPaVRzQ2NyQzVXUDduM2w3dlAxWXdTR3B0YnBPWGQzSEYxYzhrU1dCV2IyaTl6VkVySk9aTU10L1NmeDQ5SGJMSzdZdXM4RFp3NFA5UDAvTm1qRWpHT2kvWWZrSGpnTG9LeWo5WDVsZDEwNU02TDErT202THdhN29UOFZWMVg4eVBORDVsVE9Idjd0RTI4YkhnR0NDY0RKOWJtbmw1RG1yUlhQZHRvYllIMDRBUmVWYnZXZmUrczZ6dy8xWHkvQWJTTXVlUDMrdzgrYXBhdHUrZEt4dSswbkFKeWE1MUVPcytjMmpBYnBhbEpiMmtaRFdSOXJxZDErTWpzMHZyNTV0Q3N6dGZhZjNSOTQxMVhQWXdKM0RsNHliVGt1bFBpTWwyU29LQmZuY3NmMitzOUZteXM1WkNjYWwxcjIrOStLUHhidjJpeG1BV0IzUytGSGJ6UWdqNU9YNVhPeXkxb0xGeUhCQS9qUmErSGI2aWllU0RKY3UwVW9HVEttTjRRN1pDcnlpc3JQelVsVW9sQzRObDJBR0dDaWJ0WERaWHd1aW1KVTJNeWtDaHhnNHlacS9iVUYzR3lUdUFZbXdQRFgyTm9NbXo4blBsdjZ1b2F0WHI0Nzhwdlg4STJKbVorZTVYUk8xbTBNaVJSaHlzVUd5bkltWGErWm5MNTlwKy9udk1JZURnNE9EZzRQRGJRakY3Z2RaeERVbTFsU3gzdC95QkE0T0R2LzEzREtpaXBBMEphR0JTY2xnOEgzOXBhV1pwSXhFTVZqQnZzdG56L2hDbzhma2wvdHlUS2w5SXNUL2VuVC9XQXZrWUdiYXd5cW9HckpNdVlxWnJyWFZiVCtEYUZxUHdqekZLclc1ZHVjM1JtOVhVcm5wWWNWNjJERFFlNlJtVjRLZ01yZnFjVGNwVjFGb09IVG8rTUZuKzZQdEJQSFhqWFU3cWhFV0kxWVBYUEVIUjg4NzVoeDFhS1M1YnRkN0paVmJ0MGVpY0JLRXJNbHBLUlVRT0o3ZTF3OHJNN1d5cVdiN3F3RCtObjZNOUtRT1NjT3RXdXA4NHdvcUFORGRjWFJIZDBmcml3Q3VlS3VxSDJpc09mTTE0QldWWDc0eFJRQUwvUDZlaHZiMnJ5V3NiK0g2TGJPMG9ybXRkZHQvWEZ4WnZUNmcrUXNuNm5kZWp2YWJTYW1QOTEwNy9mcDQrL05XVlpkekVLMUpxVGtQYWgwcUFFSmRBSmJFajNHblp1ZGVIeGg4T2Y2Y2x6N3dWSlpobzRSWi84YTNFUG5sRzFPdW5tNllQUmpYZHZXZC9jY0FvSGk5THRNalZsTkx3KzUzaTZ1ZXJyTDlvYmZhR200S0t0TlhQSkZrQUl2WnR0N0l6alpFME1DaTRhSFFyODYwNzRpZHU5ZFFpMkREamhlb3ZGWFY1ZG95QmxyMitjYW9aR1M2bjJjbG5tdXI5eVZFTWlYUFVpV0FtREhDUXkrMk56d2ZpL1NabkpIOFVZWTZKd1JOYUt5OTZSeVVuR1Y4QzRRQ0lreGprQ0dJL2dUaGlKVG9uZ0J3RU1BSWdlWkE0Qi9kWk5ETmZnWU11bi9XdkdWVFF6ckV4RExmTk9rREVFaGhNZkh2WjgyZDJLYUVVRkt5TGJTMmxXSmJHWVl0YktXa1lmemVvYlRNbWlDUXhiYWVTSUp5aU1RTUJ1NGdvaGtBWnNIRk00bG9BaUwzUXdTVUF0Z0RqQ1A5T0RnNE9EZzRPRGdJWm9EQXVGbWNsc0FpdnFaS1NQNys5eXdPRGc2M05yZU1xQUtOS1JBQU13ZUl5RVBFbW9SOGZ3dlZFc3RZRGdTTnRaY3RXRmM5enlDN1hDdjg2TWorSFFtQ3l2UVZUeVJOVGsxWnJYWHdoRFJjVThEb2FxbmYzZ3dBSmFWZm1NTGFMR2ZOSXdnRmFoTm45WW1pY2xVSWhXUXBrWHlrWm50Q3FrZGVucy9sVXFGN05lUE04WU5oQnhmdjJpOW1rT0ZlUHhMbzJnMXNrTjd5aGNVS1pHUk91Sk91dTlNL1p3VUhCaFAzZ2EwQTdnUUFwVUxCa3ZJdGoxZ0IrWlY0Y2NIcmZjd1VPWlB2SWJhdkszK292OXZ1K3N6Yk5jL1BCL0NsMGRkVjVzVFpXWTJ2K21wKysycXlCUEJaQUgvV1d2Zk1md0RxMWZ6eWpkY05lTzYzcFhFMEdtMFRaY0hLSjlPa3pYbDlVdXhkWHJGMW1kTG9QbEcvb3dPUjFCVnkyV3Y3L2Y2dlowN0orOWhRWDZKN2MxSGw1bnhTV3JJcDc5TEJ3WmNBOUFGQTVxUTUyWDF4ZFZtNmI1eHA2N3Y2OGszcjVJck5VNFV0UG1BVFhSOFo2aHhkUXlXOC9xVi9sV3JBVXpyWWRlSDZxSzdoNHNycUJheVZ2d1dlaTBVUFZDK0NyYnFQTm5oaXhXMUxTMzNHZ051K0Q3QlA5NXNqZ2ZUMGpQdHR4c2s0UnlHVXJOdGNvSWx6Ryt0My9qVGM0aE1sNjBMNW1ubWtaWjh2d1dZN3YzeGpqa3Q2UGt0S2ZidXBmbHQ4dUE0SzFtOHVZTVpEV3ZDTEoydkNUazk1cGI3VVpKZGViWVBiQlhHYXBRSUp6a0ZFS0NNaGNpTGZWNXlZRWorR2tnRWtZOVNMRzJZR00zdVllUk1Ka2k3cGNoTWdpQ2c4ajZCbmlUQmtodXNUTVlTaEJURUxRTU0wbUVhSmViOExGSTdHZFVHU0J5QVBBeW1DSU9OUGFCUzVjK2ZPbFdmUG5uVkVGUWNIQndjSEI0ZXhNQmdFRUpoeWMzUHA0c1dMNExBVmFBeHBXSTZvNHVCd20zSHJpQ3JFVXlJcWNEOEFEek1wdjNoL2E2cUFTVUNBd01TYVJjS0RXR0ZGOVZwSk5JbVpMbEwzdFRjU045d2djOUk5eGF4dzJWWXdYTUkyMGtMdXNLQlN2bVVHaUJacjVpR0NhbTl1K0VwMy9KYmVLbnMyZ09XSzlmbVcybmYySmM3ckV5blQ5WWVoZEdQai9sM25FYW5sb2cxZHJMVFkzOTd3dFNGditkYTdoTEMwSnNOMGV6TGFyZURBVHhLalQzeENHTTlzMUhZNGlNVjBwV1lHUTlhaHRvYWRpU2s5MlpPTG9kVmdjOE4zK3BNTS9hSi91S3NDQ2ZaTU40ZWVQdnpTbUxTb2lYZmtGM1ZmYVJ0bk9LVFc2dU1BUHZyMm9aY2FNaWZQMzN6dC9Kc2Rvd2VscGJzM2hKVDhaWWJXM29HQkxuMzY4TmN0QUhmQlNKS20yMDdTMEljeTNFbkZOd1p1SkZqNEZsZFdsNUlpaG1CV1dqWWNiZmhxSHlJQ1JIL0hLVys4cU5KMzlWaG45T2RsYTdiY0FjZ0NUU3FOQXVJbjBHcE02azl1cWMrVDVORlZka2k5eVlURmNWMmNkLzhYYzVYV00zdERydGNLazYwQ1dKUSswbUVlQkh3eFlYRFFZMzBZTnAxbzJiZjdYSEhsbGtlVnhXL0dwK3NVVm14ZEJvR001cHJ0UDQyMmVkZllzMjJpZE5IWm1TRGFlUi8wSlZQSStqZ3IydGRVdnlNaDVTd3M3dEFqeXJKZVBycC85eWxFeExoa2oxMGNBczY3V2R3end2Sm5KK3NUbklNTUJ2a0pzSm5aSUNMd0dKMkRnY1FJV0dqbWNEc1RRRVJFbENyR2loa0FPSU5JSkxoRzBiampmamVZV1JNUVlpSVZQbFJtQWczek9EYlFoSmpGZHVxd01xY0F1T0pFcXpnNE9EZzRPRGlNaGlIQzFWU0l5TGJ0NkkxS1FrMlZrTzEyN2lFY0hHNHpiaDFSQlJRdFZEc0FZRExBV3NyQUh4S3BRb0RYeU0zdGxxRlFTRmhXcGxBWkljRmFVNFpPcHdGalNKdUR5Y28wZTNSSGVycENlN3NHb09JRkNDSXlHR0ZaUlNBYXFlSVQzblg2STRyVkZXYWEwRnkvN1llamQ3eTBiTTRzQ0dreXlHV1MrODdtMm0wL0FZRGMwazk3Tk1sOElpME5RdCtSK21jU293dEsvMWNtc2Zna2hIMm9INE92QTY4a0tPRWxsZnArS3hCNjYyaGNPc2trdDY1ZzBpZGE2N2ZkV1ByQVUxbHNjYlptMTdBZ0RqYU9taDhBdkd0NStyRmZrWWd1TEd2YmFtdDRMa0hVS0NqMVpmYS9kMkxoK1dNL1dnN1FuL3VEYlA2V2RlNkpyRnVNb29xdHE5OXAvRjVYZkpzdzNPOW9Pemd2cnNrSURIZXR2WGErYXhXQWZ3S3dLeklYU3FxcVArc1BxWjhubVppbFNQdFBILzc2RUlEakFBQTdZREZoS1d1eFNKRWE3cnQ2Tk1GcFJoTUhRRWlXb011dGUzM2gyalVQK3BKaFdZOWVhbisxTGhKcGs4RGNxc2ZkYmkwTHROUjVmalh5blpNTjRjaU8wVXh3MldzdENoMU84VnM5Ym5mNm5OQndUQS96ZTB4alNVdjl6djlZdnQ0M1h5azV1YmwrMjZ2eDI1WTg0THRIMjZGekxmdDJuaXFwZkxvc0NOM1NkbUJIVEZBSjEwV2g2ZnJHdFpqZDgvS3lUUk8xaXg1c3Jka3hwdEl3V2ZaZmE2WlRMZlhiRXdTVi9QS05LUXg2UUd0ZGMzVC83c1pvZS9KTSt4NFcxTzFtL1dEajJkNFhjUGFGaE5Td21UT1hwZ0g0VjYxNE1RZ2ZqRVFXSVJacEVpSDhJd1BNa1pjNUZJNElvZDhpa2hEQUdzZVpjUnpFQmhnbUFRWVRHY3phSklqZitudUtpQlV6RFJONGtKa0dXR0FJb0Q1bWZaMElROXFHeFpJdHdXeHBEVXZFV1VFcm0xMkdTWFdSbVZhNTNlNWZ6WnkzZE0yNzd4dy8vOXYyNmVEZzRPRGc0SERiUWRFcS9Bd0lyWFZFWCtGUmhXci9vT2NUQndlSFc1QmJTVlNKMWxRWlFEaTFRSWtSODMvM1M0c3ljM016TXN6VXFjU1V3eVFtUW5DV0lHUXh4QVNReW1TZGtlcEtndHNGY29OTmR5VGFRcVFqSllnc2pCQW1qY3hTOE5PaWdtRmlER3Z3ZThyV3h3TjlvUlptbGdBUkNKcVkxSkt5elpQZHdsNm1pYThMSWVZMzEyNy8ydWdES2lsNzZrNldaaWxwdktWQk9WRkJ4ZXQ5ekdUUHBQdVlJSmgxc0tsbTE0SDQ3UmFXYlpwb3VvelBLTWF4b0hJMW42MUxmT2d0ZXFCNkVZZXN3TkdHYzVjUkVRSXlkTlk5bXJtanBXYkh1Y0oxVDA2VHluV2ZyZmlzYVNLOXNXYjdhNk9QelZ0VlBZYzAzMk5iZ1pnTGpXMzUrK1BIcEUvTXZldDAwei90RGd4MXJnUmdqczdLTUZ3cHpiYmxud1hXa3lKTkNZTE1zckpOODBsd2tzdVRubUNSUGVtTy9LL2V1TlRZR2hFMVZzWjFlUUI4SHNDZkFkaVdmOThUemF6MFljUFVTWXFsWjRBR2pnQ0lFMk9ZcmFCbEdDNDNOOWZ0ZUFOQVFjSUZvVG1KQk9uRzJ1MG5ZK3NldE5kUXlQeEJ6cXg3N3J0eEtjR1lDVjd2WTZaV2FXdTA1TW1LalZkUDFvMHZxQlJXYmNvVHR1cUYwcjFXV2xwcFlMZ3J0b1pFTW1oS3M4WmI2cHZFeXA1cGNhQWhmdHY4S3Q5MGJXdDN2eGhzOXE2cG5nT3RMTE83TS9aUW4xKytNWWVrZVM5YndiM056ZCt5RUVsRnNnV3RhYW5abmlDb3pLM3lwV2NxZXdOckRMWFVoNTJUb2t4ZjhVU1NpNUlmMXN3ZHZhR3cwMDllbnMvbHVrT1ZBQkpzMjlsUTZqOUhDeW9BOE82N3gzc0JiRnRROU9GUEJBUHYzZ3RscFRHNG1UVk5ZMkJtdUF3K2dTSUNDeEZCaUp2M0dKSDBuMGdzQ3lPcXd3Z2hBQWEwNHBvaFBiU1R0YVkwTzBXb1pFdXcwcVNVUnlScm04S0JKK016SWcxdGVtdzdZTnRXYWpCb1hicDQwZjdmUkpySTZZc1haNHdFZzdZNU9LaGtWcXhjVXhJUnpRcXhmM1E2bklPRGc0T0RnNE9ERUFUTkFLQTFLVFdKZ0t2UVJFTEdEUm9PdUozMEh3ZUgyNHhiUWxTWlBIbHlDaEdTbURuQVFKREM3ai9UWkxMeDZaa0xsdzJSUXBlRzdpS3BNNGhGT2tEVEFER2Z3QXNnYUNLWWt3RHlFTEVISUJkQWJvcWNPOFZuUVNhOFNiLzVjMndJQVlJUklGUDBwV1o3dXFGaE1iTWJnTjlNbmpyZmxNWWdDWDFlYXA0WkhMSitOdm84Q3Rkdm1hVXRtaXNKemN3Nnc5OWhIb3IycWV5Y2RRWnpsNjMwcEs0aGYwSngxZHhTbnlmVnRNb1Y2RDFiaTBNbjYzMEpEL2JlOVZ1WHNsTFR1aXozcjhMUkt6NlJ4c0VpRGU1cHJkOStySENkYjVxVWRrRkk2MSs3RFN6b0RNaUVoM29BV0Y3bW02OWc1emJWdmY3dkpNelBzN2JHZkE5Q21OOGI2TDc0cDZQREhDT2Ntanpycmg5UFgxaHhvTGwrZS96RGZDejlwcVJpNjJKYjBFeWh0V1VGQm0vRWIzempVbU1iZ01QRlZWc2ZQMy9zWngvc3VkcjJNUUFMNG9aa0FmaEs1NVhXVDAyZnM3cEhBQXRzOWg4OFd6TkdBR0RwTW1kMEI4V1ljd1FBVFRMUVdudXpZREJQeWlrVGhIY3NRODB3ektUTVVjT3pCazJyakFhdkdYWnc4TXE1bGozZEFLSmlVY3d5V1JydVZNa3lkM0FrOUVaS1duSzVyZlFKS3poWUd0c0g2NzVCUDNTeVI2M1ZBV05mVzhQTnRKckZGYjRKaG0yVktNdDhMUzA1ZlFvTUxCME9tZnZhSStKSmZ2bkdIQU9lNWV3M0dwb2JkdlFqem5GcEFNWXY0ZzkyYnRYajdpeFdIMlRRY0hQOTZaY1NUOFVucG1hb2o0QjBqalZvdjNqeDRQWUE0QlBKTTFEQWtIN1dRWnVJck1iOTU4YXRGUU1BeXl1M0Z2dEhydVZZZ2N2TVJNeUVGMjFycE5ZUXllY0FjaEVJTE1MUkthTWpXTURSWktGdzVJb1EveTk3NXgwZnhYM20vOC96blpsdHFvQkVGU0JBTkFGQzBrcGdETFlGQ0JWY2tqakJhWGVYWEhMbnUxOHUvbDE4Y1d5YTR3M1ZkcHh6ZnZHbE9jNDV2UnlYWWp1QUpJcGxHeHNiTlJBZ2ltVjZiMEo5ZDJhKzMrZjN4KzZLM1pXd0hTZTVtUE84WDViRnpMZk03TXp1YXVZenovTjU0dHMxWFN4SnBhUjhNRWwyc1RUWUkxbXdkQkZKQmlrbVhZSlpFcEZpWmdraVNjeVNRY3BETEdFYm9TVFdUTGpjMXRqSmVSWVVUQll3QldBaUhNa2lpWVFrQlVOcGFxS1FZbjZLcmgyVHFaNWZoaStPRUM1UXhNem5XbHZicm5jTUhCd2NIQndjSEQ2bytBWEk0a2hLczFCRGJNSjVRRENMMk94bncyczY2VDhPRGg4d2JnaFJSVThaTmdoZ2s0QXVNSDRxRlg5UENIcEFhUFNOY0FkQVFBT2dKVmc2UkJhSTRwZi9GSWc4QkF3SHdzYTU0U3IxNUNJQjJYVDUzRmIvMEtIL0VDVFhyL2Z2Q01UZG1PV1dmQ0Zaa0RhZGRYbFpLWkZUWDdPMnJ6eXd2L3lyODlsV1I5blFTalVaK3NtcG5VLzJ4bzRkNHBaM3N4QytrQlMvVFJSVUNzdVg1aWpGNDVxcTF2VlZhWm14TUpndDJPVnBxRjYxTTdzazRDR3lDOW0yWG5FWnhoZTdqK3RmUDlZU1g2Vm84dHdIVTZTdUpsN3VQYlV0dDZURWMvalZOengyZ3FoU1VoTFFHL1k4UTUxdHB4SUZsVXNBQWpNWFBkU3VLVzl6NStYRCtXRDJ4YlFmUXNTMFZ6S1BVNlo5R0M1OVJNZVZZeWNUNWtGUnhjckpZQjV4NVV6ejF3Q3NCL0FBZ0pVQXZBRGdTeDN4MnJDY2toMkFYZGhZdGU2MzBYR2VRZVBUZzIxSG91ZEhvMHNYdGgyTGlCS0RoczhZMlhadWI5ODJtcXBXeC9yYlVHUDFHdFpkdnQvbnpmKzNaODYwYm90TGxRSFFmUGoxWnhOM3N4K2E0VW1wcjFxenFhanlxNVV5SkJ0M2gzMVFZdnhCdU0zcmxmOWN2M24xRTRuSHRJdnN6OWR2V2Z2MVdRdVhEWUV5U25mVnJQcGh0RDJuOGo2M0xqMnpRdFQ5V216SzBiRDBwTThHbGY3cjFzMkJqdGo1Qm5QcUp5UVVYSjA5djBsTURTdXNVSXVZNEsvZnZPYis2THJjMHQ0c1lsMW5ZcHVFTnF3K3B0SlBJdjZLRmZNVWFEU3o3RkZzdHhPUVFremlOSEJ4TkVGb1JPSDZVcEhQV2pneUpYS1FLZnkvZ2IxVSt2cU1JNkp4WWZPM1NMcFE1SGVmNVcxa2ZGOGFFVVd0Y0NQK0xoVDVOQ0lpKzFGNEY4SWlENWpBckFRUk1Xa2dnSmdLZEtIZGdVaGhSQVpEZ0xvZFB4VUhCd2NIQndlSGZ1VDJFaXU5NytxR3BReGZlTVEvb29XcnM5T0pWSEZ3K0lBeFVNVEIrNDRlWlhTeTRpOHA0R3NnL29TbTBVK0lrUGMvdlI4TWJnTzRsY0Z2TUtOV01WcVZVZ29zUTdiWmVhSndTR2FGSGVMbjkxY25SSktVUHBUbWRRMHVWUkpCU1BMVlY2L3FFMVNLRndiR2s0QkhDRXl6cFBwRHc5WnJKWkJ6S3U5ekY1WXVMMmVOQjltd1gwNmNkOHJDWlVNRXU4YUZnbnBmcWxEUi9KV1RYYnB4VTBQMXFoZHpLdTl6cDd2VUxSRHFCQm5HSWduNWRFdUNvREpyNGJJaFNhbEdTUkJpcDlzYWF2Zzg5Z0pwaDJJTlNnRUFYVjQ1ZStUa2hkOERFQldMVEFEZkFEQ3hxSHhGblV2VHprS3p4eHh2MmV4TkdMcS9vSEpacHRBeEdrS2RNQXpocjl1OCtpV1BMeU11S3NUbnkweGxpYkU5d1Nzdng4eS9Ea0F1YWZvV2tBaDUwclArMldBN3B6dW85L21LRkpldEdEMTAxQlQvdFpQRU1wb2lVMUM1TE5PWE1tUjB3djVvTVQ4Q2dLYnA3aFNiZ3dsbXd1OGVNOWgxc2JCMDVWUmJ5dmFtN1lkUEFVczB3NTJjRTIzWFhVbGFiMjh3cmtvVFNrcjBMcGVhejdiMTY5emNnRXRweHF4dTd2eGR0Tm52djlkSXNRZk5BOWtIb3lsSGsrYyttRkpjK2RVN0ZmR20yUGZDNUxrUHBoUlhyTHhiQ3VFRmM4M09CRkd1c0h4cGptRHBsM2Fvenk5bVZ0bktjVWt1WTZFcDFTVWlNZnh0QkJXYVdmN3dOQUdScmFRTVhqbS9ad3VZd3hXSUdRS3RyU0doT0ZMYU9aTGlveFNpR3NlZjREWDdSMEZFMFo4d0l2eGYrQmNKQUJxRGRJb29yMkhCaHpRUVBCUVJmSWdKVXZHRmQ5NmFnNE9EZzRPRHd3ZU9uaDRCOUJYSklCVVJWU2kyc2lDQU0yZk9PS0tLZzhNSGpCc2lVcVh0U0VON0cvQmRBQmc3WmVaa01OOEs0RHdCZTVseGdKa1BrVkF0cEl3MkFMQWhVNGt3akFUU3dlUWhnZ0hBeFFvdUFDNENYQUM3Q0hBcEltWm1TNEJNQmt3SW1BU1lrTXBrd0FJb0NJMHVTNG5UR3N0T0JRb3BFaUV0RkZMdyt2NE54RjlpSW5KN0JvMnhUZXVuemJXUG40N2Q5OGx6SDB3aDNiaU5KUnU2a3IzZHA0ejZhSnUvOUpFeHJGa0ZrTnlobE5qZnZIWE4wV3NqQXlKWlduN1NhSllka3IvZXMyMzk0ZGg1NTh5NTMydnFlcmtVMXBhVzJ2VmRBT0F2V3phRkdXTWFxclZmQVV1MFZFNjduWFIrazVRWVlyTmV2N3RxemNYWU9XWXRYRGJFMXJRNXdkNVFYVWVvcDNkb21xK0NiYTJCRTNKL2lpb2Zuc3RLdWp5K3JNTkpnOGM4MzkxMmVoQlkvaHVBdC9JWHJaeElRZ3lURE4zV2duV2hucllsc1dOVEIyY2YwbG03UlJLZmdSSVo5VFdIL212Mnd1WERXZys4TUNIWWM4MnJObTNrbEh5bHl4KzBiSWt2blp3MTUvN3p3OU5Ubmp6V3ZIRjk5dFN5S1dUTDJwYmFOZUhYVy9yUUdCWTAvZUx4M1hWSVlNYnRTd2RwdHJqVjZ1MittTmlXaUJYcXV0SWNYK25tajBMVGRJOFFJdnVLS1Y0RU5zaUNoY3R5bTErV3FkRjJWdkppUyszWDQwb3NGN3B1bVNsMTJkYTA2Y2pwb3NxcFpVcVpiOGI2dFhEbTBEc1Y4NkU5MVkrMklsckMydWN1VkZBdFRadXVWUVRLelEyNFBNbjJYR2FNZ0NsZWFOaTYrbXpzZG9yTFZveG1nWHRZY1ZYVGxzZlBJZUtkb3lBbTljck81OXg2MHF4ejdkMzkvSFdpK0VzZkdpMEUzd3pKNTRLbmpXb1NkbmJmUG9xd01ac3QrU2xkNDIrQXlTZkVOU1Vsc2VReXgvaXRSSmNwRXVIeTU0WWpacmxoM1l6NzFyN1R0b1NnSVgvMm5YRndjSEJ3Y0hDNDRSbHBtZ0p1WmtTQ2M5T1ZvaXNJaDZva1hGNDRvb3FEd3dlTUcwSlVpU1ZvZGEzdURYa2U2VGkxZjBERDBQOUpzcWZrWHdtWGxnVkN3YXV0QitzZVR5ajl1MFJMU25iTkpVQlhPazdXYlRaMlJVdm96cmg5NlNBaDFRSkwwcXVhMExJYXQ2NktxOFNUZHpNeURFMjdSMEU5dFdmYityZVFnSldXOG5mdDFQYWpxS2ZJNUxrUHBvQ01DZWM3TzdjRFQ2cmlpdVVMT1dUdWwxNGpoUzNadlh2Ym1tT3g0LzMrZXcybDBTeFRxcnFXMnErZkw2ejRhamtMMmRpNDlXdHhKWWcxM1pPaUpMc3ZkUGJ1SEo3aUxSazFydUtCdzFlZXZnUUFrMHErbktGcFZDbEpIU0dsWG0rdWVyd2R3TjB4dzgvbEZIMDZyNGYxLy9iQ3Zva3Y2N1c1dWRNMHFabUZIVmRQdmhtN25iT3RkVHZQdHI3U1R3QVptcHAyWjJ2OXI3eVcyZkc1K3Vwdi9sOGdYRkluYTg3OVh0S042YUV1ZTJmcTBBbmx2WjFucmgyN3NnZVNYTkpZMGhQU2Z1SDJwWDhtYnNLa29jTm5GTjV6Nzk1WC91UGJNMjc3d2orMDduMzVsNzFYOWwxTzNDN0NaWjlMTDU5dWJoaW9MWGZlLy9sSWQ4ZjVQV3hib1pUTUNYbjFhUWRxc0dHRExGajA0RWhOMCtaSXEzZHd0SyswZzBkanEwYk5XTGgwUEtDbU5HMHlmbGxVT2JWY1NiN1FXUE5vM3prdVhyemkxcEN0RGpmWHJOc2ZYY2RETS8wTWREUnNYaFAzWHZDTUNkMUJyQTlsYWI3UXNIVk4zTG56bHo2VXhvSSt6MHE4MUZDOXFna0E1NVU5a0VTTXlaMmR3VmVTMDVJKzE5VnUvbWRpdWxuc2VLRWJuMmJHZm5ZYjIxcGFBdWE0eVhuRUZJNUJNVnhwWTdMbTNPODl0ZlBKWjBhT20yN3BPdDB0UWJjS291Um81RWpmL3NkVkNJb1ZPUkNWUU1LTEhNM2ZlWGRRVkNkaEJsTTRmT1phQUI3RlZRc2ZxUHBRbk81REFDUCthWk9EZzRPRGc0T0RBd0JJbVVGTVVHRk5oWVZ0SndtRTg0NUZ3aFdHSTZvNE9IekF1T0ZFbGZOdnZmVStDczlYWUJZRWdxWE1qbjQzNXZrVlV3b0Y4d1FRN1d2Y3ZPYjE2SHEvLzE1RHMxMDNTNDBiZElnRjlWV3J2aDg3YnZyQzVjUGNidmtsMk9xM0RUVnI0MHU3TGxtaUZYVlBYY0FtYlc3ZEdoWlVac3hiT3NqdDB4Y0syM3J4MU00bmUvMlZLeWNBWkVQVGZMcmlNWFhiSHYwdDRpZlJPR1BZVFpBNHRXL2I2dk16RnkrYkJNazlUWnVNZmo0blFoZ2VaWFkxRGsxSm5zT1FSdzgzaEFXVmFlV0J3VzdZZHlyTHJoTWEyaHBxMXA4RjhDVUF5ZEd4bnFUTVJzMHd0dnFrWFJKU3dSM05EVS8wRml4ZWNRdERPMlgxWEUySzMxSXdMam9tTnpmZ2NvOHliNEcwVHBDdTM5Rjk4Y3l0QUhZRDJKRlRlVi9wWUU2NTFXWngySENyMFM2WGQzRHNXSU5jSmFicS9YMlMxK3UvMUhNMUxuS2o2TlovdXYzYzFhNG5paXBXenJhRS9IM3ZsWDE5cjlud1pYaXNtT2laeTZlYkR3RzRHcitmQVRGcnNWWElTdXlEUHV5d3oyWGV3a3B1d29ZTjBsL3k1UXdTeHNMNnFqVWJBVHdUTTZoUDBKcStjUGt3dDA1ejY2dlgvcXl3WXZrTUthbTdxV1p0bjNDVFY3WnlISmlvK2ZMNVE5RnpsYjlvNGd5TmpQUzZUWUdxYUQrL1ArRERZSHNld0pwZzFWeTM5YkY0UWNWL3J3SE50WVFVSGFpdldmVWlJbUtUVy9NdFlGYUhVMUpkNWRJeU54eDY5ZkVCSzkwVVZDN0xKT2lmQnZNaFNYSm4wd3RyZWhBV1JNSUdKUXhobTExWFR1MEpDekpuanU3N0lZQWZBcUJSRTZjdjFqV3hXb0JtTUtBRDFFL1FDQXNyZ3NOYUI0RlovWUVWbm9NZ0Q4QWVVdlQyMzAya0ZMT3dHVENKWUFGc01pdUxvWmtrMkdKYldxeHBwbUJZeklpOHQ3amZOQXdVNnhyK1BXYkhIRDhWQndjSEJ3Y0hoMzdJOUpBQXVUbnMwa2FhVWpMcS9OWm5weEI1Y05UL2dzUEJ3ZUYvTlRlY3FQTCtnb3l3eFNWWXFmaWJzY0x5WmJkb3BPWkQ4dk4xSWRlK3VGR1pReGVGczVSb3pGWFJGbGVseFYvNnlCam82bU9RdkszdThzV2RpVi9NQlYxVDVySEY1eHEyaWxPSTNQd0taY3d5dWVmbDVtMVBYQzZvWEpaTFVvMlYwQzRJUVJsMVZhc1RCQldnc0dMcVhVTFpiOVp2WGJmUFgvclFETElwNjZwMmRUdndWTDhTMWJiVjB5NDh2dGxNOG1UajV2VUhFYWxHNUlHYUk0allkcm5iR3pZSERnTHdBZmhLN05pa0lhTi9LUzFybXFZYnJ6VlhQWEdodUh4bGhTbjVTbFAxNnIwSmxYMFNDQWozbUpDZlFCYzFwVTN0dVhycVVremp1RlJPWFd4S3RVOG40WkVDbVNjUDFNUlVTeUlobUpwZHduTVRLUnkvY0tvdXJpUjBUMjl3VStZZzN6UnBjZGVlbE5hNHFJOVI0MjllZEd6ZmRiMWFnWWdKTURNbGRaODR2RE41ek5SUHNuQlYxMjhLdEdmTnVkOExyN2Z3S3RxZk05eXBxNnhRbklkc1k5OXhjNm5DWGlVMkZpd0tqR0NvekU2dGJVZTBVMUhGeXNrQUpxZ0xXaTNDdmpCVXNHaFNBWkhnV0VFbE56ZmdFa09zSWdsa0N0RHB1cHBEaVFhN29LRkRQOFFLdUdpSzV4Q04zaUZmcVZSaXZ5Q1ZGVEx0eHIzYkhqK1RPQTVSd1lhdHhZclVXVnVGSGU2K0JnQUFJQUJKUkVGVWRqVFhQTkVYUWFTVUVrSUlFSUVWeTRHZXhQRHBOL2R0QkxCeHhJaHhZN1cwNU0vb29NVkswV1FDMHNMNlN0VC9CQlMrK0dCV1VyMTA4czE5end3dzMxK1VFZU5tQ0YzVFlxSm55QkZWSEJ3Y0hCd2NIUG9oTFVzSWx5ZGlncytDazJYMGlkRTFqMHJtZnRmU0RnNE8vL3R4UkpVL0RZMklpTUVzTkszdlpxeXdiS21mU054bDJmVDA3aTFyVzJPRmtiektwUXRzbTlvRjI4bUc0WG9sdGlSdzFwejd2ZERWSFNUNVlOMFdmVHZ3ZE53WHM3OWl4VHhpcHZxdGEvWUJZTC8vWGtQWmxBZEx2TkZjKzhRbGYrbERZNWkxS2JhcGI5Yzl1UGxjZTNzL3I0ekMwaFUzMmFGZ1MvT0xqeC95bHo0eWhuVTVzYUhxMEhPSjFXS2k2QzV2cXFYNCtONmE5WDNwU1prZWU3RmlHaHBTWE4xY0U0ajZ3S3dDTUxKdklJbEQ0NmZlZFFraDdLNnJDWndyV0x5aXlKUjhaVS8xMmwwQWtKWTVhVkw3eGNNRGJCSHdsNXZEUUZxS1lDb2dhZjA2MUh2MTc2TnRRbk5abG1Yc01ZTTlGNU9UMWExdDVwbHRBSEt1aldabE00WUoyenE2YSt0amV3SGt4NzBlY3FlUndwakdMZnJ2Z1ExOXg3ZXcvT0Y3anUrdmprdkJTaVMzSkpEc050U0g2cElQZkt0b3pPVFBTclkzTld4YWR3NEFocVltM3duTGZQM0V5ejh0dGN6T0w4UU02d0h3TWdBTWR0bWx0bzFEKzdlODNGRlVPZS8vMUNjZmVoUWJ3c2Q5NW9JVm82QXdvOTdjOFhzMDFOb0lwNGlsazBYREcydFdiNHpkRDg5SU5WK1NTQ1BRbWZxcVZTK0hDd0xISEwrS0ZmTllxUVh0YjNYZWY2ejFxUkFRRUc2eWJ3SExSaVhNNFN5MXJyM2JIbzJQZ0lwQlpOZ2ZOMjN1MXUzUTl1YmFiOFFLV3ZDbVRoaGo5cDVPWnBZa21OL1c2UHJzMmFQSGNSYXJrSlB6MkRDbFQzSVoranpCNG04Wm1CTzlDbUVtQ2FXKzFuYjI0ay9lYnE2L0ZJSnRNeTdqaDlDL2xyaURnNE9EZzRQREJ4NVdxUlN0YmNoRWdwV0ttTVNocjZReWh4T1RIUndjUG1BNG9zcDdod2lSRkFVbWxwRklGWC9seWdrRUtyZE0rd2Q3dHEyUDlRMGhmK25EMDRuWkE1M2NOcXNEYjhTVXhNMnB2TStkeHI0N0NLcnRYRmZQaThDVHNUZktWRkM1YktwUTVLbXJYck0xMnA4NGJZNVE4blJEYmVEUzVMa1BwaWpkUFZHWjhnM05ZeThJV3VyVlJLK013dktsT2N4d05kdTczc29yZXlCSmtKelUwV2x1aVJkVWxtaENmeUZWMmNIb0N0NXI3dXd6UzZYTW9YTVYwMkRKcXJtNVptMVVVSmtYU2YzcEl5Vjl6Rzl0eUxOTnRhdlArY3VYajFCS1Myc1BpVmNCa0w5czJlU2plLytRV0NWSUI0RGl4WUhoU3NvUEFYeUVGRy9ldFczOVpRQlpmUWRDYUJlVmpxdkpLVVlGZ3NFWGo5WCtLSmhZeFVvSUxhWDNwTkVjWGpJMHhOd25lOXljdDZ0cTdZWnJ2UU9pdU15NkNVcGVUaDQ4NHFiTENhNDRVU2JQZlREbDB0SE5qMTQ0L3NhdHV1SDkyRzdhZU00MmU2WUFvaXQ1ME1pUkxhOStsMFBkYmYvRUxPY251S0grQUZnU0tsbzBaUzRFZHdXRCt0bWk4bHMrZFZMMmZqTXFxT1NXQkpKZEJtWW8yYnNGdFdGQnhWKytmSVN3UllXNmZPRm5VVkV1dStTem5rSGVFYk0xS1YwQVhWR1h0RGNTQkJYeWx5OHZBRkdaMlhWbFJXdnJkME1BNEMvREpFWGNwV0FQMXBReHFtSExtdDhQOUJyOWR3WjhMT1VkVUxBMHpkWFlzSFZkbktBeVplR3lJYUw3UkRhQ0xNRk13a2dhV2xpeDRpT05WV3QvTjlCOGZiUzJoczREZXhIKytlNm9uSndzWGZQOU14Rjlrb2dQSDN0ejcrcTNIZjhYeE5TdGtBdnV2bVZLTUdsMmNIQndjSEJ3Y0FDQVpOc1NRS1NrTXJPbVZCS0Y3ZDJ1SlRtVGdCT3A0dUR3QWNRUlZkNDd4TXc2RVlFQTFoVGIrWXUrTWhGTWY4ZksvbmxpdFo1SkpWOGVRcG9hRHlJRHJQYnVybnIwbW5Hcy8xNGpSYVovUkFnTTdlR3VueVdLSVhrM1A1Q3BzVGIwWWtqZkFRQTVPZmU1VTFYYWZMQTYxUkNKSUVsSjhkekJ5bW9pdDFHb1dEVHUyeGFJcXpaVHNIQlpMcUNOdWRqWi9SSjIxdHF1aWxzK0JxVmVUZlRVS0NxZGtOZFlxL3BFRml2VTNSYTUwU2MxT0hPbVRsUkVFblVOVzR5b1I4d0lBUCtGbU1mOVFuTy9OUzcvWTg4MVZhL2VNK1AycFlOSWlibTlwdlhpc2RyMXdTa0xsdzFScEdWZHVYQ29LZUY0VHMycmZMQVZiQlVRMFFtMjZPeXVyZHJ4aUdCU0d1M0VTaDVOWXZ2bW9MQjJScU1vUmt4YU1QUHM0V2hWYVJLNkVBM1IwdEhEc2dzbm5qOTJMVHVtdmRPcWl0Mm92d3lUcE1Bd3dTUXVuTm85WUJXYzNOeUF5NXVzaWk3SjRJOEJmTUcyWWsrUFFsZmJkWlNZc0pkS29MQmk0clMyQzI4T2RRZW5iUFNOc1c4MnlkeCtmbk5mdFNIeWVlUWRJZEoyTkZlSHkybjdTeDhaUXlTbkswUC9kYlE4TkVvQyttQ3ZsVTlLRXdwSzAyeloxTkFROWptSmtsZjJRQ1lKN1ZiYkR2NTA3NDd2dGdIQXJQS0haeXBXUTlrVzUwalhSalpVRHl5b2xKUUU5SzZRbWd1Tmh5Z2xYMnlzV2QyYWVBeDhobFhXSG14N2k1VUtoWSswZXhEWjl2YUI1bnM3VHJlMm5nS3dFc0FqV1ZuVDB2N1k4WDlPWExiaGhuRnRtVUdPcU9MZzRPRGc0T0RRRDA2V0JOWlY1TkdaVU5JU2lXVUZtUjAvRlFlSER5S09xUExlSVNibzBXZy9WOHFJd1pvdzVnZFplM0ovemVwK2xZblN2TjdQMk5KcWtkSm9icTZKTFowTUZBMFpYc3FhekZLNjhaMzlMendaZDZPTWtvQnVlT1RmOUtSby8zR3NLbUFDb0pRSmFiZVF3SnYxbTllOUJRQkZpNy82dDZHUSthcEgxOGVIcE5yWFhMTXFydExQckxLVjQ1UkFkczhKZmV1cGxpZk40c29WbjRiUWR0WlZyWTR6cHAyNWNOa2t1SXp4ckZSTTVFbzROelMvSkpBbWRQc3VhYWxOalZ2WDdvcEVTQXdDVUIwUlZ2cElIenJwc2VZWG4zZ2pOemZnY3JIOGVFK3Y5ck9Ea1RMSUtZYitqMjEwOVVsSWMyTENJUW9jYS9wOVRtcHFWbWVvcCsza3hWTk5uUUFxQVh3V3dMUm9KMS9xeU1zTTN0TzhPVnhwcWFoeTJkeVRCM2JFM0FpemlrWUErVXNmU2p0L3Fpa3pkaU94SXRMTUJTdEdrVkJ6V2VFQzZVWmQ3NVhqR2YxUE0rQVpMV2N6eWNzakoxZDJYVDdkSEFLemU2QitDZXdIOEtIY2tvQk5iSTUrcS9IWG54ZTZhNjMzN0lnZmRiY2QyeFh0VkZqeDhHZk1ZR2hyYzIzNDlmajlBUjhKYzVvZDdIbHRkOVUzKzk0TEJZYVZyNWc4T3FueEpnZC8xYkN0Zndsb2wrWjkyRkxxcDN1MmZMMFZBSXB2RDR5WHRzb0tVdWRPaithZGM2Rzk5N29DU0tkTCtpRXdRNVA0M2E2YTlVY1QyNVBHcW8rRTJrUGJlb01uaCtsaC9ZeGtxTzFZdzliSDJnZWM4TjBoVC8yVnEzZ0pYVXVOWFNiQS9PdnRqWU9EZzRPRGc4UDdHMmFBQUlMbTQwZ2hvSmlDeXVSNHFqZzRmQ0J4UkpYM0RsSDArQkhwaGk4akIxSStzMzlySU80bU02L3NnU1JkZU1waFlnKzU5SzdtelFtQ1N0bnk2U3pZSDFUR2QvYS9FSWdUVlB5bEQ2VUp6YjY3cmJYOTI2MnRUNWtBTUd2UkNqOFR0ZGR0WHYwV0VCRCtDdXRteWFKQjZJYVhGWHFidDZ5T20zL1d3bVZEcElhSnZiMzZ5eTB0c0l2TFZ0eXNTRFEzYkF6RWVXcmtsVHlZWmJpMHZGN1p1VjNUOURXMnV1YlhXVkM1TEZOQWZvYWxYdHRvb3o0aXFHUUEyQXhnUnV3OGJ0L2czMXlaL05Gbk1XK0s1dWxVODYyZTBCOWFhaC92bWwwWlNKV1FIejRoZTU4NlgvTlVDRUFMZ0JNQXhrU0dEdTA0ZC9qZk9zNE43TE1Td1JxY09mRTNkVFZyVHdLZ1dlVVA1MGxXZFA1WXc2SEVqdjZTTDJlUVM2KzhkSzZsZWFDSmloY0hoa1BKK2JhU2IwSlRsK28yQmM1RlhsTXNsRi94Y0xIR25CUWkrNmhITSthQ2VTT0FYSUJTU0lnMFZwSUJjZ0d3QWI0RVlBK0Ezd0w0ZVc1SndPTnoyUlZTdVY0akVnWEtEbzNzYmp2MkdJQXZBRXNtRkZST21TZUN2RE1xcU9SVTNwZXFZTTROOVZwTkxiWGZ2SXBvcGFqQm1UT1ZSa09aQlhHbys3bm0ybS9FQ1NvNXMrOUxIWlNlOXErV1VsdWpualgrMG9mU3BHMVBNcG1idlZyYUFtR0dYaHk0ZEhKQUZKWEttZEM0bEd5MWNkZVdkVWNUMnd2TDVWd2IxdDdtMTU2NE9Lbm9qaUtyNTdTSEZZTUpiK3VwY2lPZ29PSWlaWmpaRVZVY0hCd2NIQndjK3NGS0VRUXBoSitzYXV4bEF2eUM0aW9vTzU0cURnNGZSQnhSNWIxRHhLd2puRVhKVnJDdHFlWFZuOGMvdFM4SjZCb3N2eUJLVjdwc2E5eThMcTVLeTh5Rnl5YXhwbjFHbU5aMzkyK0xqMjdKcWJ6UFRWS2JwYUNxV2x2RFpyYis4dVh6TFlac3FscjlNZ0FVbFptNWlzaldXU1pKOEpENkt4ZTJ4YzR4ZWU2REtiYW16YkdsdnF1bE50QlZXTHB5S2dEZy9QazRROVk1Yys3M2hqeWVhVDI5dlR0OFJ0STgyemI3L2pvUTZTNWRhWjlpcURmUGQzYnR4TTRuYlFDWkFIWUFtQlE3ajI3NERpU05uUDI1VUczQTlwY3ZMN1FsWDJpdVBYbzJOemZnTXBVOVM0Yk03ZWRyK3lJc0ZJQXZSMUtINHV2dFhvZmtRV09mT1hGNHl6YUVvMit5V1ZOcDdkenh4dWlwdDM3KzVJRnJXVDBGbGNzeWhSUTNoV3lqT2pWalRIbndhbng2VGs3bGZXNnB6SmtndlYwWW10YXdjVzNMUU5zYk83bHNvc0Vzem5aMHZ6UTBKV2xoUjdlNUNjQ3ZweTljUGt6WDlTSUxZcWRiV3BPa1puZnVxWDVzZit6WWNLVWZ1NFNrM3RqUjBack5MR09qZWZZVVZVN0pJMFpQSGV0dkFVQit5WmZTZFU2K1dacTh2NlgyNitmQzNRS0NoOGc4UlVxQUJHdEN0TzVLTUk3TnpWM2k4cVNuZlpUQnpidXIxejdYMStCeTNTNXMyZXdtNUVrYnI5V0h2V242a2IvSXpHTWg3aURRSCtxMnJOdWQyTzR2QzAwaXBTdStkUG5Ob3JMQXRPN09neU1zaGlJaVlyN3hSUlZCV2pMQ2RaM0J6Q0J5SWxVY0hCd2NIQndjQm9ZWlRPSDRGS0dVSXVUMkVwUkIwVXRaaHVPcDR1RHdRZVNHdnluNjY1RkxUR0dqV29ZeTdaNmo1eEo3K0YyaEhBR2FpWkRhMTFEdGVpbTJDdENzc3BYakRFUDdaeFhxK1krNkFTcXhwTnRwQzRYT3h4dXF3OVZsaW05ZmNiUFUwTlpVcy9abEFKaTY0TXRqaGRBblFsQzdaQjdTR05LM0l1cS9FZkZkU1VyMWZNSkc4TVhtbXNDRnZKSkFGdXMwVTEyK1dOY1EwdzhBUW1uSkg3V1ZPdXp4ZU82cTMvYm9BckRxUzdjaG9mbER3ZllMZk9uaXBwaEloOHNBNGtKS1NHaFhiTTI0L1VycjVvNmlzc0IwcFVUV25rRUhtNEVOMGp2V0xoRXNUelhYUG40NjRXWCtkMFpXNFVPR0s3a0YxL2V5Q0FuZDFUQm8rTFNsWFcxLy8wV0VvMytHS3REODdtUEc2Mmt5clRMVWRTVytOTENwemV3MnpUcWoxOVNFTXZvSmg4bWNldGZsTS90SEgybmFrTit3Y1ZVSmdQOGNhTU9HYi9Bb2RlbkNheU5TZkhjeG00MkhYbjI4TTZmeVByZlAwUE5KV0x0Y0lqU2NkVUY3cXIwSEVzY09jdHZ6UVByQk5oY3VkVjFvalRPdmRTZGx0SUo1ZEYxUWEwSnR3RVpKUU5lTTVGa202YzFOMjljZWovWXJMTWQ0MWxVU0U4WkswenErYTFQZ3pjVHR1RVpPdnBsQVduTEk2S3NRVkZ5NTR0TjJ5SzRIOUJHV2NPMXAyaElZdUhSeTZVTnB1cTU5VXRueU4vV2JWeWQ2M0dENnd1WERTR2h6K2NyNVhUdzAwOCthUFRMWTNyb1hZQXZocUk1K3VjUTNHaVE0cFcrQkdRemhlS280T0RnNE9EZzQ5RU1wUlVUaDlCNEdhOHdleXU3cGliOFdJbllpVlJ3Y1BvQTRrU3J2bFJ5VFFFYTArby9xN0kxL3dwMWI4cFhoUk9KdWh0cko3WmVhWXNzajU1Y0UwcVZtMzJGYTlPemU3ZDg0SGpkdlNVQXZkTXM1RUdqZnRTbHNkcHRmRWNobUNkZnVsUDF2QUVCeHlWZUdzOGQ3cXpSRHp6TzBvbERJdFFPMWdXdjVPbGlpcFUwWVZCb3k3ZWYzYlh1aU82OHNNTlJGY2tGOTFlcTRzclc1dVFHWGI1UmRLaGw3RFJLNVRWdStuZ2RsLzB0c0h5VkRRNXRmK3ZhSEFmV3IyTlZaRThydlAzTzh0bERab1pFa3RNdTZaOWdpcStmTTBiektCN09Va3JsTk5XditDeVVCdmZqMmFUZmJwZ3cxYlZuZnIxeHhmc1hTYkIzNkZXRHhzdnFxTmM4RDhFV0Z2c2x6UDFkTWxoRjBwWTk0eXdVMTgxeG41NDYyY3dGVmNNdXlURjNvaSt1cVZqOWJWUGx3dnMzMjZRc25kOFdtdFpEbW9zdWtiSlBnL3VTNUl5L0ZpVCs2NFduWlhiVXVHK0RZNmtOUlU5KzRzdElYVGpWZlNwdjFzZmtTcXJscDQrTm5nQ1hhSUR2NUprWDJhV1l0M2RDb3NLNXE5YzhTWDFkZTVZTlpZTVZXVi9CeWFvcnJ6aU9uRzRiRXRtZG1GWjZMdkY0QUFWSG90WW9JOG1MejVqWFJrQnJLWDdReUJ5Um5heEtIRllzalRkdjZSOVBNckh5NFFHZTY2MUpRTEc4SW4zOHFyRnd4V3luamdIQmJxUktpclhsVFlFQVhYWC9wUTJuUVBRK3c0cXFtYmV2N3paMHorNzVVdDF2N1NQMG03ZW5DaW96cFVNSm9xRjVkTXpablpvRXdJZzV0UkZya1F1S0d2WUFnUmFsOTBqSVJpSjFJRlFjSEJ3Y0hCNGYrTVB0aXZGT2dLeW1GYmRzVWR6UEY1RVNxT0RoOEFIRkVsZmRJdG0wVGROTEQyalN6MjN2Tmk2RmdVV0NrcmxtZnN5UTFlcnQ2WHQ4WkV4bmk5OS9ySTdmOEcwaHhjSzh0RWlNY0tOOHdwek94WGI5NS9VNEFtRm4rOERUQjl1aExJYjBXVlJ0a2RzbG5QZVQyK3RIVHU0VTg3b1VXbWJ0YWF0ZDF4VTVTWERsbG5yTDR4TDV0Nnk1a2x3UThCcWxpbHVaejhac0tDTjlvSzEreE9FK0NoK3g3OFZzZlViTDM4d08vV25VUGdCNEE5d0t3WnMrK0w5VWVuRGIrNnVXM1B0WFRlZUtYYVlPbjN0TjJjVTlUZGtuQW8wczduNVJaRFlDS3ZISUdLMURUbHRVdkpjNVl2REF3WHJGY3dLQ3pybzdPcUlGcUR5S2xud0hEbHBZNllaQ2F3Nkh1VjAvdGZMSTN1eVRnRVc0MVM5bWgzK1dWcmN3bUlMV0x1bDhITUNWbWFyMng1ckdsUW1nRnR0VTdERUNjRWFsdEJhY084QUtqeHJOeDZWc3kxRlloVGZ2WjNWdldIUUNBNHZMSjh5M21Ia0V5cUF1Uk82Q2dVdmJBVUpkMDNTUjFybk1saVp0UEhueGxuN0t0Zis4N3dTUTZndkI4TDdyb0x6ZHZFNUpDZFRXUDlrV0tGSmF1bktJSmpGTEtycmNoQnB1bnRINXBPY1dMbCtjcjVqSTdxSzA2VmhzSUlwb1NKZGxsdzNMQjVxU21tc0RtZ2M1bVFlV3lUSTMxdjdXVnZhdXhabTIvaWtlNXVRR1hkN0I5RTZSOHpsOHU4NVVrSWE2Y0QxZDdNamdjOUFvQzZlNGhXWE9XdUUvdDNEQ0FWOHVOQVF2MFJhcHcrQ2YwMTkwakI0Y2JBaG83ZGVwd1l2ZUFwdDNNaWxoeDVLOGpFek1UV0JIY2JqQXp1U0xybUsvMUFYU0NLN1kvazhGTVN1bENhVkpqSlRTTldiQ21DVTFJalZsUHFMaWhCSlQwc1JCZWpjbkxBbDR3ZTVsSUY4eUNpVFJtMG9oWUE2QXhzMFpFR2hOcmdra3dzOFpFR3FMcisvclMyMFRqTVFPd0FBU1pPUVJRQ0ZBaEFRcUZ2MHZJWk1Ea3NBRzJ5VXltQUV5R0NnbWgyWUFOeFpwTkpCVkpVcEtFSWlFVjJVSUpZU3VMaU1rV2lrZ3FJbUpMQ0NVc1M1SFFGQkd4MEN4bDJTN2JKWlZsV1d3RmsyekwwOTF0bnpwMXlncjdmRGs0T1B6WklWTGc4QVVkV0pGbERSYXhOMU1FSjFMRndlR0RpQ09xdkVmQ3lyVFNBUUVpcUpBS2l5clpKUUVQQ2ZzakZtVDFic3ZURlBFZ2liQkVvOHpoRHpLcDNRM0pCN2RqdzRhNHlJaXB0eXdmcmh0Nlp2MG1zUTBSUWNVZ3pxd1A2bHVqa1NpWjd0RjNTUmw2bmJ5ZWo5bTluVDlyamhpYVJ2R1hMNy9kc3VYcDNWdlg3UVBBR1Q1cmliU3NiVTFiSDQ4VERQeWx2Vm1TM0NtQzVPRG1GLytqM0FxMnh3a3FLWVBIN3VpOGNqd3R4b2oyc3hIeDRoOWtldnJ0c3JmejZTazNmZktldy90MlRXODdWWDBGQURKZDZrTzk0TmYyYlgyc2ZaTC95eGxnVHF1djBsOU9QSFo1SlE5bUtjMjZCWUtNZGx6ZDJycnpxYjRiMmR6RmdlR0F1cVVuWkQyZjVCSUwyQkFiRzZxLzBRTUFRejMycDRNcStJSVdNbHlHanhiV2JWNDdCRkRQQUJnWE03MVEwcnhIeWNTdERvZ0VjQWhBUTJUNUxKSG9ZRmFwQU5EZGNlNGZkMjladHgvQUdYL1p3K05NcUk1Z3QzVWdPVm0vOVZ4Nzk1YkV5ZngzQm55YWxIZEowOXpRZGVGYzZjbERHd2NIT3k4OUFXQm90QThUL2VIU29lYzdBYUM0OHVGYlRXVmUyRk56elk4bHYrUkw2YVNwOFNhMFl5Nmg1ZUxpaFJkYVd1TFR0V2JNV3pxSUpTMVd5dnpSN3RvMVZ3Rmd6THlsZzJ4QnQ0SDBneXd0c2J0bVhSVUdJQ2ZuUHJkZy9aTnNXYTgwYm51MGJxQSszaEhtWExic2s4S2xUMmRvSFUycEIrdXhKZnhlMWNqclUyeHFCSWFTVnZCVSsvNTNkNlRmcHhDMGxMaGx3bzJjL3VNR01ETmlsdngrRUlkS0ltbUNBNmFmT2R5NFpHZG51OEd1dFFBUEpGSkRDQklnSWc1SEhvWXJZekFFR0FTQVdKQUFCRkVraFZDRWhWckJEQXIzQ1krSEFKRUdRMmZkWUIwNk1lc00xcG1GaTRqajBwZUpDSWk1dFNGRW9zOWlmb2ZsRWJyV1A3SnpvUEJ5dEM4UytsNmZtSWovUHUxRmkyc1plQVlSVGg1Z3dZTFlCSVJOR2ttTjJDWVdrZzJ5QWQzV0dRb0dKRUdYREVnM1lMUExyUUNXQkpZTXQyM29GR0tkZ3JxTGVwTkpEeUxaRzh5ZU9pUUlVSWlWNmdLaGh4amRpaWdvR0NhVENnRVVZbENJYlppc1MxT3pLY1E2VExZb3hHeUZGR2xCOUpxOVFGZlBtVE5uZ3ZnemVrU2taK2VucDdoN2ZacDBqd0dBcnF1aC9aY3VIZXA4NTVFT0RuOTlmRW9SUTQ4RzZPcHVOMU9YeHlaSTQxcjlIM0lpVlJ3Y1BvZzRvc3A3UkNsRm9HakVINmxMaDZTSkpVdTBJWjNXblFSeG1TNWUyWTJHcCtNRUZYLzVsSStEK1VoRDFacmZKODQzYStHeUlVclhQbHEvYWRWM0FLaHd5bzQ1L0d4NzcydlkrYVR0OTk5cjBKQ01FbExhRVdqdUNVcUpxdDN4Z2dyNXk1Y1hzS1RMdTdldTNaMmJHM0I1c3V3eVpacjFUVnNmajd1cG1iSncyUkF5OUxzSjh2VzlMMzMzMDFhdy9lOWoyNU1Halg1alZNR25Qbnh3Mi9wTUFLOUZTaWNEd0UwQTl0UnZXYnRoK0xpNS8rZ1pQT09uSGFlcXI2QWtvQmQ0MUcyMmxHL3QyN0wyNUpTRnk0WWs2OXJINjZzT2ZRL1lFUGZISmEvc2dTUkI3bHZCbk5xd2VjMVRzVzB6NWkwZFpFajd6dFNRL2l5NWpYTFZiZFUydlJMb3lTNEplRExjMXUyVzJidFZxQlJUUzVMMzFGZXRmaHJBdndESWVUZm5pMGlZbXU1cVpkSjJTN083RnNCdUFIc0JCS045OGl1V2pqM3c4ZzllRFBWYy9sQjREWHNCZkIvQTl4dHFWcXZJWDlIcnByczB2QkNJdG4zL09uNUZEQ1gvSFFDS0Z5NGR6OHh4Zml3emJsODZTQ2pYeHl4V0w3dFlUYStyV3Z1YnhBbnlTd0xwbXNmK0NvZzJORldIejJ0ZTJRTkpibUY4MHBiYTczVmg1MTR4alIwRDdtTkpRRTkxeXc4eDZHVGR0a2ZyQnpwTUJZdFgrQ0haeDdaR1poQ1htN2V2YnJ6V0hCQ2VsTDJUZ3AzSGs1bHRRTm1NUXkwMzlCTVpoa3FPbnFySXlidVJSWldGQURZQ2VCREExLy9Jc1NNQVRQZ2p4eHdFY09rNmJYckVoSG9qZ0w5UGFCTUF2SkVvc3BFQVJpWDhmdGdSWXQ1L2pKZzRmYW9MMmxRbVRnYmhBZ2lsQkJwOTNRR1VJQ2hRdjMvMEN3S2g2NjVMRUVuK2wwQmhKY1lkalpic0UzZ1FXWW85VkhHL28xVmNZMXFwZnkrUWtFUlFBRXNCWWdnb0FjR1I5QVJtZ3hXZ01lbmhaUmpNVEM0RkprV0dwa0ErbFowNlZJRzRCMHp0QUhlQTBNR0sya0hjd2VBT01LNEt3bFVGWEdHRnE0QUlLbGltWVlwUXJ3SFRJQkd5VmJjWlVzcHNPNkpDYVY2K2o5ajdUNlNIWDNQeUVNOFJ6NkM4LzN2cXplWTRJMzhIaC9jakhDNmhIUDZNTVpOcHV0eFNkQXNZUmt3ZkoxTEZ3ZUdEaUNPcXZFZWt6Q0F3OVBEM0toaG90WW82UC9WeGtPMjkxS3Y5NGxpQ0dXeFI1Y1F5VmtnMXVmZW5pWFBOdkdQRktHV2hpQytkLzA4QXFtREJpckVNYzVJVjdLazd0Zk9idlFCSURNNllCcUZkdFZoYUdyVHVoaENPeGM1UldCNllvRWk2UTJlMEJtQ0o1aHR0NVNzeVRqVFdySWxMTWZLWEx4OEJJV1lyUzcxK3VQRW5pODJlSzNFM1BKN2t6RGRIVDd2cjd3NkdxOFZjQmxBZUtaMGM5UVhSb05RbnpyMzF5aWZ3MWlzUEFhaHp2ZkhrbFFPR3R5UFljZTZBN2tsYmRHYnZiN0s2TGgzZkQ0VCtMaElORWhWVzZNeityWE5JYU40clovYS9DdUJ2STFkL0dpQmN4dzlzbU5yVGZ1NnNKeVhqbTViWjNSM3F2alFORUo1ekRkOFpmOXJxdGF4ZzkyM2VwTUhqUXNHT2l3Q2VCZEF2clNqQ2xZaG8wdWoyRFRveUxIdWVTaDArY2EvaGNuTlQwRjBYN3o4VEpyOWlhYmFBVmpCOC9MekhUN1pzdkZrcE96T2h5NS9EMUhrNWdJYVo1UTlQWXlISFhFWDdkdUFwRlQwdmJGRVI2N0xHcldocWlFUDlJazM4SlYvT0VENzdIMW1oSm1vczYvZmZhd2podXduZ09rMm80aDdvcjBUVGdlSlpvdms5MXFjRmhLeExPZkNiZ1VTWHd0dFhUaUVUZzVuRU9WMVQ2WjFhUjBOc3U3K1VzMEk5U1JNWWJDTWNkYU1oSjBlZ3RmWFBjR2orT2hCUmN1d3lxeHU2cFBJZGtkLy85UjdHZmhUQUV3QmVmNWY5YndId2FRQy91azU3WmFSSzJETUF5Z0Q4T0NLa2VBRzRyalBtS29DTEFPWUMyQkJaZHlnaXRyd1hqZ09ZZHAwMkVVbG4vSGNBZzJQRjFiZmhTd0NlakJ6bmpSRkI5MThCTEFJd0drQW5nR1lBandIWTlpN21lOTh6Tm5kbUFUSDlJNEJQRXBBZVh2dkh5aHBzZ3FrWDRFZ2FERmxFTUpuWlFyamFsa1hoMUJpYndKZkIzS2FJMm9Wd2gxaUdUb0xvM1p5Yi91aStWSmNyZlpJWlBMOFBTbDUzRG1Fa0RSTENsV0lITDE5a0lRUXBwVEdSVHF4MDBqMHBMQzBKU0dLUVRrd2FFMm5FMEprNHNxeDBFR25FckJGSVowQmprRTVnRFNBTnBIUXc2UURGdnU4cEVtbERZQkFqVWt1RU9CSlFRd1FPcXg5OWtUNEFFWk1BV0RDUkFMT2djS2lzaUppR0M0cXNaNUFBUmRxWkJCTWkvdzZuT0JIWUNLY3VRQ2VLVmFvb1JwdEppTmlKWFNmUUoreEV4MnA5L3dNQUEvQ0dUZElBd05DUzRRV1FQclZ2TTdFSElzTVE5UHJZS2Zrck5MUGoyMGVPSEltdm91amc4SDZGQU9pMk45MU9JOFcyRTZuaTRQQUJ4eEZWM2lOSzJRVFN0Y2pWZ1ZsVXVmSnVKYVZvTkYwL1NieHBMNnhjdVlDWkt0ckYxWWRiTnovVkhkdVdOZWQrcjJiUmpDNWI3ampZOEhTUHYvU1JNV1JZdVQyOVYxOXBxZjFPRjhLUkpZT2xFTU9Ga3FjMG9nazlKN1hOYUxtMmplbGxLMFpyYlBrdmhvem5qclVFekprTGwwMWlncXV4YW4vY1RYRjJ5V2M5VE1nam9BZTZsdFoxNWVvdkFDeUx2ZzkwVDhybGpORzMzbjV3eDdkanE4elVBU2pTWFVuVnR0a2RWMEk1SXJSVW1MM3RRRy80T3NnT3RxTWplUDFyb2t1bisreEJQcHR3Uk5GeCtTMEFRRmRiZDl6NllPZUZ2cVhlN2tzQThPdElIbnVMcG52UEtHa2VjSG5UanZsU01vKzJuVC8wQ3dCSEVTbWRuSWEwMnhqY0FTWEdkTkRWNTFDN3ZwK2dVbEM1TEZPd0tMWlU2S1VoWXdvSzI4NGZudHR4OGNBakFPNEpYeDMrYVFoaHRDaGxMUVh3UXRIOGxaTWxlTVRWTnp1M1IwdGxaNWNFUEV3cWozdXMxN1VrNDIrNlErSUhMZGRLVDRjcENlaHd5dzlMVmk4MlZxM3R1L0dWbWNQeWxiU2hrUmpMeXR5eWYrdGpBeDU4ZitYa08xbmljbDJOdGlreGVnaVJhQmV5MVhqV2RGdFQwcTB1WDZ4cmpSRUdzN00vNnlHZFA2ZElkVFBMWURpR24vUnMyNlpqL2JaMnd5REE3TG4yT0pnQXVtRkVsWUlZb1RQSzNRQ09BWmdZK1JtSWk1SDBvSUhvQXREUEorZzYzUFFPN1Y4RXNCL0Fxd0ErREdBNGdCVUFUZ0xvanZ6OE1CSUo5NitSaUplQm9vUitpcjZiK1g3TUIxQUk0RnZYR1h0bGdIVUU0RTRBajBURy9qSGNDK0JFUkdTT3ZzWlBSNFNvSFFER0F5aU5pQ3lmdjE1VnNSdUYwVk5tbGhIVDB3U01mY2ZPekNhQUN4eCtmNTFud2lXM1o5Z2tzL2Z5UnNBK3AxaTJrZUllQ0sySGxPcXhoT3FGelQxazJqMTZ4alREbHpiYzJGOE1xV2FaQUFBZ0FFbEVRVlQ3blQ1MU5uL3hWeGNwVzdVMjE2dzUrbDcyM2U4UCtDaERWVXJJMC9ySnd5KzBITnd3NE9jNnIreUJKSU84SHdMa3J4cXExNTJOYlN1cVhQa3hwZWg4WTBqYk9aQVEveWRDNGIrN09TSXJLeWdzYTdCUXlpWTdKYWlsS1VXV25TU1V6eEpTU3VHVmJpSGRVakI3eUxCQ3VpZGo0bGpMTmkyejgyUzdrVHgwRUpzbTJhbzlxRW1oUzQwMFJVclhtRFFCcFN0RkdndlNoUlNhSktVTGdrRmdRekVNWWhoRU1FaG9QcmFsenFSMEFHNEd1UUc0REhmcUpHbWJRWmFoYm9EZEJMZzRMSWpxSUJpQzNFTlptWjBNRmdEcElCZ0VHTXp3RWRHZ0JEUDRhekNIR0dnQzJFY2s4dm9PQ1BGeTVVclJrWlB6R0ZwYjN3L3BpdzRPL1dBdkUzR01MS2cwcjIyYlFyakVOV21TK0laT2kzWndjSGh2T0tMS2U0UUhTeUs0ZEFBUW10dkh3QWk2YlB3UURYRVhYK1F2WDE1QWpJck96dERLMWxlZmlzc2I5dnZ2TlpDYXNrQmoxWEp3Mi9yTCtTV0JkTmJWMU41ZVY1K2c0cjh6NENPcFBzR3Nxc0JhY1gzVjZyZ253M2xsRHd4MWFXSiszZVp3WlorWmQ2d1laZGlpSkpJZUU4TVNMZE16Wmk2ejlEQXJ1N0Y2VGJRRTcwOEFmSTZFM2pOa2FQN0hUeDM0VFZ6WlhyLy9Yb015TW1jR2U3cy9mR0wvY3gvdGJEdjlONnpNeVgvZW8vbEg4eTBBVkZ5K2NrR3Z3SzJzOURZUDFNekxvUk03Mjg0ZmlqeVJESWdVYWMwbUFaTkk1TlpYcng3d0JzZnZ2OWVBTW1iWmxuek5jSHR1RnJiVjBISHh3RWxneVdlbTN6cjh0MGYzdmRCakdPNUprQkJYTHgzcUY1TGhjaVg3Qm1mbDMzYmw3TjZYa3pQR1Qyby9mN0JGbXIwaEFESjkxUFNNb2FPTHhlSFhuLzB4SXVsTnlxMnlwVEozUkFVVnYvOWVnd3g3Z1NSNVRFdlM3ajdYM3ZtOW1OTFZmZVRwVmhHUjZHcllmRTFRS1N4Zm1pTUlNMWpndkJUeXBhYWFnUVdWd3RLVlU1WGk0WjFIT3A2TlJzYkVrcHNiY0xtaDdtQzJPeVRMenNhYXRhOGx0bnZIMnYvS2hMYk9pL3RlMHdYL0h4Q0JDYnBsbWpkdVdmYnNiQmNJTVVhYkRNSU5VLzNuNjVGMG40SG81L2NUdzhhWWlKYS9GSG1SNkpURXRKOWZSRVNmS0pjaTV0Um5jWDNXdkUzYk55UEN5SXFJSVBST1RJa2NtNnlJT0hJeEVrM3picmdOd05SSWFsTDBNL1N6eUhMczkvckhJOUU3SzI1a1VXWFloTHloR3ZDMWZvSUs4MFZtcm1jaGpycThROU9FNWpuYWNmWElMNEt5NTR6dThVamo2bFYxeHVWU004ZC9KRTl6ZWJJYXE5Yi83cDJxZ3hWT1czSTNCYTk1YjgxY3ZHeVN3UmhjVjdQbXVucXR2L1NSTWFSeGNYMzFxbjRwa2dDQUREV2JtY2RKaEw3YjBqS3dvQUlBYnZnV2RNdlFqcGF0ajhVTEtvc2VuZ3VGMjFKRDJ2MS9BVUVGa1dOaW9XU2VKOU03SXJscDgvcUxRUGdkMlJiVHlWLzYwQmdZeHBTR3pXdHFBR0RLckdWRGtqS016UHBONG5kWmM2YTYwMU9UOHh1cVYvL3liWTl4U1ltTzJ0cCtyNkc0Y3RsdHloSlNDcWpkTld0M1JsWVRBQ3BZOU1WaFFrdjVXSHZyaHUrM3Ryb1l1UUJNazdKdG13QWdKZnVPYkUzM1REaTd0NlpXMHk0eE1BSlNXZ1FBd3lmZFBFMjRqREh0UjEvYll1cDJNak5sYXBBWkVEeVlXR1F3d1FYRnp3OGFNVGZON0QzN0Q3MmR4eFlSMFVRQ0pUR3dkSlNXOU1wcG9KK0J1b1BEK3dHbEZPa0VNRGo4b2RQSXExSWtDWG50VW9qNXhxMkk2T0RnOE41eFJKWDNpSktTbUZnbklyQ3lUcldqL2VuV2hxZmlucTRVVmF5Y3hJVFpwc1IzRDczNmVKeWdNbWZPL2Q1UW12ZFdhVmx2Tm14YmYzVG1naFdqaEdIUG9LQmUzMUliNkVMVVo4VzA1a2tMZnhDR05yMG5KUDRRTzRmL3pvQ1BRL2Fzbmw3dHR3aFhmeGtIVytUdnFscVZJS2dFUkdHRktwV1FQa0hVZHI2OXB5OTNPWFg0dE85MW5HLzUyeUdqWm43MS9Pemh0VGdSTTcvL1hvTUdENXRsRWgvMGVsUDBDY1dmMkNZdVhuNnNvZUhweVVKMzNXa1lTUldoWVBzZ3NFb0hpVUZncFVYZVUvcDdpQkYvdDlRRGVLMmcvT0daREswRHB0bmxNK3dTc3VSTHgycC8xQmZpWFZoaEx0S0lnMG9aU1dhWCtidnJUU1lIRDVtbE1WOHlYRFRUTW1YTG5tM3JUd0pBY2Rta3VWSndhKzZzVDJWSzVxYkc2dld2Skk3TnpRMjRQR1BVZkZMV1U2TW1McGlnaFBXOXBwTk5Gd0dncUd6NWRDbGdObFd0MndZQTB4Y3VIK1lXN085bDErdjdhOVoxSTJwc2E2bGJXTnBuU0dyRGU4elFjd01KS29WbEsrOFFHdVhVOTJyL0VWM25MMzFrRE1ndUFQTTVJdkZXMCtZMUZ3ZDZmVVZsWDEzRXBBcEoydCtMQ2pteFpKY0VQQjdkdkUwS01rSFVaaDQzR3VNNmxBUjBuMGZlRGREWitrMnJmakp1MHN4WjBTWUM2MUptMEkxcWY1SGhkaHVndUpCOHNMcWhQRlZlanZnS0lSS2w4alVBZm9TRm9YUUFyMFFpMGFMZkc4Kyt3M3hKQUQ3eExyZjlkbjg3VmtZOFVYNytEbk4weFZUZStwOGdJN0s5cjhXa09yMWJVZVdmSTlWVWZoaXpiaUJmb3YrTzlCdjhaOXJudndwZUhZVkVZUU53WmxZQXRqRGtxdU1IOTlVQnNQeWxENDJCMFA4dUpQa0haK3VlUHg4N2RuYmxmYW1TZlJQcXE5YitNcmZrQzhsbXJ5WmEzM2lxSTNFYitTVmZTdGM5U1pYTTZsQkRiZUFTQU9TV0JKSjFaYzJzcTFyMTYrdnQyN1R5K3djejJ6TXRZUTNvd1ZGWXR0UVBjQWtMK1p2bXFvU0l2eGlLeWxmTUFteXZ0NjB0VGxEeGx6NDBoalYxaTFCNHZMWjI5WUNDU201dXdKVTBJcGpWZHJ6N2RPUjdOYzVycTJEUmd5UE5MaXZZN1U3ck9WWUxFd2pFaWRsKy83MEdCZzJhQXFFWE5teGUrK1BZZWIzWnNrQjEya2VVSVZ4Q1lHYmQ1alV2QU1CTkZVdXpGZXVsdXphdGVtYjZ3dVhEM0s2VXV4czJpKzhuQ2lxekt3T3BTdG16WU90SDJDWHZNcTUyZlg4bnJva3F1YmxMWEw0eGt6N0tVcnVrZEtqZFZhdGlVOVU0cC9JK3Q2WUd6YmxpaDM1c0RMdmI1YzkyWnpkczFmWURBWFVzY3Q2RUozVXFtN0l4cGZBMnUzWHpVNkhvMzREOGtrQzZjRm5EeUcxc09uS2tvU2RTVWU5MDR2R2J2bkQ1TU1PZzBqMHZmKzlmeGszT3V3dkF6MENVUWdTdkFmeDg1SVRwczgrOHRlL2s5YzZkZzhOZm1iN3JXNTJWMTVhU0FDM1dSY3BKLzNGdytBRGlpQ3J2RVZhS2lNTEhqOW0rRUw2d3VFWmUyUVBqR0x4RTJhaHEzbUljang4ZEVHYXFlWk8wK09pZWJlc1BGeXg2Y0NUcFdtRjNSN0QyMEt0ck9oRzU2RklhRlJLamtWeGlZY2l5TnllV1RtWmJmWnJNM3QrMTFINmpLNi9zZ1NRbE1MV3pNN2cxY1Y4TEt1UnNKaWwwcWJ2MHpzNDNvamZ1ZVdVUEREWGdMajUvWXZSWGh5V04rZGFsRFUvSGh5eG1aczZXakU2WFVvYUV5TzRVWFZ2Q0tTR0JGdjk4TlV6cDZyOGFOdXRIQzhxc2VVVHlUR1AxbzdHUkhCb0FiZEtzZjVycVRVNytURnZiaVdkT05HMDRkUzBSRzVRK29pQjF4RmovVFoxWEw3YWtaWTY0YVgvVDc1NUQxL21RTDhQdkd6dDFWdUdCVnphOFBONWZPU2dwYmVpMHZkdHJ0d0lORmdETVhCeVlKR3g3M0JYVisySzY0ZnBJc010NmJ1K09SL3NlOEJVc1hsSEVTblRZekprRXN5VzJMWmJpc2hXM1NoSXN3Q21XeEp0N3RxMS9Fd0NLRnoxOEcydXdZU21mTk5EZFdMVnVRSjhKejJnNUc3WnFGN3ArazdKRHYydXFEa2VLNUZRR1VsbXBzYUVUWWd1aTRwaEwzTUtXdFdWL2RhQTkraDZBVXJOdEZtOEpvVSt6YkxHM3BYYk4rY1J0RkpWOWRSRUxIbk9wOStUM1VQc2pHNUdVTWRaa0xyRklrN2E5djJuYitrTUQ3VjlSeGNvU3BWUitkNWY1blVSUkx3SmxlT3lid0pRTTBucXVvcTJwdGVXcHVLZTZ4WVk1WFRHbHQxUEhzNGlVUG8xSkhOYlVFSXZRYjY5dkROeEVMbUs0RStTL0d5VlNCWkVJaVgyUmYwZlRjVm9pL2lBWmtlVlRNWDJ1ZTRNWm9SM0FvKzl5MjNPdnMvNW1BRXNpbmlMdkpGQjE0WnJ0d3Y4RTlSRkQzajgyTkRzaklsbzkvdzVSTlloVUl0TWphWk0zTEFwSUZpQjN4RUdEQ2ZBZk8raXVpNXhUQWQzMWtJWFF0L2JWUEo3NDZTZGJwazlWck40c0xGdTVRQk5JVDlMMDNRRGlSSlVaODVZT010eTZuNGtNVnRjK2dWNlhuR2F6YUludG03OW9lZjd1TGE3bXFERGhZOThpeGRTbVMvZXd5UHU3ajhMU2xWTTF3b2NVcVpyR3FuWDdjQjNDdmxaOEQvY2FqemJFcERsT252dGdDdW51anhPcityb2F2WjhZRU1VMzJxcUVqYjJ0clUrRnN1YmM3eDJXNnAzYUVISTFvelpnNTFjc3pSWlNuNVRrMDQ2NTNGYnFNUnh1aWh1OFpJbW1Pb2RXYWlCZmZkWHFIOGMySlkwSXpyUXRUZHJNdHFIVDdCQ0MyeEdKU3JUWU5icWhldFV6L3RKSHhwRGd5Zlc5NGdlSllzMlVoY3VHU0ZabHRrSzlidGhUdWt6NTA0TUpRcjB2ZStwdHBIQUJHbnlkRVAxOHlkSlV5alNwNVBFald4L3JLS3hZOFdGTGFhOUd0NU16TzVDcXU2MDdXVmwxN0RKeXRBN3ZsZGhLWThKdDN5U1k3YTZlaTk1SUZGby84c29lU0RKMGJTRXpId05BOXJVTFVac0JrNGhHR0xxNEwySzQ3ZUR3dm9LWm81ZEFqSERJcmxmYXR0QjExN1ZFWWlZbi9jZkI0UU9JSTZxOFI5SlVLa1g5TmpnaDlIem1naFdqZENFK1R1RG1waTFyK2ozTnpDdXp4N0lRdEdmYm1zT3pLd09wekdvR1Fid1VlK09yVW9mbGtxWTZoYVRacGhsOFpkLzJyL2Rkdk9ibUJseWVzV3FKTFh1ZWE2Nzl4cVdjeXZ2Y09ubHY3MEh3NVVPdmZqM3U1bm42d3VYREJNdHhHc08zcTJiVk05SDFrK2MrbUtLenV3d0cxS21EVlkvR1habGlpZVl2eXlraXdWNWhpaE9rYzFGajFacmZSbHVMeTZ4Uk5oRTFiVjd6VnY2aWxSTjFUVkhkNWtjVFUyTmt3WUlWV1pwYjNDTkQ2ditkYU5vUUp5ek5tWE8vMTByMTNTRXR2SncwWkdScC9jWlZQMEFrZWtOWThpTm4yN3VlelMzNW91YjF5STgxVkIzOGYwQ0RCSURpeFlIaFVzbFpEVFZyZmw1VXNiSlNTcTFtNzQ3VmZhS0p2K1RMR2RMbVFjUlNrZTY2MEZpMVprQVgxVm1MbDAxU0ZpWGI2RDBBelROdWQvV2FOeEc1S0djaWx5bkZBZDNnNmNIamgzWU1OTDZnY2xtdVlJeGlUZXRVYkZjM1JMeE1zdWJjNzAyRi9mR3VMdk5YaDFvZU43TkxBaDVsMkxPN1RQbml3VzNYMG5QOFpaakVsaUtReXJHVk9yNTMyN29qaWR2SXIxaWF6YXdLelM3NzZXTTdvbEU0UzdSaDZXbTNNTXZoUkdobzJyYStKWEVjQU9TVnJSeEhUTGZxMHY3MmRRUVY1RlUrT0VwSm5zVGdrMDJiVjIxT2JDOWV1SFE4Tk8xZjJ1bnFGL3RFUXgzRUVWZEZ6WldhbStiTlNMK0lsbmVUZXZHK1ErOGxGenh3eFJiTUlPSy9SS2ovKzVWSkFPNksvSHRZUkFqSmY1ZGpuNCtVYjg2S0xQODZFcDN5elQ5aSs1My93eEVkNzgzd0ZQaGN4RnozKzlkcEZ4SGhaUTZBZFpHMG9xLzhDZnY1VjRlSVhjU3NSeXhUTldiMlJVWHQ0dktWSzJ4RmYyaXVlYnlmbUp0ZEVuQkRzMHMwaUc1VDhzYmdDZjEwUzB1Z243am1TaEkzTXlzVFN1OXVyRm5WQ0FEai9RK2xzYVp5OW14ZSs0dG9QMy81VitjemxCc0k3QVlBZjhYRC8yWkp1ZDBRbEZFWDB1SzhnYVl2WEQ1TTAybStWTHlyc1hydHE5ZExpZkdYZkRtRGlPNDNKYTl0amtUSVJFbEo4WHlaSWEvVVZ4dmJFd1dMS0lVVkQzK1dXVmJYYjN2MExBQ01TRXYrcUMyMTdhZ04yTGtsZ1dTQ25SZVNvZjFldzcyZ3FXZkhzMEJ0M0ExV2NmdWsyVXBRZG4zVndXL0hycytwdk04dDJaVVZDb290dm1UdEFiNTRibTF6dzlOV2RrbkFBMkhOYnRoODRGYzVsZmU1d2Zac1U0VTJvZmFKdU84cXZ6L2dJd09MZWs3Z042NVJWakdiMnFHRDI5ZGZqdTFUc09qQmtSYWJaQWk5bk05ZldOR2FZS2dQQUVSNlFaTWxmbHo4LzluNzd2QzRxalA5OXp2MzNpbXFsbTI1ZDh0TnRtVkpJN2xnWXcrMnJHSUNKQUdUa0NYWnRKK1RUWllrYklpN3lNU1NDeVViTnRsbGQ1UGRiRFlKSkJ0U0tNRXFMZ2l3QTdZMEtpN0NCZ051Z0x2Vk5acDd6L2wrZitpT1BNMEVTTEtMNDNtZlI4OUk5OTV6eTh6bzNuUGU4Mzd2VzFiK3pSN1Y5ZVBEdGQ4TGVSUFJvQXp6WnJhc3A4a3dsZ3RsN1ExL3RoUVdiMWhNeEJrVzRWTHlSVE5HbVJTQ2sxSVdRRnFaUGVpdUJzQWFlQWlEREFLT3MrTG5RZmc4Q2JFY3lISUNDVytWQkQ1c3VHSVZSTXhRT2lWeE1Da2k2NHdwb1ZSSklJSHJFUWxTNVFOQ0tVbUNoZDV2bkU4REhZdlppLzR1UXpQd01ZYjFxcjk2NjlQUjdmTEsxbVVMaWFuK2xLUFBURisyYm9pcHJFSld3UU5OT3g3c0NOOUdZNVV0V1J5WGhOY083WDdvOWRBNmoyZVZvWWJKQlZEYXZnTzFENStidG5CMWFxcDB6UTlDMWJmV1BuUW0vRmlla3ZVamliUWxpbUcxZC9VTnlLbG5sdHc3MkEzalJoQ1NyQjR0S3IzREozS1hCMmNUYTNwWG45V1lwTWs1eXRBSGttanlWbXdZcnl6S3U5eDN1dHF6b253Mm1DZlhWMjE5S3ZvNnMrYmRreVljNGpiRjhuK2FkbStKSUZROFJXdlNUZDFZd29RL0NFUE1zcnJGYi9yUHl6Y1lmZFppcTFjK01UaFZTM1VLYTFGSFovQkh3Qk1Tb1U2bnRISlZYOWZ2QzhyS2M2SFVoYVlkR0xqbW1TVyt3VXpXWXFIUVJrS3h2OG9YVjJHU05lK2VOTVhHWkdHSWN3NlpsTlBRSzU0RmdMd2IxMlVLSWNZb0VtODZvQlpZdmZyejhlcnhaeFZ2R0V0S3pBTFVHOHhTTnRadU96dnd2cko3WGlEWStmVFJ2Zi9VaVpVcnRhSHQ2aWJGMXF0SGRtMGI2TnptbFpUUEljM01naVZPazhUbHhwMWJtcU9Qa1YreU5rdUg0MjRMNHVjSDkxUU9rRWFGSmROdVV0SWNxY0Y0dGZzMERzZTdQazlSK1d3aTNLMU0vcUUvcWxNOXNKL2lEV09aYVlVQzNoSk9JMmEyTXE5c1hiWmk3YmJld01WN2o5VTlHcmRqSzgzMk45czZUbDZUaEFvQW1Cb1pEZ296SW1hQXJ5Mmx5cCtLdnJCSTVBdTJzZXg3UlRRSlp3SzR6eTQvZXZVcWJRNUhEWFNkTmlFUi9SMXFCUEExMi9UMTNSQXltdjNhSDFFWVBmMHU1L1RIUUFEK0g0QTNydUpWODB2YlJ5V0V4d0Y4RThDWk9OdGVPMUJvWXcxZEJLU2cvME83QklEeXl6YmVwSUFMOFVqWU1RdnVkUTl4VzE5anljZWh6T29EY1V5eiswdCtVbTVRZlhRR2hqWFdiM3VpWkpYNTBnWXBkWGZiSmZFekFEeXZ6SmNXVk5aY2d1encxMnl1bStEMXVZWTYxSTFTeWhjRWlURm1YOWNlMUQxaWhlOVgwNmlVb1M0M0JvM3FxeEVxT2NYM0paTndmVnFSZWp6Q0JOZnIwejF1NnlNc1pWZjdHeDMvZmpYdktkZFlPVS9Cckd1dTJmYU81eFpmRXZXcEpVSFQzTit5cStMdHZMSjFtU1Q3NWttTFR6a2N6am4xMVpVL2l0aUIxNmNYT2kwdkNYajhWUlVQaHArajV4WmZFb0x5b3hhNHhaMGtiMjNZWHZFZEFKeGI2cHNnSUwyTlZhLytMRy81eE9FYUcwdTB5eDNQK3ZmOUlFWjF4cG5CRzRXaXZmb1luaW8wemVuZlVmbDY1QlplWFNmalJrVWl3N2pjOWUyWG9naVZNUXZ1ZFkvSVNMcERTZkY4dnNOYTNCdFVQenU4YTRCUWdXZEYrU3dsY1Zwb3VqY2dlZCtoMml2R3ZyT1hyWjNFSlBLbHNvNEZnczY5clhISUdnRElML1BOQjlSaVpqeDJ1UHA3bHdBSTlNa3FkcW9WSkpJeW5VbEQ4b0tCczcxZ3BoRVQ5SkZuanVNYTlrRlA0SzhSckpnZ3doa1U1VTVTVEFwYTJMTDNyWVpNSUlFRS9ncVFJRlUrSUpSU0pFalk1VC9jZ1pEaFo3TDVOMFNpVFJsR1RDVHVuR1hycHVwS0czWDVqZmFxdWVPekJnVjFzWWg3NUIrYVhueHd3QThqcDNqalJJMHhBVW9kSktWU0dpMGpjcUNUbVRtUFdGNXVyTkhlZ05lbnA3b3NqK0xnbXdkcXRrV2tKTXdzOFExbU5oY1QxRGl6Vy80b05LT1VVK3diWmdqckJnSXlWUi92YXE3enRZVzM4NVJaRTVXa3RMYjJ0dVpCR2VrcjJUSi83WCttc2dkMnVaQW1VZERaSGF3ZG5qWmhraVhWVVArRnM4L0c2OEJtREU2L3o1U3F1cm5XRVNuQjl2cDBPRlUrQmNRaE5wUUhrdlkxMS9uYVBKNVZoaUtWQjJrMmRxYjBkQXlTR1l1N2hmaERxQndLQUFaeGVrbVFjZERRVThlQ2VXVFBLV05uYURaeGxHZFZrZ3V5RklSOUlERzlYYlRIbEVHRk1EZ2o3V09TNWVzU2FuQzdhSzlHM1E4c1lLVW1rc1VLSnJVSGpKeStybURkd1QzYjJxTGJUdkQ2WERyVWRJTFZ6VUJ5V3REMUlnQ1ZuZTF6SkpIS0E4dERoM2I5MDFrQThIUk51NFVWTlRidTNEYmdWSk5UdW5FYXNaVUcxdDlncFp4K3l6Z1lmWXpDNGcxakdmaC93VUR3WDV2cnRnMTBLZ3VLZmJPWTFIZ2ljZjZkOXZhbTA2M2ZpeGxJNXBXVXp5SGdUcGI0dVg5M2RLZmFQb2ZpKzRZeHdVdEtpQTd0OGd2SG52bEJoRXg3OXFLMUdUcTBNdFd0ZnRMNjRxT1JKV2ZoNVQ4S1JvcVZMR0xlcEdzRWdzaEJFZkcrQlBDZkpUcjdXc0VKQUQreGY2K0lZeXo3eDdBRndLUDI3OG0yVjhrREFNYlphVC9SZUNBcWtlZFdBSVcyMldzNHpnRllaSnZ4dmhkcy9pUHJqLzhKcEVxUkhaMjg5aW9EOVJyN21rWUFtQTNnVS9iclhlK1RwUHBRZ1pVOFFVSzBnZm8vUndKZG1yTnMzUlJpeWxWay9TeGVteEhwS2JjcFJlZWNuWjFQdnhUSEd5clg2eHRrdUpSSFVPQUFuSTZjbm9EVlQzcDdmWHFhdEFvSS9QU3hmWnM2Y3NwOFk2UXk1d2xCelExVm05OEF3SVBkWmk2WVRBMGlLMkRLNXc3VlBUSncyOG4yK2xJMHAxeEJ6SU1seVorL203R3NBZGR5eGVqcW9QYTk0Y3NMa3pCTEFlUDdnUCtKNXowRkFDbmpyVVdzNkd4anRldGtkcmJQQWRQTVY0cU90K3phK3Vxc1pldUhhNWJ3UU1OclJDcnJiSHQzRk9ua0V4N0RXc3JnNGZWVnhrTlIzeVVTcGxVcUpab01JU1p3ajZnRndIa3JOb3lIdExJYTA0NytMS2Q0NWhDUWxkMTJXWDgybmo5TjRZcnlPNVZsSFpDR1NORWxUYVZ6NTU2SjJhWjAwYTFNbEdsYS9Ldy96dWN6SWpWMUVTeXJDYkRHZ2F5VGgzWnRHMURINXBmNHNsaFpVd2lpenlMWmNxaG0yNERmU2E3WE4walhnbDZROWtaSFc5c0x4L1p0alV1MEZ5N3pUWkpLZnN3aVBObFVYWGtVQUNaTXlFMkRFMnRKSUkvQTNheDZlMG5peTViZ3MwSGRpcGZlbFVBQ0h5NHd1WmxEbmlyOUlFcVFLZ2trY0QwaVFhcDhRSENLSkVBM0FJQ0lMbVY3ZlNsdXQvcVNnbmFHWWRZMlBWTVJNMURWREpyWXB3SjdIR09HR0thbTVxSlBQTi8wNGhWU0k2ZjR2bVNISnFhenlhZWdhZk1iZDFiOHg1VTlyTlR5U3JQbU1wR2pzV3J6QVFDVTcxZzd4NExSM1J6cFpkSnZNQ3VzcFFTYVdWOVZlWDlvZWE3M0c0T0lyQnhTekNhSjV1YmRGZUdEYnNvdDlZMEhxMFZubldlZUdKa3gvSXNOMVJYZkQ5OG5LS21RKzhUektZYmh0R0NOdWRpbnY0QTRzMTNEQjZXdWswcjlvVGtxUlFZQVBIcnZES1VjU21qbVRBNFlUWTExdnBNQVNBN0pMRFNFZGJFKzQ0MjM4anFuZUJubXFkYnRXODljdWZZWlhrWHluQk93Mk1DMGhxcktYNGZ0Vm93Y091SW1qZFZMQ25TVDFTZCtlNnd1dG1QczlmcjBMbmZmUjJIaE1Bc2FHZ2pvZTQ3Vi9hQXZxK3dlNXlBZTlMZGRwdldiWkozbTkxanloU1B4ZlZnb3cya3QwZ21wQkwxN2YvV201MExuNXh4anpsZVdkYzYvODRGVEFJU25iR09SN0xXYW0rc3FCd2lWbVNYM0RuWW9NWWt0ZFpZTk9hcHg1NVpub3crUTdmV2xLTEkrcFV4K3RMbHUyNERDWi9iTmF6UFlORDBBTEgvMXBoZ0ZGUHJMZWNZUWN6R0lmdTJ2cVlnaGF6Q1E5R1BleEJEcDliV2Ivamw2dmFkb1RUcDBvMUtCLzlILzRwWm8vd2h5SjQrYjJ0ZHpKZ1dRSUlMUi8zOXdiVUlRSEF4MlhDbVFaa0NRNi8vNnZQNlBrQUhnTlFDZmpscitCSUJqdHVGdE9IWUNTQXY3dTl0T0V2djJ1eGppL2pRcS9VY0hjQ09BbU8raFhWcjVrempMdy9FQWdLL1loTWE3K2NYRURDRGZCNzVrcTJDdWx1VHpYMkhYU3phWjhqTUEyd0ZrdndjZm13OG5IQUNGZVoyd1FJZHU2RjlsaS8rdGFlZldHRlBzZ3BJTmM4RVkxMWp6eW5kRHlzSm9hRzVyTGlTL0luWGpKak1vOTdYVzlTc3JDMXpXWktuWXFxL2RmS3F3ZU1OWXlXWkJ6eW5qbWRaV1h4QUFjb3JYejJLcFpVQkhVbWQ3NE5tb2NrYmhjbGhlQW8wSmdIOXhxQ3IyM0VJb0xDbWZDY0g1ZmIzQkg0WS9IMll2V3BzaFdkNmxNZjM2VUcxbFhIUFVndUwxWlVGTHZkTzhZMHNyQUhhT0xaOUJVckIvWjhXUnJMSjduQzZKL0lCVWZwZWdMNlQyT1I3MHY3UWxzalJuaFp4SkNqUGJqblU4R3EyQ3lTc3B6MkZwblJXNnRyZ25JSjVxcmZOZHlDcTd4MGtXNW5lODBmNmtKejFEVUtZMTN3cm9MeHpiNTRzaFZBcFczSDlibjZicVlUbTdkZE9hMjVoKzlDbFVSMzRHdWFYbGhVeVl6aEs3RHNSSlZTb3MzakJXQ2tzSUphWkxvbGRhYXJZTjlBMW1sdHc3V05Pc201Vml2eExpVW5QVnRvajJ3bVV0QlhScW80czF4L2JGSjZSbWx2Z0dLMkY5ekZMeTl3ZXF0dzRvU0h2SWNpYVJsa09neGN3V3JHRDdFMzFkMm0vZWZyc3ByaDlMQWduOFg0TUVNVUE4d0lzU3VmdGpsc09FS3YzbTNna2trTUIxaGdTcDhnSEJTaEVKNkNBQW1oRnd1MVFaUzV4V3JCcWJkMFIyN0dZdldwdmhTSGJjWUtxZStrQ1EzU2t1NWRHVVBGUmZ0eWxpa3QvQnJpVUU3bFlhWmpUV2hCTXFvRGtsMDZjTEtNMWZWYmtiQUFyS3ltOGd4ZTdHNm9vWVJRWU5HVkZFU28wUGRGdmZDeTN6bEt3ZnFSaTVBa29vU1dlYmQxWkVHQ25tbDZ5ZExHQk5iYVAyWDQ3cUc3cTBJOWp6ZVBoNmxUbThRQ04rdXdmZGVyTERYZGdabEg4NFhsY1o0VkdRbmUxenVOUE5PeFdyaHFhYXloaWxUbDdadW15V0lwdWxPaVVGbjJpczh4M3JQM2I1SWdnMjZwTmYzWmZmUG0wSlFHMysyb29qb2N2Sks1aytpNWlENTlwN1dvYWxKUzhKOU9vUis4NHZYVDhMakI2bGl4d0p1YXU1cmlLT2VNSW4ybHlCUEozMUMwckRLSmJCaHRhNnlxNytTT1hVRzhneWQ2Wm9ZaTVJSER1eXF6SnV5VXgrMllaNUd0TUlWdktzY3VwN1Evc3RLTFZ1QkpIWlVQdkFRUUR3RkpjWFFza0x6WFd1QVVJbDIrdExTU0xMSzFtMUNWMGYwbEN6S1laUW1lRDF1ZHhPZVRjUjlqWHQzbnp5eXZMUHVwekt1QVVhT0pUMEZJM0NrdktaVE9TVmxybS81NjFqVjUwaGQ0ME5MRlZrakpZQkxXYVFtRnU2ZGdMSXVJT0Q4dDhiZDIySlVibmtsNjZmSGVnNFBoVTkvVndYQTRhMDNOZXNza01RTzVqSm9DdERSNERsOVVxcXdJNE1qdlpFeVFJd0xNN3lrWEhhZittUHhlZEc0U1FBRjRCUmlJMlFNdCtEMFcxb2ZmZDdqRlIrdnhnQjREWUF2N0Y5VXY0WTJDNy9XUUhnYit6WEovNEM1L1VYQjdNZVFaWUtGdTFXVUQzWXNudHpqSG5yN0VWck13RGhsWnI2bjNpRVNrN3hmY2tPSk4yZzJEckRtamJPTXJXRExidDhyNksvcERNTmpHblExRXR6UzhybldNeGp1enVETzQrMmJnNENvTHhsNjJZSVRXUkJvUjFLdlJIdEQrVXAzWEFEbU1hWVFUeDc2TG5OVjAyTHlTMWRPMEVCbjVXV2V1eEEzWU1ERm1MVGw2MGI0dEMxcnpQallIMTFSYXk1c05lbjV4bklWUWljYTk2eHJSbTJjYTVHUEtwaFIrVjJqOGVYcEN5MXdOS0NGMXprS0c2bzJiUTE4bi9BSi9KTDVFSW90YVR0V01kRDBTb1lqL2ViUXdtVUJXRWdvT1QyMWpyZm1iemx2bEdhN0x2aFRHZlAwK21UOVdTSTlNVm1IOWUzUktsS0FWQitjWGsrbWVMRWdlMmJqaGVVM1YvS1N2bnhST1JuNENsWlAxSXczMkJCN0d1cTNSU1RtSlNWZFkrVEJlVUpCaW1wWG0zWnRXWGcrWkZUZkYreVV6aVhTOFpCcGFDYWEzMFJIbDZlNVJ1THdaZ29oZm5UYUxQK0sxaXBPU2w0SzdONDA3aHc4ZVh3OThmUWhBR0l0TkFpWmxoQ25FM0UwU1p3TFlDWlFBSndTK1VpRFV4aFJVRUpVaVdCQks1REpFaVZEd2lsa29tMS9wNm4yejE2R3BFNkRjaVc1aDM5Q1RJaFpIdDlLUzZIV2R6SFBjOXBtc0hKQmcvakkvRUFBQ0FBU1VSQlZHWUdUYXY1MEs0dEVha0pCV1hyeTVpNUExS2xrcEkxNGV2bUxOMHdTbU1lN3U4elhrQi9KeW1mV1ZGRHplWVlRcVZneGYzTG9kUk4zWUcrZjJ6ZDg5QmxoTXBKaUdicmxuVkU2WTRaZ2JkZmlZak5uVlMwSmwyUVByWG5wTDR6Ylh4YUNTdXI1ZFc2N3c0WStPV1dsaGRxaWxJQzBub2p4ZVcrb1p2RjgwZDJiWTJSNWlhTmtSOVhoRURmaWFNeGhFcCt5ZG9zTUkwVlNyNnFDYzFkSDNDMHdpNVgwWVFsNnF1MjdwNWJXcjdBQXRvYmF5djhvWGJ6eW55cHByVEdCazdydGNNbXBIK1VncjB2dDlaVkRneWdQRVZyWmhQRUdCYktNcUcvMHJKOTA0bm9Zd05BM3ZLZUVZTDFZVVFxRThKUjNWUmRlUVlBZUZpbVIwQzBTUU5UbUxXM202b3I0aWJwNUpmNHNpRE5US21UUVpiYzczL0cxd01BK1dYbVhHbWhLMlJJWEZoV3ZvUVl3ZjJCSzJrVndFck43VEp2bCtBbUNIMWt6MG54WE13QnZENTlpTlA2S3JGb2JlalQ5b1IzUEljNlI2OGt4aFF6b0gwM0ZMY2REazlSK1d4RmFyb0djWmt2T2V2aitjQ2czMkN5U0JMbTlWckIvMnF0ZXlDaWd6NXQ0ZXBVamZYYkZWbmI0NW5mNWhlWGV6U2lVWUF5KzM4QUFJYVM1alZMcWtnaVErQ0twd3FCd0xodWxTcXdWU1RSNU1sa3Uwd29lbmsrWXZGK0IwT2gwc0JaY1VpVkR3TytZRDhqLysxOXRndGQxL2kvd0RuOXI0Q1pJNHdYb2RRNzhRZ1ZBSENrR1AvQWxxcHBxdGtjYysvTjl2cFNOQTdPazFLK0tsemFDS1ZrWi9PT2lnT2g5ZWtxOVU0RnZZNFVaa09nTjNCS3J6M2FXaGxFZjJ6OFdKQWN3eXg2V1pPZFRkczNSNVJ3NVplc3V4RUtreURVb1pibmpGZXVkaTJlb2pYcGdQWnhodHpadk9PS2Y5V1lCZmU2VTNTeFFoRzljU21nL1RwZTIxd2pPRXVRcHVIaXBVYUVQTkVzTWF5aHVuTDdtQVgzdW5tUVdrWXNUbWhLakc3VHhGUFJaVDM1SlhLaEVKalk5bG9zb1FJQWNDYmR3WVNMQkhYZ1VNM21VM09XYmhodGFHcFdlNmVzR1o3c2NEQTVDNVVWMk4reSs4R1kvdzlQeWZvOEZzcm9QcUVkTEN6ZCtMR2c0cU10TlRIcVFnRGFiUXc2M2hRWm5UeUFqTW5wbjJLbGVwbndhdU91TFJFS1I0ZHdGVW9tdDZhVTFSaWxQQzBvSzg4RHNJeVZmS1RwWFJSQ0JhVlQ3MlNpMU41ZS9kZlJYaXZwZzdNbjluVzlQbEx4d0dKVDEvVUVxWkxBaHhpOVlhRjFCR1lrU2N2VU5EMGlVamxSL3BOQUF0Y2hFcVRLQndTekpFSy9wMHB2c1AxbHQwSlhZNjB6cW01L3BlWjJxaVc5RnRlMTljak9ZYW11WlgxQy84UGhIYjRJUXNLem9udzJMR2t4aVZHV3BmYTI3TDVpOEpmdC9VcUs3cVM3L1ZXVkQ4Q2VXVk1RZzhYNWN6SG1vcDZTOWZsZ1h0SFpHYncvbEFMa0tWcVRMalV0MXhUQlBRNFlkN1ZmdnZ6elkyR0Q3cXl5ZTV3WmJIeEZuVC8zc0d2czhJOVJIL245dXg4WVVFa1VMdDR3VmlvMW91ZjBxelhKWTZjdDd1Yk81dy9YZkMrS1VQR0ovT0srRlNUVXpNYXF6ZEgrQ01ncHZpOVprRDZWbUU2UXBpM1liNnR3Wmk5YW02R3hISFcrMS9tY3grc2JhckdWM2hqVXJ4QkZYcC9PU243SzdMSCtKM204S0pIS091TGZlZVhjOHBiN1JwRm16aktEL0lLdTBjeVdIYjY0dmdrZXp5b0RtdkVaTUIrRWNGVFhiL2VkZ1IyclNaWWFTeHFPUzNaY2Jxbnh0Y1JyUDJiQnZXNEJOWk0wTWVkOGozandlTjBEQWZSM3NETTFSWVBxelQwN1lSTkVVa0UxMWxTOEZONitzSFNLVjVyY1JBYmQ2cS9lVkJubkVGVGdsSjhpRnFmcmF5TU5JQXZLeWhjQ21GdGY5ZUs5UUYyTVY0REgrODJoTEZTMllHVHUzMTRScjR3Q3NHZFhGY1JpQ3FyL2JnMzdmR0VyakpMUzVFWlRxZCswVk1VU0tnV2xHNmN4MHdpbExHWDFkcnpPekVFaWdFQU90MHRlczZRS2tlRWd3ZnFWdnduTWREM2ZFN3NCSElsYTFnT2dMYzd5UDBjcXgyc0FMdHN4ekxWL2h2MzlPU0ZzZzlxakFPcmVaOXRwOXV2SlA3TGRoeDBESXdRbFZOeFllazlKK1JlVk10OXMycmt0YmtwYXN0T2FiNUk2WnNDUnBTenVhcXpkTWtDbzVKZHR1QVZTN1FITUdSYm9VR04xUllRdkdPdHFxY2I2YWN1VTNVMjdOa2VrNkJXV2xoY3FhYnFGb0VIMTFaVnhqeDJDMEIwZlk2aDNVZ09PQ0ZKaGVKcDdQaURTTGRYN1g4ZnJIbzVKaHNvcldUTkhnejYrb1diVFU3QzlxRWhxazNyZjBtdUJsZHFvMU9SbFRLSmVLdXYydmg3MStMRTlrYVU1bnFJMVkwRlkwbk5DZS9EWXNSL0VFTjF6Uys5ZnFaUzZvSVE2N2EvYWZOVGpXV1VJWGNzUEJzU0xSMGU5MlpQZk9hT29md0ltSnJZYStVV3JaekMwck1hcWlsOFZsbXdzSXNFblc3Wlh4aWdVNTViZXYxS1JkRFZVR1RFZUt3Q1FWM3IvTWtDMUUwUlBRMDFseEdTTHAyUjl2Z0pOMEFodjF0ZHVmakdpM2ZMVm81alZ4OCsyOS9oT3gvRm5DYUdnZEtNWGpJWCs2c3EvanpuMjh0V2pMS3Y3czZycnRiQjdNSnR2SmtpVkJEN0VJS0t3N3lkREVOeEtXaG9NN2NvMlNFUXFKNURBOVlqcmVRRHhKOEV0TGNIc2NCQUJMdmZRekE2aC95NDZnakcvYkdvaGxQVU91VlJ3aEphNlNPcnk0T0h0a1lUSzdFVnJNMWlwTEUzb01Ka1BoODhHRm5wOUk5Z2x2UTBwUng0R2dCenY2akdHUXl0b2g3NDdPZ3JSVTdSbUhKRllJa2s5RXBKSTV5M2RNQjZhTmt0eDhLQlQ2amZLb0lvd3VTdGM0UnVobEhuanliY0QzeDgzSXJNd0NCeHVDVE0zbmVEMXVhVERtbVAyV0h1U3hzeFlvbGljQ290WHRPRVQrY1dXVnlOdGNuMTFaUXloNHZHc01saDMzVVJNblFxVTdhL3VqM1dlZmZQYURLZmxXQ3lGK1lmTXBPNUJMQjBMSWEyZHFLdTBFSklkYStaUzJVYzduS25HQkl2NVFsUDFsUTc1QksvUEpZVEtVK0REaGtPN3NZM2FmaGZ2Yy9JVXJVa25UUzlTVE0wQ3VGUy9IZWNRVXM1b1BCRlMzOGVRazdyRnhaZml0UWVBRVlOU3ZWQVlZN0wyMCtOMXZrRG9zOUJJek92dTAydFFWMmZsbHE2ZHdCSXBuWHJiL3ZDMnVjczNUcEZNUTRTdVJxVUVqRzN4OWw5UXVuRUpFeWNIWmU5dndwZlBLdDR3bHFBV0tOTjZLQjZoa2x1NmRnS2dGWUlGOTZMcjhlajFJZVF0WHoxSzZPSkd5ZnhNYzVSNTdaeWxHMGJyVHV1VEJOcmVVck41ZjNUYk9VczNqRmFNaVlvVTYwd1hBdDF2dFF0aGU1QVFHMUk2cmwxU0JleGd3QWl2YzJCSXg3czArV3VHQ1dCdW1Nb2loTUVBOGdDVVJpMVBCZkJCNDZkbkEvZ3FnQy9iaVRxM0FmRFo2eFlBdU5kV2ljU05BdjlmUXBtdE5QbUhxNndmRGFBWXdIOUhTYjF2Qm5DM25hWVVvOWk3WnNBUlVuWVFJNFpVOFJTWHp5UGkxS2FhYmQrTFhwZVZkWTh6ZFVyS2ZHbHlGK21PeWFaVG5XeitmZVdBaWpPbmVPTkV3WlNzaERaRFNYWG93STRyU1R5emIxNmI0VlRHTFN6eFNsQ1lSc3V1VnlQdVM1NmliNDlqSmNlVHBnL3BEdWovZWRWcjhIcjFQTmVDRlV3WXhMMkJuOWZWYlI3NHZucVdyczhYUWk4eExmV2ZCM1k4SE8xN1E3T1dicHlrc1JqVlVOdFBxTXhhdG42NExwQ3JBbDE3V2xzZkNYcEtOeXhpb2s1VzFseEQ2RTgxaGlXMHdWWnhNTlBLcnM3QTFxT3REMFlUS3BSZjZwc3RoUndDd2h1TlZadGZuclp3ZGFwSWRua3RTeDY0ME5mWlY5QStaU2tSbjQ1V3RJYXVuNFE1b2FHbTRsZHpscTJicWlRSC9EV1JwRk8vU3FaOGtXVGxhYi9jc1NWZW1sSHU4bzFUaU5Va2hqalhVTE1wc3FTMmFPTU1BaGF3MEY3djdvRS9YSUV6WnNHOWJxRTdiaWZGejd3Ym9WSzRiTzBrQmJWQTlqazJScS9MVzdGaHZNYjRpaFVJTkxHU1MwTWxtQXlZT09aSWtDb0pmTmd4OEIxbHRra1ZPQkcyTEZIK2swQUMxeUd1MlFIUi96VXNoNkZSZitJRmVycE92M1NzS25LV2FtN3AvU1dRd2dUd2ptRnFpNlJtTmpkdGo1Vkh1MUtNdXpRUUthaldscHFLZ1prbXp5MitKSFlFODlnS1Z1R0pKMlJoOFlheERwY2pwNnNqdUN2NldMbmVid3dpUS84cUIvRjAwL1orTDQ3OG16Zk9JSjBtUS9idGdUUkdrNllmYXRwOTVmZzV4ZmNsc3hYTWE3L2NVVE5xbER2SDFMbW5wZVpJeEd6MFlKY3FzNEREemhTanhHSjEzRi9yaTU2dGhxZTRieXBwbVBaT1IvY1A0NzFQSW5QNEoyUXZ2YWtzZHZZR0xsVEJMalZ4bVZveDkzWHZCUUNwM0F0WVdqdjlBeEdjS3pXSGNCV2FGaDNwVlgzZElCb3F6cCtONkRRT2RWc2ZJY0Z0QW1KQ1VQVStFN2VlMit2VGxlNHNZQWluSnFnM3BjOW9CSHdxMit0TElUaW1LYVVmSXAwWEJsV2cvbXIxNEhuRkd4WVRWTFlpNjhYbTZ2Nlo1emxMTjR6V0hZN2NuaDZqcHJYTzErVXAyemhaaDU2alhkS2F3dmZqS1ZvenpoQllSTXpCdHJhT3ArcmlwRklVbE54L0d5QzhNTTNIRDlSZTZkeG5aZDNqZEFudEhpV04zOXZtdHhISUtkNDQwU0JqUElRd05NdHNpRlVQOVNQYis1VVVJUnhmWUNXYm0xT1BORWF1ODZVNGRIR1h0TlN1K3FxS0dPWFR0T1dyUjJrT2JhNWdRYnBTSnh0cU51OW5NQTNNWURPY3lqSzE2SGJYQ2hUQklPWklZcG5KdUdxRHYwN282SS9OTGJkOVVyS2lmdmJaUGlIUnk0ZmJaVEVwQU43cmQyQWtnQjhCYUFKUVlwdlJQZzRnRjhCQ2U1dnhBTzU0RDM0cWYybDhDVURBSmszaXdXMmIxNTZ3citISEFGNEM4SHY3M0Q4TklNWlU5Sm9DVVRpdEVuRi95U3RibHduaVJVSFNZenhqc2xmNkhHbFpHVjRCN1RRTVNpSkx2UjFPcUtEL2d5K1ZpcTArRnM4Mzc3aXlibDZaTDAyWGpud0pxNEhCbWF6Nm1zSjlXcVo2ZlVPRnJoWkRBMlMzL0cyOGNzZ1FQTTdGTndyV2JnaEs3WEYvV0RscjNySjEyWEJvSzFuSjM0WWZPNFFjNytyUmhvR0pEVUd4QTNiNXJNUFFjdzF5dk5SYzkwaWJwMlQ5eld6QmtwSTF0clRtZlZXKzArSHQ4OHMyekFmUjNONkEyQkx0QVlQK3RKeDBqZVJITmRaZTlWZFYxbVo3ZlNucHlVbExncFpzUE4vYmMyNzRvT1FiTGFGZXF3L3JEd3ljVy9GOXlheGJucDZnNDhWYzd6Y0dHYm94QTI2ak1YbzdUMUg1TEFMUGhUUzN4a3NMZ21lVllXaTRReERlQ2lseEJsYVZyQjhKRGZOSjhJWHU5cDY5NGU5eGYreHk2aHBpL1dCREhCSStBb2IyT1NqK1hYVEM0T3liMTJab2l1NWt4UzljZXF1aEZ1RHdXUHNnMEhvOURFaXpBVXk2eXJwME8vMHMvYzkwckdFQXByK1ArM1FDN3dJaFJDVHBKNURNckVTNHNnL0VDYVZLQWdsY2gwZ29WVDRnbEpTQ2haWkNJSENndlQxOFhlNks5Ym5CdnVDbG9IUWRkVHZsRWxMV0M0MjFEN1JIN3NFblBNVjl0d1kxK1lwdTZmRFhiTHJpNWVIMTZSUTB5NElJdm5oZzU4UHRPY1gzSmJPZzJXeVplNk03YVJPOG4zWHBycFNIdTVVcWYyWDM1bmNRNnZDYW1OeWh0ZTl3SVcyWW05aGQvNnp2alZBYmoyZVZ3Y0oxZDErWDlhdTA5RUZUQkRpallmdVdjS1VHelMzYmVKT3krSnhEdzNobGNVdnp6amlkejdMVlk0aU45V2ZhT3I4VWI4YXFZSG41d3FCbEh0YWRXb0VpdGIxMXg2TmRnRStrcEtqRjNYMjl6K1BjeVE3MzJDbkwwU2RlOU5kZGVYOXl2Qk5IUWdsRHUzVG1lTkt3NGZjMjlJaC9oUCtISVVLQ0NrdnZYOHBLbkFSWlEzdFozM080Tm1hbXNmODZIWDFaQkgyeUlqcFJYN1hwK2RCNzZ6S0NIKzFqZXQ2dDh5MzF6MVk4R3E4dEFIaktOazZHUWlGRHREWldWeDRBZ0FVTDduV2JEcHBqQmZROXJYVytycnpsdmxIRWFtNUQ5YVpmaExlZFZMUW1IWVp4R3hIMUJzbDhQbDdITm5mNXVvVWdMRytvM2hRaGpmWjZmWHEzMjNxQWxYZzhMcEZWdENZZHBMSXRSUzVpY2JSKzE3WTNvcmNKWGF2YktiL0ZoTmNhcTdkR3lMZXp5dTV4T3RsYUw1bXFtbXV2K0F3TUhNUDd6YUVzSENYRVZqVnJZcmEvYXNzaEFOQTF2cUo5SlhJNEhOZXlVZ1VPb0o5RVlXWVFFVWdUSDNhbHltdzd2ampOTm5tZGJ5OFBkZERuMm1rMW9RNzU1TEJ0MHV4Ny9ueTdyT2NBZ0U4QStQZDNPWjdiM3Y2VDc3Sk5HWUFYMzJYOVJQdjFlYnRzYUxOZGFpUnNFdUlRZ0grMWlaV0pBTjZ5Q1kwL2hzSDI2d2RWekZ3TlkyeVQyY2VqSXFERGNSckFHZ0IzMm9xVk5BRHYyRWxBRDlobFE5Y3NkS1VMaUxEeUg1WURTb3dKM204TUV0QWZCclIvT2hCRktBQWdWNGVjQjhrblNSTTNhSnE1Yi8vT3JSRmxtUVZsNWQ5Z3FmUyswNi8rWjdUL1U1QlZvYWFKczBMcGY3dS90bUpOK0xwUm5sVkphUzcxOXhaUUE4ajJwaGZmSmVtbmVNTllDTDYxbytQdCs0L3UvZkhBTTNQdXNuVkRsRk1yWWFMYWhtZmprd0lPcC9NekRUVVZXeEJTT29MbWRIY0duais2OThITy9KTHlHNW5rS1FnYUNxRXUrR3NySTBxOGNvcnZHeVlrbFFUUjgzQnJYZnpua3U2V1g1R1NYbThNNGdXc1hLbTUyNndiVElzUHR1emUvSGJoemI1bHBzU3J6ZFd4Q1QwQTRCU3VEZlhuejMwYi9oK2FCU1gzVjdhOWZya2lubGVMMEhFbkNmMW4rMnNxMitQdHAzRFk4SFdLMGVhdnJ0Z2V2VTdUdEp1a2hMTTdSWC9zYU5YbXNNOW5wVFo4VVBJWGhaSXQrNnMzdld0Sm5LZTAvTHVTclNjYmE3ZkdQTCtjVXYraXN2QjY0RzNIRG9mQkUwUDNZUFNYVFFRL2dEZlRYeEovWi85dlAvQSsyeVhiNURNQmlIbSsydmVXWXphQkhJMGNBQy9ZY2U3N0FXeXk0K3JqR1BDRGJJT1BkRHZCTGNPK0w1Nnl5V3NBV0dXbnNnMnp5eTAvQ0g1dUV6MFRQbUQ3dnlyMGYwR0pDUXd3dXcxZGp5Q3NpT2w2SUFZVFNDQ0JLQ1JJbFE4STRaQXVzT1pFdjlSdm9GT1RVN3h4b21GeG1pTG44UlNYV21oS3E2bHA1NFBSSFJ2S0w1WjVwT2xwaG9Tcm9VYjhLclJpMnNMVnFhbU80Q0kyemVZRHV4OCs1L0g0a2dSWkN5ekJoNXQyUmhJekU3dysxeEMzK3B5MDVMKzlzcVBmb001VDdKc09hVTNIUmIwMlBTTnBPT2xZZVBsWSswQml6T3hGYXpNNFRWOFlRTjlUaHVFYUpaVnlOOVp1anVoWXpTa3B6elpaa2hKYW13Q2xOVmxhREtHU1Y3WXVXNGQraHpLNi95RWVvVks0ekRkSkNUWElLZlJNQ2V3SkdkbmxyVER6bFltenJYVVBuU2xjdm00Sk0wNDAxUGtHWmhFOVJkOGVSN3ExTUdCYXUxMURNMi90Nk8zNU1lcStPMENvekMwcHo3SFlERElacVRyVGljTTF2cmlEbnNKbGF5Y3hpVkltYmlWZDJ4TjZiNU1kMWhLUTQyVUhCYk90RHV1cXlSeGpGdHpySm9WU0lyeFpYOVh2YzVLZDdYTllHVmpDYkIxdHJ2TzE1WHEvTVlnME5idXpNL0Q3OExiOUhpNk9tMWx4VnlkazlTczFzZkhNK1VVYlo1REFmRE1vdDBhMzdYTEt1NkQ0dVlZYVgweW5mL3F5ZFVOSTF4WXFTL1JwbWpqVlVPdnpSMjhUMm85d3lVK3d3Z2wvVGNYUHc5ZmxMZmVORXNyNkFoRmVicWlwaUJrTVozdDlLZVJXaFFSK0ZWTFBiYWk2SWcxbnhwV3lBR2FudE9TMU8vdkY3Q0loQklmMTRRbjBZU2RWZmdaZ1R0amYwV1ZyMFlvakg2NlUxb1MzT1d6djV6ZjJ6OVZRYXhNRTkveVI4eEx2a25od3UvMzZLd0Rmc3JkN0FZQVh3TWZzZ2NzdWV4RGd2TW9nQkRaaDRiQUptVFM3N1puM1NNREV3NnlyTFA5LzlxenV1eG5VQmdBOGFQLzgxWUYxSlFCQjFFODRNbFMvVW1YVzBtOU5kaGlPMjBuS256ZlVWc1JSU0d4WVNGQ0RsWVBTZTRMMGZHdk4xb2dVczB6MzZOdkJVQTIxbXgrT2FPajE2ZmxPRkdra2U5bFNrL2ZYSEZrZnVkODE2VUkzbGtISldrTm9hZnVydGw2MVhET24yRGVNaFhXSGxPcDNSL2YrK0lxU3hiUEtVQTc5TmlYeFZ1Q1UyQnZkTG0vNTZsR0c0ZlIySGRmNnkyMkw3eHZHWk9SelgxL0QwYjBQZGM0cEtaK3BzU0tMa0trTDZxZ1BLMGRGeUxpVjZUWXBBeitNVTFLRUNkN1B1b2E2Um4rTUZTNVo2SGtTZFE5YmhTVWJpMkNvYy80ZFcwN2tGVzlZckt6Z3BlYWFMVEdFaXFkb1RUcnJ6cVdYU1d6TEdaTG1jSlN1V3g1VTR2dlJoTXEwaGF0VFU5SmMzN0trM05GVVhSSGpNWmFkN1hPNHg4bzdHT2p3QjdTSUNZV3NySHVjcVZucEpVcXF3Y3JFTTYxUFZFUVFYdm1sMDI3ck4yR1A3ODhDKzdrNVBEM3BUa0M5M0ZnVFNlVFB2bmx0aG1GcUt4VG92Q1Y2OTdTMlBod2NQMldXSUUwYmlKcGlzUFVoUzA2WkN1RHJBRjRGRUY1aW5HcVRIeVBzbjVGMml0bGtBRlBDMHRIcWJhTDcvU0RVbjNJQUdHY1QycmZZQkV6bzNyakQzbS9LVlJUblQ5cjNSd0JZQW1EUG4wQ293SDRmRXVvTDJOTVI3aXQvTXBDa2xKRlFxaVNRUUFJSlV1V0RRZ3RxbWVUb2wwZExocDFXc0dZY05NeFJVaDBSbXN3MlNmcWJkandZTTVzMnFXaE5ta2E4aUMyODJhYTMxNFRxblQyZVZZWkljK1lyOEt2KzJvZGVuK0QxdWRobGxRYUR2SytsSmpaNVlhaGJmaG1TRGplWmU1dlI3NUdTSzZWTURaelN0NHVSd1F5blllUnIwSjhOZGJ3bWVIMHV3MkhsQlhyNkdweEdzb0F6T0tMdnBDT2k0K081eFpkRWZjRlJyR2tkbWlWSFhlaHp2SWlvc3BYWmk5Wm1hRW92N21QKzJZR3FLN0xxZ1gyVXJCL0pwT2FCclE3RjRoVi9kYitQUjI3cDJrS2RSVks5cWUzTks3MS9tVkxjNWE4Tksza3FXVCtTd0hsZHBxcE4xbzBjaTRULzFick5WMUtJdkw1MFJkWm9rcG9GWWZiVzE4U2Fxc0x1SEV1bVhBRmNEQXFyL3VBemxUM3crdlEwdDh5WHlqd2lXRXcwTFg2ejVjV3RNZWNld3ZEMHBJOEFaRjZtdG9IbzQ2Ung4dU9LdWQ1ZlZmbDZkdlpLaCtGSXZsa0Z1bXVPN3YxdXBNUjcyTENiaUpGaWtyNzlsU3BmVEJwRFFlbkdhU0Q2bUdMNSs1YmRXeUpTSFhqSXNCS0M0amJSRWVQSGtPdjFEZEoxdFVncFBzMjZOYWpucE9OcWcwOWc2TkJpRUxuNW9uZ3NmSEcyMTVjaWhQVnBKZWlGcGpnbFB3REk1VFp2VTBUdHdwUm8yT0dzQ1o4NUZIckdFSmFkenY1RjVGSzZkczJTS2dLVUNrVE9pN0xDaDUxVSthemRrZjVUMFExZ0hZQ0s5N0R0alFDKytFZTJXUWtnYm9JS2dLL1lCRWE0Nzg5UzJ3RDIwd0QrdzFhRy9CT0FJZlpyUEl3SGNKUDl1d0x3Sm9EVjcrSDgzdzgwMjgvbEVJQS92SWZ0L3lxaGxCSWFFYUgvRVJjRWlVQkJ5WWE1WURHTFFZY2JhamZ0aUc1VFVMclJxNVJJaFZCa1dZSDlyVHNmUGhlK2ZvaHoxRElwZ2NiYWl1OUh0eTEwV2w0cGNVS1NHc2NtTlVkSE0wdmRXQWlKTGdrYTFCd1FWelUxbmxkMlQ1cVM4ak1LZk9KeTBOZ2YvdCtkbnpuOEU2dzRsYVQ1bTliV0J5SUlnMmtMVjZkQ09MS0RQWjNiVzFzZkNYcTh2cUZDVS9Nc21DL1gxejEwM2xOVVBwc0ZaeXJGckpGMnFiNnFvaW04ZlVISmhybXMrRWFUdFVjUDdIZ3c0cnB0MEZEWG1Qbk1uTjdWMWZmWTBiMFBkM3ZLTmhZejZIekQ5aTNObnJLTnhScnhwZjNidDhRUVZWaTVVbE9kemdKSm92NVlGYnB5aTUzemxXVytlV0NuTCtZNHFTbU96OERpbXFZZG0yTklJd0J3anBNZUlyaDZUbWlQb2pYeXVaNHhNV1UrRTJaTFVyOXIycjAxb2xTNXNLVDhUbVkxZ2NFL2krNFBoQ016SmZVR0FhYnVrMGNpU29xeXZiNFVRNnE1Z25pMEdWU1BIZGpkLzkxZ05ramdTZ2ttRTZ3UG1WSmx0VzJrL2Q4QVhna3o3RjRXUmJKY3NOVnJKd0Q4d2xhaEhMUEptUGVMRUtsaTJPVDNYQURQQU5ocmt4dHYyV2xzbzhKOHAzNWhFOVpQQUdnUEt6M01zRW1WdFgvQ2V3QUFtYmI2NWJvSEVURUlBM014QXVSbVhXcmh3eW1GaEZJbGdRU3VSeVJJbFE4SWN0Q3cwTyttcGN5NXk5WU5VYnEybkhYOUY4UW82dWdNUGhldm5ob0FNZ3puRndHYzd1a1R1NC90Q0p0cEdqSWtuMGgxKzdkdmZoMEFEVXV5aXFSVUw3WHNqbzFKTEZpeDhWc0tmS0d4dG1JSEFHUjd2elZDV2RhRXh0cktwN3hlbjlhcDZ3VUs1dDU5VlpVRFpTZERIZktqQk43YjF0bmVNWHE0OCt2MTI3ZHNqZDZ2Q0ZxZmtJcGVnV1ZsK211My9qNTZQUUE0VS9SL2daSmJEdFJ1ZVRONm5lY1dYeElzNjQ0Z3ExcW5Sc1BydDFjZWhXME15OUJIMWxkVlBGMVFWcDRucFRMOXRadjNEYlR6ckRKWUV4NzBkTzlOZFNhTllNSEI1aXBmeEl5ZDRiYStvQ1R0a1VScHpUV1ZjY3NOc3JOOURpSXJYOU5vUVgxMXhiZEN5d3VkY2hvRGxzYmFLRVd3V25adHZXcG5KNzlzdzN6QjhKNFBuUHJtOGJxZjlNR09JdzZhVm1QTHJxMnZBMERLK0duZjJsOVZ1VG02YmQ1eVg0RmdlYU1pL2trY2FYeC92TFVRZDdHU094dWpaanJ6eTFiUEY4REtocXJOZnh0elVpdFhhbHFIV2loVm9ON1FYS3YyVjIrSlZoOE1ZRzVKK1kxUzBISmw5bjNiNzMrZ0o3UjhsR2RWVXBKVGJpVWhhdjJoY3Fnb0ZKUnV2SStsZkFhYWMxekRqc3FJam5sTzhYM0pWdWVwK1lIMmJvTlpBc1F1L1JwV3FqQWhtZEF2djdFSGp4RGg5ZjBmVGx5ZFNIdi9hQUlRTDQzcVQ4WGRVWDhmc0gvQzhSYUFHV0dsTzd2ZVJUa1N3bEo3VnBic2dkZGZvdU02d2laNVh2Z0w3UHVhZ2M2YUNMT3E3VW5LbUp5dG1ONG1vVG9kN1QyN283Y3ZLRjQvaTBBVFNGTnVmMVhsdjBhdjl4U1h6Mk9CT1lGZUxZWlE2VGRGcFQ1aDhFekZlRFhjK3d2OTk2UXZCSlU4SkVqTEhCVFVxNjgrcVBjSmsrV3RtbUREWDcwNVFvWG9LZDJ3aUFnM3RsSDcxNDdWeEpiTHBLUzZTc0hXSG4vZEkyMmVXM3hKVUdwZWQvZUY1MXJySHUyYVc3eHhvdFI0Y205WDE3NlVsTlNwMFlUS3pCTGZZR2pXQ3ZUMC92T0J1dGhKQmdEd2VIMURpSzFTMG9LUEhOMzdVR2RlU2ZrY2FjbHp6VHUyTkJlVStPYXl3b1g5TmI1WVFnV0FwMnZhTWxOWmJ4K28zWEo2N3JKMVU1WFFCalhVUGhoRCtNMHR2YitFd2UzMU95cmlFaW9BUUt3K1pRVzZ5MXRiSDRrZ2xlWXNXemNWbW5hREpMMm1hWHRseEdSRllmSDl0NERrVUVzWXRjM2JZeWNKQnBCMWo5UFErVlA3cXlxK0VMM0s3VlNGSUo0ZE1EdisrOUR1ZndvejMxWEVSRnJvaTBaTWYrNVN2ajhWSm9CUDJmZmRuOFpSblJUWktwQVBrb1kyR1VCNDZXOHZnUCswdFJDd3l6dGhreG1MYkIrcTBPVGFzMkh0aHRxdklWSW5ITGZiNU14VUFER0d3WFpKMFZWVEEyMDQ3SkxJZlg5a3Urc1NEQ1F4S3hGdWVDOCtYR3FyQkJKSTRIOEpDVkxsQTRLbEdFUDJjREkxWmJTaERDM1haSHJaTUMydjdKWXZ4U05Vc3NydWNhWnh5czBzWldmUXdwN1d1azIyTkhtbGxydHNjajRKemIxL2UyVWQrdjFJYm1CVG52YnZpQ1JVUEo1VkJnOGJjU2RMZnF1eHB1THhDZDdQdW9ZNlIrZUFPYjJodHZKSkFHaDN5VUtROVdhbzVNYVdEcy9ub0txWG1pbEhEaC8rMGZydEZWdWp6MjJRekZncWhUcWhnVkw2Mkh3dSt2eHp5bnhqRExhK0Frbi8wckJqUzNSS1NQKzVCYTNGWUJ6V0NSUHJ0Mit1aGowTEtJUmpTbWRINExrNVN6ZU1WdUNNeTBFam9sT29obVF1RUpZOHBqVEhNQVptTmxaVlJKWkVwUmhMTFVVN2hjYkROYnVjSng2U3hnU1hRZWhUdWdQaXV3UG5WYkkrbjZIR1FocXZLNkpNZjgybW1Hc2IyTGFvZkxhQUt1NDAxZjNINjM0U2dEMWdrSUs3V2dZZmU5M2pXV1Z3NW9pbFhiMjlNYWtUZVdYcnNqVWxsd1ladjJ5cGprelpRWC9IZWlnTHMwd3F2TmhVdlRuc0dueWlzTmljejBwNFdRYS9GdSs4Y3R1eTVpc05BVU16NWwwNmRqbUdETE5CbmhYbGN5WHozTjVlYlZ2ckZaOGFtck5zM1JTSFE3K1ZwZlY4ZmRWTFZkRU5QWjVWQm9ZTXV4bUVONFdtRDYrdjhrWE1CbnU4dnFFazVNY3RRQ3BXd2Y0T0JMbVVMcTVaVW9XbzMyZ2FFYjBoK2pETmt2NjE0NE1Nb1A3U25kVzNFRnN1ZGQyQkZRdUlnWEZDcjluOXpxR09pNlA5eDQ2ZHNhSlZKTE9YclowRUlaYXpvRVArN1JVUkNwWUpYcDlycUZ2T1VGQzNCaVgrcmJXdUlzSllOcjlrYlJaQlRUS1pPb1ZVcHhwcnR3NlFiMk1XM09zZWtaNDhqeTNhYjJnMFRtaDZRMTN0MVZVU2hTWFdVZ1VlcHM2Zmp5Z3R5cmxwOVRSQXpBMUtiWFQwbFFBQUlBQkpSRUZVM25hc05wSlF5ZmI2VXBKYzFtSWh6SmI5MjdlK00yM2g2bFFFckFWU3N3NjMxajNhNVNsWlA1S0J5VXJSbSs3azVQbjF2VnBFNlV0QjZjWnBnUFZKeThSanpWY2hWT1lzM1RDYURQazFDL1I0MC9hSHp1U1hyTTBTeEJrWHpMZGZubE5TUHBQSmRPRDgrU2Jic1BrQmU4RDhmWTlubFNHR1pDNVFrdG9QMUc0NTVDbGVOOTJDOERSV1Z6NFdmWXlDb3ZJOFNXcFdVRmcvam5jTytTVytMQ0w1ZDVacC9hQ2w3cEVJYjQ1czc3ZEc2SVpleElvYW1xb1JRZXdVbEd5WUs0bUhDRkJyODNiZlZRbGRUOW5HeVFUNlJrZlFpbENPZWIwK3ZjdGxMUUxrRkNpOGNHaFhSb1J5TjNYWXJCdDZMcjlpQUFyTS9ZVm1WenZHL3lGZUIvQVpXelVTamJmK2hIajUyUURDRXdFdlJKRXFZVVVtQ05qK0tndmlsSHkrRzc1cWUyeDlOR3ladzFhd1hBTHd4bnNnVmJMdHNjS285M0hjdjNvUWdibS90NUNrS1UyTEt2OUo5Q01TU09BNlJJSlUrWUFnUVFNUG1MVGhzMHN0eFFjZGhKR0JMdXVsZzN0aVBUUUFJRldtelJPQ1pnZUR3Zjg4VVBmZ1FEbVBwemlyUURMMU5WVDNFeXFGSlJ0TEplTjhZKzJXbHBpZERCbDJzMkRsdXRDblArYnhyRExnSExyQVVueTVlY2VXSGJCbkJBVW9xYjdxMkg2RWxCdTZsU2NSUEtvbHU4NVJFSXZiTDdiRktGQlNlVkErRXdLa2FHU2cyNnc2dUNleUpqemIrNVVVaDVLZllkSzJOK3o0VHR5Wk1Cb3l3a3VBVXltTEczZStOdEM1VGsxMjNreFM3blViUVUwNFhWNHkrMzUvdks1eXdBY2hyM1RkQW9BTktUV3BhMklpWHpoelJWYTdjcVdXMXFibDl4RWRjUUJMZXBYKzY4UFArSHJpSEw1L05oTENJeTMxbTlhNlRXZGhFeDJLOVl3Z2Q3N29Gc256MjZsOVY3eTJzRHZZMEt6aVlGRDk4c2l1clJkaGt5eEt5RkVkNktqREUwOUlVWGIvQ2dYVjJscjNVRVRVWlU3eGZja2FheVdRMk5HeU16YTF3ZVB4SlpIVHZCdWdOOFQ1TXhHejRKNGlPVk1SRlRMTVh6WHVqRFkwN2s4Z0Ftc0dBWHBBR1h2akdST2l2L00raWlVV2tNQ1RyWFcrTXdQN0wxNDNEWnAyazdMNGdQK3RZM1h4NHBscGFPWUtCZzJGbEMvWDEwWVNadE9YclJzQ2gveXNKV1ZMYjhlSk13VDFPWUFBWnBldXJtR2xpa0l5Q1VUMGhaZ1RuYUVFRW1CZENVRURwRW9nMk52ZGNlcjEyUHZPN0dWckp6a04vUitVb3Y4S25IemxZUFQ2REZkZkhyUG1KVXYvOTBNN3Z4TlJQdUJadW5FeUdMT0krRzNTSVB4Vld5Tm13b2VucHVTd2hZdXN3Mk9hNm9XRE5WZnVhZEh3bEc1WXBNRHpZVmsvOWZ0L09KQWNOY3JqUzNJWTFoMnNzUE5BclI2YXhUZjZ2WHNHNlREZlduQ3hvK3YwbTQyL2VEczVzM0NFVGoxTHo1NSt2ZjcwSzcrNWtKeFpPS0t2cS8zR0lMcmYwVVh5aE5ibVhTK2c4MGhJUFlBc3o5MVQrM283Yit1K2RPSFhieHg4TExvMFlpeUEwYm9yUGFuajRpdWY3VHozUnMyRmQ1cmRTVU1uM25MbTlmM1o1MDc3NjBlUHYrRUdiZElZWE93MS9uQzgvNXp2c0UyUE93Rjhuek9IemlDQkh2LzJpb1pDcjI4RUl6Z1dGOC8vS3VvNG1GTlNQaE9FTDBNcDM4R3EyTDZIcDJUOVNBanJkZ0NQaHBTV0ErdUsxcVNUNXZna0VaM3ZRODhmZ0ljSFNJMkM1ZVVMQVJyQnlqcmJVUHZhVlkyb1p5MWJQNXpBdHd1SmZ3dzlOMjFRaDFNdUFOTXdrRHB4cWM5eEFQQU43TDl3eFliRndlNkxSUXhsMmFiaGlraDkySlFxSWZ6dVBXenpmdkZrbUZGdHNoMWQvMGxid1FJN1d2N0x0a3BrWkZoNlQyYVV3VzJ5L1ZvRVlGRFk4bE0yVWJjZndMeXc1WjhBOEV1N3JPbTlHR3JuMnE4TGJFUGN1T2JIMXd1SXhKVk9BZ01nZGtOVEltSnloaW5ocVpKQUF0Y2hFcVRLQjRZYUZmSUhlK1BNb1Y5UEduL0RDT1hRbWcvV1ZNWWY4QmV0U1JkQzNBS2x2bitnN3NHQnNwQ1pKYjdCekZabTg0N0szd05BM2dwZlFTRFkrOWJCblEvRWRGQUxTbjIzRWx2ZXk5Uys1bmpkRC9xR2xXNzRtQlRpV0hOTnhVSFk1cXhLNDVIMVZSVlBodHE0eGdWdll1VTQwVnhiZVh6dWl2SXZ3NUpQUkNmUmVJcldwTFBHSThsQ1ZrTk5SVnpqeFdUM2tHOHg2R1YvMVhmaXFrUUtsNjliSXFHY1lFaTY3SGd4Tkp2cEtkNzRVU1ZrYTJQcWEyOFhkRXovWmtQVnBvajllOG8yVGlaRzVwbjI3aDNEVXBPWGFacDRZVjlZcHpqbi9NU1J5cTA1SFV4TGdxcjN5Y08xRDhjMXBwMjd3amRWS3RNclNkdlp1TlAzQ215Rml5RzFTVzkzZHU0YWtaNzg5MnpvLzNMc21maUVCQUM0M2ZMTFF1RlFxRFFvdDNUdEJBR2VVbCs5NWJjQWtGdXkvdVpBci9uYXdicXRNU29VaDNEZERSWnZOT3pjMUJTN1o1OUFwdndIWXFMNjZzcW53OWNVM0xSNkd1dnFaa0hpcGZxcWJjZWlXM3FLMTAwWFJFbEJMYWlVd0dzSHE3ZkZxOWZIQksvUDVYQklIeGlQMUZkZFVja1VGSlhuUWFDUUZMOTUzano5QXFMU05tREhPak5VanJETXg2S1RoRHllVlFZWjRuWkkyZEpjdTJYSHVCbXppelQ3ZTA5RXd0TEVueXYyOFg4ZGdnWTZvd01ndW1iRGpCSkk0TThHVmtwQUN3MFRxRmZxSEJOeFBYdloya2xPM2Jpbm9mckkxNlBWSzRCUDVCZVpjNG1vUUZtOG8ybm5keUpTY3ZxSldzenU2Z2p1U2s4MVB0NVF0VGs4dXBvOEs4cm5RbElTT1pER1FiWHY0TlVTenV4N0hCUGZJU1IvdHo0OGZ0N3IwMGU2eklmQXFQWFhWSVlUTmw4QzhBT2dEYTE3ZnpTd3NQdDhQUTZmcjQvNCsxRFkzOUU0NWgvdy83N2ZObnNPSCtoK0ZjQWFLOUNPTjF0K0M5czdDRDBYM2tUUGhmNnEyUXZuRC8zWGlhTlZudzlyRXpJVy9lWHNSV3N6QkdqbS91MmJmekhCNjNQSkpLdEE5ZlRzYVE1N05zSW1OQXp3WFEzVmxWK0tlNUplbnc2U2R6SExxc2JxTGE5SHIxT0d2RjFUeUt5djJ2UkkyQnJLTHk3UEY0SlNGQU5XajNvNTl2TU5ZYVhtMExXN2xMSmVhcWpkR2xFT1hGQzZjYXBTYWhTUlNQVlhiNGtnZy9LV3JjdFdTdHdXN0QzM1V3S3ZBQWhFWUtYKzdFbGVmd3BLYkFJRGRtbE9QRVB2endHNGFncVZqYmVqL0tUaVlaeWRvS1lBbkxOZmhXMTArMXViSURsbGwvajBBbmc0emo3dWprcHBPeG0yNzNCTXNPbUF1QWxUY1ZCc3Yyb0FQZ0lnUmlsMVBhRWJRQktZbVVPUjgrVFdORTFEbUltL0FuOFlGVmNKSkpEQVh4Z0pVdVVEZ3dZZVZKMUgzdW5Vazg5MitLTTZQQ0ZNOFBwY01OUm5vRlJOZmUzbUFVSWxiK21HOFFKeUlTNmVld0lBNXE1WU4xVXEwK1c0ZkRsU29iSnlwWmJYT2NNTFdOTlVYMitsMDZrbmUwcldGeEVaUi8zYmZhMndsUkJLRDg3UW9lOE9IWE9JeXl4UUFoZTdPM3ZlS2l6YmNJc01pdTMreUpra1RGdTRPcFYwZlFWTDVSUVd4NVMwNUhwOWczU252SnVaVC9ha2F2RlVIcFMzYk4wTXFXbERCR0JKR1d4bzlGZjJBS0Q4VXQ5c3BjeExUUUZIcTRlbUxRdjI5VVYwTER5ZVZVbFFhcnF3ZU8rSVZMZVhOYnl5cjhvM1FQamtMVjg5U2pkY3l5MDIzd0RyK3c3VVBoeVhVTWlhZDArYVpHc1ppUFkzVnZsZURwMjNjRmlMZXFYVk9pdzFlVm1uREQ1MnREbys0UVdzMVBKTHB0eE96TEsrcHJKNm9EMkMwem82Z3p1QWxWcEJ5VXdQSS9oT2MxMWtSS1RIczhwUW1jUEtDQmhjWDdNcE5wclc2OVB6bmZMallPN3RQblgwQitIdlcwSHB4cWtBTHlGb0orcXJOc1hNQk9iazNKZk1FRk1rZ3czbE90ZFE1WXM3c0NqMGZtc0VYUExyREg2c29hYnljT2lhNWhSTnpvRmhUV1pvNTRRcDYwUGxURmZnRTRVbDFsSWxrQ1VrLzZSKzE3YUkyZFl4Qys1MWMxcktMWUM2M0h2YVlYdXdhQVMrNHJaQUxOTGl2NmNmZmpENlBWVkNjY3JvViswbVdKVUVybnRvckFrd2kzNnZJUTdvS3BKVXlTc3BuNk1MTEpjbS96QjZ3SjJkN1hNa2o1TnpGSXRKVVBMUSthN2VDT1dleDdQS0lJY3hGK0FUYWVtdU8vYWZQUk9XVHJaU0sxdytaYlppVG1mSnAwQThwSEduY2RYWmRFL1J0OGRCbDE0RitVTi83ZGFCKzFkVzJUM09RY3E4RThDZWhwck5UMFUxNndPb0MwUUV0cFVSSkhTd1VyWnNMV1FFM1FFU0dsakpLUE5VSXFFNVdDa1RZSWVkV0JWTlZyL2dUaDJXSlhSSGN2ZmwwK2NBZkVab2pyY0Flb29FQ1ljemRVaWd1ejE4a0o1dmwxbDBUaXo0L0VFajFiR2k1NFI0WXN5Q2U5MURuV2F4a3ZKd2MxVFp6aWpQcWlTbm9kME9WazhqRHNZc3VOYzkzR2w5aFJXT050WnVpZlkwUW9ITFdrU2d3ZWVQbm9vd3F5NG8zVGlWaVlkSVZta1ExSGcxNWUwRTcyZGRHYTR4ZjBOUWwvM1ZrVWsvK1NWcnN4UTRXNEJra0h0L0ViNHUxL3VOUWNMUVM2SHdxKzVMcjNkcEF5NVd6S0FQMVF6L2Q4SVVIbWVqU0pWUTMvbnZvNzRiTHZzN0ZKNkl1UDg5a0NwSGJTUHV0KzJ5eUxmczVMWDd3clpaWko5SElNcXNmS2hON0h6V1ZxREFKZzcvelU1TSs1d2RzeHlha0pwaEV6VHZwV3hKQTFCcWU4cDAyOGU0cmtrVkVpSThMdEJPL3hGYXhHZ3FrZjZUUUFMWEpSS2t5Z2NFQVpPdS9OVnErdjJ0VnkwYkdPS1NuMmVwenRWZlBQOTg2QUZjZVBQYVNWTHlsTFB0WGI4NzdmK2htVis2UHNlVVlwaXJvM3Z2UzFIa2pLZHo2Z0lJT1lVRDlGdWtwdmE0VGNzYnBHQ0x2MnJMQUVIRFE2M0ZwcVZlOGUveWRjRHIwd2M1ekh3b2RVR2N2L2g2MnJEaE55Qm9IdmJ2Mmh3eFc1aFZkbzh6VmJtS1dhbEJJTGxqLzY1dEVZVExCSy9QcFR2bHJTQjFNYWo2bm01OTR1RVlsY1BzUldzSGFicVlvYVJRMHBBdFRkVVB2bzErOVVzYXdScHpJV2pzTG5ETGVWTFIyUU4xU1JGSk41UTVySWdKaHkwbkZrQ3BrNDFoQ291OEc5ZGxDbUhrS1dtMTZDeFMxTVd6Y1pOK0FDQXRZOUFud2VwQzcwbWpydis2ZkdrNlc0c3RXQWQwYU9PRXdHdEg3Zk9LaDd6bFdZc0VpZEVONTgvOU02N0VFWCtrMThTT28zc2Y3TXd2WFovRFNoSXVYb2hTRC9rRUQ3TnVGRXhaNzdSM1BSSnYzd1Z1dFJ6TXFRRlQvYncxVENXU1g3SjJzZ0ptYXFTMWQvZGVlRGFlVjRReDB1RWxGc2tXeXlPTnRmSHIyVDIzK0pMWU1qOEprMnNhZHZhWGovWHZmL29OSk5pdEpQY0ZwZHAvS0lwTUF3RFAwbUN1WWpIRmxPSm5CMm8zUlJCV1l4YmM2eDZXbXZSeEF0aFVmVSsxdG00T0FvQ0lJaDJFNGlGWGUxOC83R0JHTWhGc1FxV2ZWRkhFMTJ3NVV3SUovTG1naE5ESXRtOG1RcTlsa3lwWldmYzQwN1BTYmdYTGRLWGdiOXo1V3JUaE56bkdCZVlvMGpNMHBxU3VQa2Y5NlplMjlFWnNNR3o0VjVVTXZzaENETzVFNStNSWU5N2xMY3VhcGpSS0NTaTl3YWxiM3JQdFBWWEE5NjR5Nit2VHlhRStieWw2dHJscTZ5dmhhMUk1ZFJHQlhQV3BSMk04UnZLV2IyZ2lJVlkwMWxUc25iWndkWEpxcXZObUNnVHE2dXNlT21PWFJPd0ZFQ2dvS2I5SENxc3E1RTJHL2hMUkVXNlgvTG93elIvWnFyN3ZBZmlHYldnNkFFL3hSb2NROEhjSDlCKzAxdmsrQmVBenV1NStQSGZSVng1Z2h5Z1ZNSjRKbjBDd1k3d0JRSnhxZWZ6Sk44MUFCNEI3TkVmU2tMZk1RQWV6aXA2d1dUMXE2UEFTZ1BjMjlCbHhERzVYYXNQVGsvNE9pdlkwMWxiRUdJd1dscFlYS3FoOHBhd25qeCsvUXJibmxxNmRvQmdUQlNHRlRNTmZ2eXMra1ErczFESWRvMjlUckhyOWZZNElGWXFuZU4xMENHMGNTYWxKSzFoL1lQZDNJMHFKZFZmS0owalJhL1cxcnpTTXk4TDBnUlVNUmZ5aEdvd3V0QjhNMzdWTFpzS1JZYjlPdEpVbElmd2F3UFNybUc2bmhQVzVOYnNNTFZTdVk0VXBTd0RnbmJCWVp0Z3h6VHZzRktJdnY0ZHozdy9naDNhUzJ1ZHNnOTFRb3VBQ0FDKy9oMzNBVG1YTHNQZHoyZjYrVHdIdzJudHMvMWVMa0tlS0lFcldOS1d4MGdhRXJzU0orT2tFRXJnZWtTQlZQaWlJeHFPZklUbnhiaEdBaFdVYmJvRmlvNzUyOC8rRWx1VVUzNWZNcHBoOHJyUDNoZE12ZmE4My8rYU5NeURGeUthYVRUWFI3VDBsNjIrQzBtWUphYjE0MldtY3o1Q3kvSHhBLzA2NEowbCs4Y2FQRU5UYklZbDBvY09jeTVyb2JhamFmTVJUdEdhUk5QbGNZeHo1ZElaS3Y0bUZuS1pKK3NYK21tMHhTVDVEbmRZWFdLUEx2VDNHTTYxMW03dWoxd09BSThXNFMwRTd3OEMrcHUyYkJvZ0wwbzNQZDNZRy8yTlFLczFtY0hKVFRXU1NURUhweGhWSzBWc2ExSEFKK1U1ajdiYUJtVFNQWjVXaHViVjVuV2Izd1JSWDBsMzEyeXUyUlI4M2hMeVNEWi9XaUNmVlYyM3Vqd3hjdVZJYjNHNHQ3cEZxSDB1a3VsMGtHcW9ycnpyVCtmL1plL1A0T0tvemEvZzg5MWIxcHMyTFpCdHZDRnRnSXh2SldteXpHUVMySllzbGtNWEE1TTA2bVRBeitjWnZoZ1FJM2pJOTNsakNsMlhJWkpKTUpwTmt3bVFZa2t3R0FwS01UUlEyQjF1U2Jka1cyREhHQmk5NGw3VzB1cXZ1dmMvN1IxVkwzYTAyRUNaa0FQZjUvZXp1cWx0YlY1ZTZicDM3bkhQbXpGODZtcVcxU0pINmVySnpUeVZqL25iTDN1NS93TjZIRXBVTksyY1FhRnI3K2xXUFpxNWJPVDlSSm95ODF1R0Jmemk0NlJzRG1lM1ZpNVkxc09aS0xhei8yTGt4T3VqQmNzbjhlNllJQkJxRU1BZjZ0V2p0YXYxT1grYTZWUXVqdFd5Y2tVTFNrVzNONjg1cUVFaGEzVTJRN1ZzMnJCb2lWQnEvZXF2UzduN2IySVVKRXMvdjJoZ2RKcG1xWGJSaUdoRjllY3VBL1BTd05JM0ZpK1Y1dmZrZlpTRFMxcno2KzJsdHpBUktNYnFYWXV6Wmp1MjlqcVJSTFh1NmFCQUlBcmxDbFJ4eVlHTWtXVEw1aUJDM2xWYWxkZEZRWWNnMEdyZ0hiYmJIYlY0LzNQQzdac0ZYSnJHUlU1aUlON2VzL2tGNmExVFVOcXFQeExYNVJVREtXYlpqWHRpN2NVaU9PYjdtOWdqWmNucDczSHFzSnFUdmJHKzJIamdib1ZKVGM3dU5zZnBCcmRTejI5YmZtNmJScVdpTVRwVEd2Y0ZvTjRwSDA2dG9adGN2bjhTUUkvbkVHNjJsZGRGQVFkQzl0cmMzOGNUdTU3L1dDMFJGOGZsTjgwOGNlQkZFd2xFSitkaTIxdFdEMVNIbGRkSDhVTkQ5bEd2bys1MGJCKytYeVQ3VUlHRmUxYkN5VWhKZHZybDUxZDFBVk5paHdzKzc4UjRZTW84Wlc5N2MxclFtc3lJMDMwK1lBVUJTdWZGSi9udWhuUmhuUEZ5SEFNaHhVeTYvalFXOTFONjArc2xzNTZlMjRhSWJBTnJibG8xUW1YL1BGQkQvSDJYdzc5dGJoaVNuTmZPV25RZkk2OERxYVdPc2tvNk4wV0Y5Z2lTcTY2ZlBNc0pjMEI0UFBKaDYvNmlvajQ0Qk9WT2hZVU5hcjJ4ZG54Yk5URFgxSzI0aTRQd3Q2NU5WblRPWTJkTGtqZmd6TTcrWDVEL0pheWRiLzY3WUh3akphazU4RmpUN1JFMFNNMzJpQW42eXpxVXBiZnQ5THhYNHhNNzNmSytkcjc3TmZXMzFxMVdFbi9EVDRPKy8xRThDK3NlM3VaMDcvTS81WTMvLzl3TllDdURQMzhhNkgwaElHVGZnTUhzWmRHeEFKSlNoaUV5clZIbFBHaTdua0VNTzd6SnlwTW83UVhsNXdCait0U0M2Z1kxNTR2eXl5aXJOcXZmZ0s3dlNQREVxNmxkY3dJenBBN0FHTzFGejVpOGRiWVM4d2pIVzd3NXVXamRRdGZEdThVSmpMQjkvSTBQK0VSVTFEYzRzRUYzTWhEMk9HNGdWR3Ixb1M4dnFwU2tMVVczOXNobE1wcis5WlYxSFdlT1NZQUhuVjJzV3NtTkE3cGhWdi94eUlZWGMwclQ2SldTZ3V1R2VNa04wVVlMTnIzZXVYNXZXZWFwWjhKVWlGdFlpQW1KdTNQdzJNN0VCQU9ZMlJnczFWTDNSL0xLRUc5L3kxTm9qQUhEWlpYZUUzY0pJUFR0NExGZ1FHRzhSRmJjMXJVNU5tNkhLaHBYbHhuQmNLL01HTEpwMnlua2pmYVJ0OU5ocUpvN24yYUdyanNkazFnb1FBRlN6YVBrVllDcmQwclRtbnNIejIxczJSNU01SENRZEZFRjczcGJtTlQ4NnkvcVlmZDFkNDdTV253Zk1FMXViN2oyT3VxaFZIVlpYT1RyK2MreDl5Sm0xY01XRkFqeXB2WGwxSnFGQ2xRMHJ5MjJCbTVoTmMyZkxnNW1hYWsrVFRyaVlTYS9mMXJ3NnFWMm1tdnFsMHdqMkJWcnFIY2JZM2J0YWhoTWVOWFZmTG9aUWpZQjhaVXZ6cXF6R3VtV05Td3FMZU1RbldPTmdXOHVxeDVGTVh4bzlaaDY1aVM1TDJDVU1aL2V1bHZ1R2JiK3lZZVVNc1BuNG9lUEhQby8yNzZkMVlzdkxvNEZ3dDZxRHhDaEpjdmk1UzZodHlNdi9iemFKanhHVFMrQmhaTkw3Q0hud3lKWEJYak43bzRjNTVIQk9RMGdoQ1N3QWdtR081MCsrZkVvd29FWUM1aFZKOHFKamp2am56SFhtWExmMElxMnRXZzA2WWdueldtWjdiWU5ieXk3ZUNGbFVwVmgxcGxaR1ZqZEV5d1RwMmxQS2Fhb05pNFVKNFg0UFdKMmRVTGt4R2lGSGZkWm8vZnpXOWZmK1BMVnQxc0lWRjBxby84OFI3b09kTFEra0dXcldOQ3c3endpNitMU2JlREZVTUQ1WUhEQ1hFYU5qOS9NUDlOYlUzRzdUS0QxblQ4Y0pmeDNxMmRZYUhTSlV5aGNId21IMVNZYjlUR2RUR3RtUS9MMXc0RmRZRXZPMVVPcCtZTEdjV3JIcjZsYzZleW9CSEo1eDJSZnloS3QvaGVINGF3Q0ZsaDMrZmRVMVg1cS9aZjNhMTZ2bUx5MFhGbzNGaVJQUHBjaUt3LzdEOXFpaTRtbUgycHRXUFpSbFc2aHVXTEhJQUdQb3VEVk1wbEZSSHgxamhQdHhNdnp2MjF2V2JrNDlOMFNpeW9rbkhyUERnZkw0Z0h6aGJJTkZsUXRXVmtraGJvWXgzMDhsVkdZMFJFZFpyT1lRQ1FORHg5dlNvNmVwZHRHS3E1a3c3VFRPL1AzZ1RDSUdKY2tMWWp0UVdJUzZxSFgyMk96M0RLcDlmNU0vOU9INVdRRExNdWF0emtqNmdTOEh1c1ovZjYvLy9xTXBWVEZWL3JaUzhTTS9EaDQrK2ZKMS8vZzIrbjQvWHdid1ovNzNtaW1KeTRaTC9mMytPc1YvNVdFQW4vYXJkN0tsSVgzZzRjdC9HQUNZeUJBZ0pGTWsxZkdlOFo2U3NlV1FRdzUvSXVTR1pkOEp1cm9jR1A1dmVKMkNSbUhoWjFiQVdqcHl5cFJCMDg1THJyeG5wQ1h3S1JqVGxIeHdycW43Y3JHeDVWd1MxdWJPOWRGanMrdVhUNUl5TUl1VnU3VzkvZnRwZmg4MUN3Wm1FTWxhQTk0dEZCOFQwaDEzS2lIVHROUGxkZEU4UWRiNVIzc0dmZ2NzbGtWNnhDeXdGZXRvV2YzY3JKQ3VzZ2hxUzlQcTMyWWVma1Y5ZEF5Ui9URm10WFZuUEpBbXF5bHJYQktFbEZjS1FTT1V5MDl2ZjNydG9jejFhMnB1dDVWeGFzQndKQ0Z3V3ZhMGV6ZVpxSER6UTlXc3hiNEJZeDIxV1pTOTBkM2JtcnB1ZVYwMHp3S1ZEcEI1eVE3Z0tqZW10cVo2ZmRRMExLczJnc2NTQ1VtTTF2MnQwWGptL3VHUlU2TUljallTMWo4bDU4MXVYSG0xWXNzU1RNZlpEbGFhRTlZalorc1l6cTY3YXh5YjBJZVk2TldCMSt6TkFGQWJUc3hsUXljNzF4OTRyYWJ1eTZPRkZGTk9KYXpXekhVckY2eWNKWUVaWU93TG5JbTFaKzZqYXVIZDUwbUphMkRNQyswdDZ3WUpvNXI2cGRNZ1JERXh4eGd5Mk5FY0hXWkdEQ3lXQ0VicTJmRE85cGJWUHh2ZTduMUhSV2JFTFZyei92YVUwV0FxR2JQUU1GNW5hVStBTmljNldvWWIzODZxaTQ2d0JCcVp6YjhkenJqbXlzdWpnZEJFVlM4RVgycVU4NnVNOG5RQVFOSFVhd3F0NE1oeFlCUVo4QjdYVmNQaW1kOHZJRUprY0dMSXpqLzR2M1U4T2VUd1hnRnJiWUc5L29HMDgwdUVDQmVTY1o4MWtFSFgwRXVadjhzMUM3NHkyU2o3ZkVGMGxNanBhMi9hbldhQ1dWdS9iS1pSZWhSYk5DYnVtaGUzTmQ4MzJENjNNVHBSc0hOQlcxeitmSVFNVkJqWDdOL3hSSFlmRHdCUUNYV3RBUjN2YVBsOW1uRm9WZVBTRW1ueFRhN0d0enFiaHN6ZzRSdmpFc21yOVVEZlpudUFUU1NrYnlCbllNZVc5V3M5SDVhUlk2ZERHRmZZOW1RQVlOWkQ2VzUxZFZaazhyUmw1Tkx2a3A1ZEtVZ2pWYXlJWEE2RDVzMGI3ejFaVVgvKzVDT3ZiZm9JQUR0L3hLUTJZdHE5ZWJnTU13VGdTd0JnMlhrUGJGbS85dlZ4cFZmV0hUL3c0b2RlZXZiaGx6TjgyajRQWUV5azZMeHRNbEk4elA4TUFHWXRXbkVkQ1Z6ZTAzM21rZmIyNFNsNVFhRS94b2EydGFVUUt2RDZNWFd1dzlzRG9lQjFlcUJ2YzFkcmROaEFDZ0JVTExwN21wVDRsS3RqUHhrOGQ3Ny9WNURkUmlIcEVCTlVteXZUS21RcTZsZVVnbWlPcTYxLzNkczBWSjFFUkV4TXhuOHZXUkNoOVQwL3lrKytoQ1pyQ3VKYjRCU0E1ekwrRFpQbStoNG1vd0NzQWZBVlAzcjVseW50MGg4VVdPdjd1bnpXbHdYOWpYOHRCbEtXZmRpdmV2bVUzLzRNdkFyck40TUVrT3hiL1gzSy9MWCszZko3NStyemc0elpodUJkczBqSzFjaUtwQzdENWowbFk4c2hoeHorUk1oVnFyeER1RXF0RDBpN200Z3VBQUF3Qi9KRnBQZzBjS2FzYkVrd2tCKzRpNHg2dHMyUHB5MHZqd1pFRUxVSmc3Yk81dWl4MmRmZE5ZNk51SUtQSC8xRnBzSHRiQzhpc1liQmJ3aEdpRzB1MmRxMFoyT21JV0F3NE53U1orZlhCemQ5WTZCNi9ySUtJeUMyTnEvdW5ORnd4MGpKTkthdFplM3cwdUNhMiswQTZTOHk4WmFPNXVEenFSR0hBRkJnQ204Z2tzVU9pU2M2bjQ0ZUhMYStGNzliQldBVUFieWxaZmNUeWVPYTBYQm1CS05nUkh2THFoZHFHMVo4UVNYNkhqNjQ2WnRwbFF5UmtMbzE3cHBmUndMaUU3RUQxa05Kcnc3NHBvUE1lcnhOZEZ3WmRqcFNPbTJaTUxhOFg3anVBNXRiN3owQm40eGhRSjFLeVBiUlliNHFZY1R6dTdKMEtwUGZoUTZweTRsNFpNZUE5VU4wUlZWdHcvSTVoamwvYTh2cUZ3QUFvZVYvMVJFWDkyV09tRjF5L1QwanBXTktCZEVFUG43czI1bitOd0FncmVCU0JqM1oxckoyc0N5OWV2NnlDaUZFbVRHNnl3ZzVkZHVUb2lrYjRUTnovb1hGREV4ODQ1VDk3Yk1SUWtWbXhDZVpxWGZiVTlMWFNFZEZUWU82UTU0Kzg4OVVWRGlUaFRqYXRuRzRNU0VBQkVKcW1kTGkyWTcxd1dGZUNLR0o2a29CWE9pb2dmL1l2dkhydzBhYUoxOXkvY2plWTl0L3dLci9VaUlpTU9jYjVtRStPKzhYREJyVlltaU1pVUNodDFqdDNZQ0Y4ZU1EeFU2QmpFUUdMQlVLU2RleHJJQmxXVm81bG0xWlVrdGhXWm9zSTdXVVdsaEdHc0ZzQk5naWkwRU1KakFUU3lrWVRCWXpNVXZCek1TU0JaZ0prTVRNQkF2RXhnZ0FKQ1VUTXdnUXhNd0NBaVFnQ0F3QzJKc0hRU0oxV2toaU1FbG13UUJCREMwSEJnbkJ4UEMyNlgwOHd3U3dZVExlZTJJUW1Bd1puWHhQWkVnYkJwRXhCQVlNRTVIeGRWbHMvRFlpTUVCc2pESGVnQ0Q1NnhJRGV0aTBGbVFJeE5DS0NjUkV3aWhTL2o2RjBkcG9ZVWtsTlN1dHRaSzJyVnhsbExSYzdXcnREamhoWmNjY2RTTFVyM0R3b0pNaUNmaEFRd2doZlVzVkdMZnYxU083bm5ydXhNdy9HNmdXMm5TY1BKcjIyMUZhOTVrUVN5bzN5ajBqaEQxeFcvTjlhZFYxTSt1L05Ba2s2MWhTcHdSZTNibHgzU0JoVVY0ZURiaEdYOTV6cHJlNXBtREV4UXpPNjlpdzVtenh2VFNyZnZsbHRxQzVwNmw3VGZyOU1DcUVWaCtEUkdmbitqVnBsWmVsZGRGUXhIYXZraVNmZEFLV0xnamFDNFlrUDhETSt1V1RJRXkxTVdLbjAzOG1PVEJ5TkxuZDJwRDZ0TXY4NVBZTmE3SWt1dzNKZjJvYS8rNXJjY2Q1Wk1mR2UxK3FxTDh6VDhDNkxkWjlzQjRBS0JqNTRiYlcrMDVrR0l6MkFmZ0NnSEZFWW44OGR1S0hWWTFMUzNZLy82T2xzWjRqOVFCZTltTjNBY0FHaVh2QUJzRzhrbFZkbnY5TEdtb2JWMVpCOCt5MjlXdXlTRVNpb21hUitTZ0R3Vk9PM0RBNHV5NXExWWJVOHQ1ZTUrdUZoZmFIWHRNRER4OXQvV1pXcVc5Ri9aMWpBaHo4YUVMaWh6dGF2dmI3MUczSW9MdW92ODk5cktBdytPR0JBZXVYYWZmTnVxZ1ZGUHJQdGNhdk90ZEgwN3k3dkVvVjF0NFBzSEYwb3Zkd1pwL2tQWWhGQUNiNEZTRHZGcElwaTh0OWI1UmtoYktkNGQvelgvNTFrb28xR2RPUEEzalZKMElDQUQ3M052YS8xSTlTL2ltQXRwVDVyd0w0dGk4TCtuc0FLOS9CWjN0Zm85ZnFOeU9vZ0ptSnlEZFdGa0pIaHU1M0FORzVjWi9JSVljYzBwRWpWZDRoQWlaMkRGejBDQWlmODg5Nko4YnJBQUFnQUVsRVFWUmpXRWp4bHhkTXEvNXBZV200QmliV3UyL2ZyNTR2S1NuUEJ3QTU5dFEwUi9QUnpzTWJ1eStxdTcxWUtWRWxqTk9VUWFqUXJJVXJ5alNiV1ZMSWdVU3YrNndNVzhYYld0YWttWUtWbHk4TzVFMmFkcTJSdEdYcmt3ZE9YbEsvZERvUkpuVTByMzZpdk82dWNSRVpidHdTRS84MjdLRjg4V0paM1RQMnd4cDY5OWFtZGNQS2tHY3RYSEdoTUN5MExkbzduOHhLcU5BbDE2MmN5VUNaMEh5c3A5ZDVjWWhRdVdOVWlBcHVOUDN1a3pXTksyNVNySjVJVFNzb0w0OEc4aWFwYXgxU0hRRnB6UkRDK3ErdXJ1amdBM2xwWFRRRTZWd2loRHh0d0JNNjFxLzVlWmI5WTI1anRGQVo5VVZpL01kbVAvcDQ1dnhsWXdFVXZkSGQ5N3V4aGVITDRNb2p1ellNbDlVQWZnY3ZxSzRTd1BrT25JZlJ1a2JYTGxveHpUQkdkVFN2Ylo1Vjk3Y2pSS2pnNW9IWDVBUG9TaWRVS2hxakV5MmpHa21JdlE3TWs1MFpoRXBGL1oxNUFSbityR0hzNkdoZTFaS3MzcWxzMEJkTDhKait1TFUrRWhienVpR2V6ZFp4ckZvWUhTK2wrVnNqemI4ZXprSUlUYnZpN29MOC9PQ3RKSkRmM3JUcUIvQlRuOFFZTTEvMTZaODRoZUY4c0xCN2Y5L2RudTI4YWVQZVpJRG5XTHF2QVBlbTdiL3lxaVd6ak82LzFJbWYydHQzdkVOTW5uNUpEWlExOE5yZXJWM2p4OWRFUW9XWVdqaTJ2S0gvMk9ZU0JmWkhaNGt5OS9PK0FpTVBQcXVTN0E0eFlVenB0TXAvWXNCbWdpU0NSUXlMUVJZeFcwU3dHTEFZYkJISW0yWllZSklRYkRQREl1LzNRQUt3eVY4V0lBbkFJc0Jtd0NhaXMxVEVoQ0VCQkpQRjRMYkg4Vmp3eGdVbExFQmdtUGNMWlpueTdIY3BvOVYvTCtYd2xZY3RSaGticHBSSlNwdk92QkxTSjcxOWVlZFlwTTFPY3dXMlJNclM2WDdCUXFaUHk0eHA3d1NselBOcUxJWnVjRU1SSTdCVEJuRXRNYlMrc0x5bGd3RUJ3SUlsZ0xBTklDK01Bb1NCaTRzSDEyTm1Gd1FYVEM1Z0ZFQ0tBSmNCeFNCRllBWEFCVUhEK0s5bkFSRVVNMXg0Njd2RWNDSGdNck5MZ01zc1hJSnhBU1NZU0pNaEI0SmRacmdrak1zc1hBWmNacmdDN0FvQmx6VWNRMUFNT0lMWlpRbFh1SEJkd0JHU1hjUHNTZ05YMm9IQkIraEVJc0Vnd1VTQ1hZMHhVckpGQU1DUU1qSlFNdTdnZi9kMjdOMmE4ZHV5V0k0S1RMaUpJSSt4clNMdHplbmVVMGxaaVRhbTAyTHUyZEs4ZHREZnF2TGE1Uk5rUU0xTmNQK0dndno4aVdUenRQYW03TC83UUZSVUxYS3VrWXlhL3ZqSisvZTJmaWN0dWFSNmtmNExnRSswTjYxZG43bG1zYVV1RmNMZXBad0JFbFpvTmhudTJQMzhBNzBBVURsLzZVVkMwSFRYNEJscG1VbXgzaVBKZStZaEFLaHVkUCtNTlozYzdtUXpnd1dTRlFFRm95KzRtRWwvZjhmR2V6Zk5tYjkwdEJiMnRkczJQbmpjTi9WRTc5SGQyV1EvNTRFb0NtWXdtMldvaXdwaXB6cmVmeUpKYUE5R3ZnZnlSbi9KNlQ5NW5yUkNtMDRmN253OGMwTlYxeTQvbnpYbXU5TEpVc0d5V0ZZM3FJVXdQSlVkK3dmSktxTzVqZEZDaDUzWktoNzdWbjVlUWJreXpzNmo2eC9NT2hCUnMrQXJSU1FDTjdQbXRoMHRWbnFhVTlETTA0d2plUVgyZ3JpalcxTGx3dU5yYm8rY0Z6WkxsTkt0VzU5YU4reStKTUxqUnB2RWlRQmd2TjRLMFh1ZFVDRy9jcVE3Sldubmo0MWdpbmZLeTc0OExJbE5mc1hLc092OFRhQjhENVVIQVhTbEdOYWVEVGNEV09VVGkzZGthVi9wTDdQY042ejl5Ujl3TE85N2tCRE1TZmtQMkJBSU1KU1hlbXNqb3ZlNmZDMkhISEo0RjVBalZkNGg5dS9mSDU4d3ZmTHJOdk40SXJxUmlNWVIwVjBNL25qdjBmWkRXdlgxRkZsNVYvQm9HSUM0NzQzbnBXRTlVRXEyZG85dksrcUJnTmJ4VzB1bnoySWkxc3hRZ0VEZjBXZkdFd2xoakhOY3UzMlZ6S1JLcDFjcUJpdGlWa1JrSEhsa3REcDZxdEFaT0w3emdvdXRxd2FPSGh0OUpuSG13SlFabDM5QjllNmFldno0aWM3ejNjU05ORzJXSVJqV1JJYTA1c0MrL3JLRXZXZGFmLytyNnlkZk9Hc2h5QmdpYllpSUFlTDQ2ZTNUaFF6bTkzWHZQVHloN0pMTGlNZ1FDUU5TVEVRY2lWeHd2bnR5VDdHeEFubHU3TVRwZU8vaHllZGZPTk9JeUpnQzlKK2EzUnZiMHluRG82L2w3bmozd0ttWGFkejA2YVZDQ0lONEdLSm9YMFZmbnpDV05xT05GSUhqSjM0ZkgxZFdWaUtFNEw2WWJRcHh2TjdwVC95ZUJRVVBILzdOK3BLUzhuemI3alpDQ0Q1b1dZejlGbyt0bUdLNTJyME5namR2YVY0M09Ob21aSUFIRXRoU1VrQ3pBVWI3aHRWWlpEVUFBSm9kVWg5aVppS0RGenVMWGoweTdZcTc4N1htZ3RPdTNRcUFWQ0N2d0lyTFg2VVNQdkJLeTh0SnEzRUsyR0FUU3Uzang5S01mK3Zxb2xZUDZldVpUZStwK0tGSGtscnJtbXZWQlFUTzYzOTl6elBPNkxLaXNLRnRlMXZXRFpQVlZEZmNVeWJnVmhyUUt4MlIzWmxWSkpoNDJSM2hnb0xnbndGOHNLMXB6Wk5JZG5SdHRkQVk4N3dkZ0ZGa3o3T2xiTnE3OTZHMEI0Nnl4aVZCeDZnNXJ1TDEwdlRlM25OaVcvZjVGODY4bnFXY0lJQUpSRFMrdjN2N3BjWWttTFhEa0RKUE1FWkFtcTZ4WXlzYUE0VnF0WUc0SlhaeTJ4SFg3ZFpEajlKODFJamcrOVpUaGVESmY0Z0FreVJXbVBOSWlML0s0Qko4amlHVHJQQ2JhWWlFeUVZelVWYktJNGYzTTRqSTlxb0hrRVlVRFZGWUtkL3kyeWlTVDE0M2hLRlZCMk8rVS9aQlNISkh5V3RORGwxektTdFRKbUVGYjR3N1ZSUGdMVERFdXdjRHRzTWdUY1RhTUF0aXorZUJnUnZDa1pHWEEveWFuNDR6aUtwRkY5Y0pGcTh5bkJJbHpRdVp1eFRDcW9YaEVKaGpXNTVhdHowNWYvcjhwYU90QU0yd1lHMGdEdWV4SlNhMzVlLytyN09kbitwRm1BbTJwbmVMMDkvZG0ySHNYYnRvNVcwR2lMVTNyeDFHeU5RMHJyalowV1l2VS94NDBBbzBTdVUwYmRsdy94bjRFdDJBSmFjTUdONGFFdUlLUjhVZkI3RENYM1ZmN2FJVmQ3Q2hvMmRrZHhOYUh6cmJRMUtTWUU3RTkxdnJ5eHFYQk5uSXFqT25EMjh5T3BHc3VJbjVGUVZKWEF2Z3ZMeWlpVi91UDNPd0FNQUxBSDVXRzNRLzZjVFZiNHgyYi9HWG13cC9RR0xQS3cvK0RRQm9GUjlXR1ZCNTdmSUowaGFyWE5jczYxei93REM1YmxWajJUUmhxSHFBck8vdWFoMGFiRkJLWGFwSi9ON0t5eitQamN4TEhOaTNOVnQxWkdsZE5BVEwvUnpBWjA2NjFqT3BBd0sxaTVaK2lBVWZ0VFdOVk5wNWNlZkdCNDZtcmp0aHpMZ1BhOGEyclUrdHkxTFZzVmptanhqOWtaNWpKMzFDQllCNVQwYmFUMHo1Zy81ckFGY0QrRHMvWXZpUGpWa0FmdWkvL2hiQVBBQmxBUGI0UHdMbEFMS2FFNzhKWmdCSStzNlYrNFRKMlF4dnIvZmxRaHJBTFdjeDR1MzNQVnFlOXlPYkMvNEE0OXYzUGVTWmdFR3hYK0RLMENDQUJkSThWY0Q4WGljSGM4Z2hoM2NCdWY3OS94Q2xwYVVoaElyK2pvZ0d6VkxaKzBFbG9yYzNrcy9NbVIwWkJtaHdubGZ5bnB6dnpZSnZsajg0bjFONjRjeG1hSU5wMi9HNjBkNk5ZRmpuaVVBV2V5T3NHVzNzdHd2cE0vTVdZSnloVmlJQ1NXL0VWa2lBTlRJL0V3a0pzQUZJQUd6QWFicHBCb2tnMkRoWkpTL0pZMlVRU0FRQjQzQVdnemdpRVlBeExtZjViRU9iRWtIdk9BRUd0QmY2UXNUd2JvS1U5UUM4Y3pOa1NzZkVHVElBNzNsR0JMeHpQNVJnUUlBRWlCbHNpRUZuT3paL09RS1JZRGJESkRYZUZ5dERZSjFJYnNNN2RoRmdtQVF4QklTd3pyNHVXUUFyZ01JTVZtQUlJcGJNSkFFVzJhNVZabWdDK3VDbDVGak0wQUFURVFrRzk1UEJuNys2ZS91amI1Wis5VjVHNmZUS1UwUTAwaGhHTWxxWm1mRTIvMnlIZ1prVFhyVUNhY0FvTUdrUWFhK2lnVFdCTkh0VkRScUFZa0Q1blRJRlpnMXZkRXVCU1JHeFlvSm1qMGpWYktDSVNJTlpnYUNJV1JtdjlEaTV2R2IyNWpONXl6SzhkUTFEQ1dabGZGTFcrMDNRTU9STFkzeEpEUXg0YUZvalZhWURFR3NZSHZvdElvYlJnOHRyRUpNeFp0RHpsNGdCc0NaaVQ0b0Q5c2picEVRSHJFQk1wQm53cHFISjN4NHhrZkxtcTZROFNERVFUTHo1TnpBRVJhNHRqWkZnaTlqaXBIU0p3SllubFpLZVpJbFprZ1ZmQXNXU21EMVpGRE9UbE94eEpPekxtYVFnT1NpMUFqRUVRYkJnQmttd0w2RUNRU2JiMmRzbW1BUVp5eGpZQkxLSllCTjVGVXZHa0UwRUM4d1NFclpna2diSlZ3NFNVUmpnc0dka1NSRXdod0FLZ21ERHF4aXovV29KQzR3QUVTd1FoZDZWQVJQbXZhKyt2UDNDNU9Tc2hTc3VGRkpNa1VZWEc2T2ViZDl3LzZCa3NMeDhjU0E0NGFLUENzRTlMbkNrTThWYnFxeHhTYkRRUzU1clR4d0luZ2xOVlBVSzhjMmQ2eDg4bG0yMzArY3ZIWjFuMjE5MmpmaG1wbnlrdW41bGpTQmMxcGFRMzAyWGFrWkZiWU5iQ3dDczFXNWhXMWYxRDlpL1NYcUZUTHpzanZDNG9zak5qcUhmQlFrZjJ0S3k1bHYraWljQmpDcVpXSFAveEJtTGRtMXRXZnR2YjNKR3lMSWp6eW8zZGdXQXU0RG8xNnNXSnVZQm9yL3JoZTh0VHZTZnVOdGY3bEJLa2d2OFNvR0dtZGZlMWJEejZhOHhZSit1YlZnNndTU2NYUjJ0OSswRjhLai8wUHJ3eE12dStQell3cnc3bmY3dWd6dWUrL1pBWm5WRVJmMmRZMndaK2xMN2dkMWZSZGVqdzM3N3krdStrQjhPRlM5VHJ2dWo3WDVsWjAzTjdUWVZsMXhIRUh1VlNad1dWdUNqN1UxcnNwcmVvaTVxVlFmVlp3V0pDVzNOcTZKWnp5OXNSWURWMWhKTjgybXBibHgrcVdSVW45N2I4eStaUkg5TnplMjJLQm43K1VUOHhBVTlSMyszbU1Ebk16aEc0QysrK2xKblJtclUveG9DUG1ud2NWOXk4MDgrNFhFM2dNOWt4bWo3K0xGZm5YUjVscmJuZlBQWFRKKzRrQyt4YWZLclFMcDkvNU1Odm1IdGF3QVdBSmppVjY3Y0NPQU5BRnQ4MDloTXFlNmp2cEhzZlFEcS9NcVdHSURGdnVudDFYNzcwb3pQOEplK3RJZjgvZi83VzV5Zm0veDkyUUFlQWJBRVFLWnAvd2NPWThkVzVJVkhpcWNBbnN2TVo0UVFJNVZSYXlYSjVZTmRjRzErc245UDU2Zi90NDgxaHh4eStOTWlWNm55UDhUKy9mdmpBRlpNbmw3NXZDVDZJak5YRTlFb0JyL0JqSmU5VWs0T2doQWtVTkM3VVhPUVFVRXdnZ0FDUkpRNXFQZzJuK29vNjF0UTV0aDR4bHJERzVVWFpjZ0owSERYY29Ldy9HY2xCWVptWWlmekVCbnNFaE1CZ3d4OWNzRFdyeUEzbkpLeklvYkdXNU1QTGhvQVFta2xBZjQyMlBkeklDTGg4eHFockorUHpYREZ3akFNY1RGREE3dWNUU0NSdWZHTWMzS1cvV2R0NCt4cWltejc4RDVzSkh1N0JpamxzM3VPQnlBZzdMRkI1azNXSGVMZkNBaW1WMVprUHlxZmhFdDZETGdnN2dPb3h6QS9UcHAvK3Vydk80ZkZkYjZmUU9uK0J0NDhJcVdRcU5MYVVrTGJTcXArN1ZxMmNwUldsaDFTQTg1Skpmc0MrbFFvcG5ENGNQd2RwRC9ra01PZkVoTGp4d2VMblFMcFJnSldYaWdoWGNleWdrcEpiVXZQcjBjTHk1SmFha21XcGJYVVdsZ2t4UFhDb3JzQlJHRHdDQXgvVTBrektBMlplTmtkWVV2aVlnTXRqUkdkcVlSS1dkbVNZSGhTd2VWRWdnMmpKeWE2QitVaU5RdStVc1RhbnNlS2Q0UUc0bjMyWlB2NkFWZHQzN0V4TzZGU3UyakZOQkwwbVFFMlA5aTVmbFhhTXBVTksyZEk0bnJENWtkb1haMVdTVkxkZ0Nra1JOZ015RjBVNFRsT0hCMUpRbVZXM2QrT3NFSjVWN0d4dHRwa3lrOEw4YS8rYWxOOWMxQ01QSys4KzNUQ3preDlTOE9zaGNzcVgzcmhlMk9VR3dPQVJIV0R2Z0lzNWZGRGJaU0luZm9iZjdSL0dCRklaQVdaRlE3dDMvOGlGaS91bTkwN3Zkb1Y0c0MyMWtGajhSTC85Ykl4UmZtM2duSEU0Y2pQL1VqYlFaUTFMZ2tHVEdneHUvUndOa0tscHU3THhTSVUraUlCdjIzM0NaWHk4bWpBakhZdnRhUjl3STNoa0F3SDZ0cWIxbno3YkoreE9xZ1dFTU02cFJQZlNQOWUxSVhReGpZeTJDdWdKclkxUDVjbVI2bGVjUGZGQk5RN0RvWVJLa0JVY0xHYWI0aGs0c3lCUjhEbUJxOXJRTVQ4bnVxVC9ydWZ1UE0zQVBiNUJNTEhBVHpoSittYzhhVTF5aWNubEorVUV3RHdGMzZpVDlpL0JwS2tYYnRQYktUaWJyOVA5QnUvS3VWTEtlVEVwM3lwejNQKzl4LzNVMytTNU9hUHozTHNOb0NvWDNtMUM4QU5BRjczbzVXLzZ4Ly85VDRSc3ROUERib2V3SUJQMUx6cHRlL2p2d0Y4R01EUEFOd0s0RHFmeERtYlZPNERBZHMrWllEaTVFaWpBUURCTXBMUkI4OTVxdVNRd3ptSTk5SU43UDBNL2RyTDIzODljc3FVWndzRCtRdVlVVWRzTnV6ZnZlT3g0dUpwK1pRdjg0S1M4aTNCK1lic2ZFR2NiOEQ1Z2tRK2tWVmloMGJNVE1SUEhDVndBUmdqd0ZRSWdYd3c1NEVvUWtBZU0vSUFSSWlHUmUvOVVZNmZRQTdBY1lBVFlNUUJHZ0I0Z0NBVXlVQ1EyWndCa1F2dEhHSG1makFQRU5HQVljUUFqc053SEpMaWJDanUyUjM0bzdVOE5GcnJtV1V5Q2VHUkpHQ1FnUmg4ejJDU0FtQlBpREZvbG1tRlJrdzJLdDV0bEpNMUNZaUpMR0orVXcwckU4bGdaUFIwMStrN3dHNDhhN0xCSHcwQ3hJYnpCVkdZMlVSQUZHWkNIaGhoWWc2REtBSkNoQmdSRUlXUzN5MkEvR1ExMGY4WXpMME1IQUg0Q0lpT2dYRUU0RGZBSXF0bS9td2c0c2tNakFmekppWWNBdlNSQXlyZWpyMTczM2JWd0hzVVFRWXNzR0VoQkRGenNrckZldjJsbDE3Mk84ZzU1UEIraDhiaHc3RmtEZitadDFnNGlkTHBsOHowQkhITUVEaThmMDluV3VwTlNXSGtPc0RZRXZLVkxSbHl5NElMQ2k4aGlFa2FkQ2p4dW5oeGI5ZEREcnprdDN5eTFOVnh0cDdiOVRTNlp6ZmtmeXhoWXExbkkxUm1MYnFuRk13ZlRjU2NmOXpabXA3bVU5MXdUeGtSN2xTazc5N2FmRy9hNlBpTWh1Z29RV2IyZ0RiUEJVSllCRWMvdnYxcFQvSlRXaGNOeWFCVHhXeTJzSEF2VldSdjJUdVVjbllEUERscGo1VTM5ZHQ3enBJOEIxOXlZd2xSbjRoMW53QndZWDdoK0JMSmhveFI3VVdqeXhhOXpzMm4vS3FTRC91VkNFaWVnNzIvKzFhSkV6K04wL3NlN2E4b1czYXhzbVI0VzZ3MTFRVDNFdjkxU3V6MG9kRjVhdkkvN1c1L1lOanZkaEZHZm9OZDhZUDJwNk03TTlzcTZ1L01nd2gvbkVqK1puTVRCaFBzckhIT1RBbWMydkprZE9mc2hoV0xqQ3M3emxacFdIMWQ5QVppTmNuVmFON25TNllBWUhiOThrbUdjREd6M00zR0tZMGRER3dBV2dkL0x5dXZYVDVCV1BUWGJGbXJ0amRGaDhsSFp0ZTdFeURFVEhMY2YrMDlzejh2R0FnNDhBZFlOTUV1cmZ0TUtEVVI4SDhSbS93VW5xUzBaYnBQc0N6d3lZbDh2dytkOU5ES05qckJBSktFMUVFQXAxUE1oNU9ZNEpONXovai9VdkVzZ0VaL0czTjlQNWZVUCtQTEFBeEwrZk9yYW03MnExVldKZE9wZklMbnM3NkU2RnQrblBOSC9XdnVaUUQvNXc4a1JaNEFNTWV2NlBuOUI1MVFBWUNEbHNVWCtHWGl4S1M5YjEwWHBENU9tYmZvaithUVF3NGZUT1JJbFQ4aVR1L2JkK1kwOEl2UzB0SW45dS9mbndEQUowN3M3c1dKOUJHbVZGUmN1NnhhbU5nLzd4SFA5cGVlUENuNyt5T1dLb2pMUENjc1RjUVZXb2RFS09CS2JRTENLRmZhdGlWWjhTZ0lqSVNnRVdBZUtZbEdHTUlJWWhvTndoZ3dpa0VZQzZDRWlFYStqVU1QZ2hBRXFOQ1Q3ZmdwR3d6amlaa1M4S1VLRElJaXdCQ0VBZGdJQVFNV2hpUWJFQmtXTUdEdUphSXpCamhEUUM4RXg4Q0lFUkF6UlAwTWpzRmdnRWpFR09pRG9SaUlCMGdncGdISHdEakd3SldHWFcyTVMwSlJ6SWtQdUtkajhWT1J1SXVEQitOL3FPUms4aVhYajdRaUV5NXluZTM3KytJSllRc0VwQkMyRkdRcjRvQlFaRXNoTEdWeFVHallobUJiaElBQjJZSmdlNlg3Q0JCNTVmWU1rVStDQzhFWUFhQ1FnUkVFakdDZ2tKZ2lRcEJnWmdrU2dvZ0ZNUWttQ0JBRU1RbUFKUk1KTUFzaUNJQ0VsNkR5MWtWS3Znem5OUWFPQ1BBUkJoMkN3UkZET0FnajNqREcyVzlBaWFDQm96VTVzWEJDbmREYXdkNjk3aDljV1ZGZUhpZzVqc0R4NDEzOTcxZVpUemFNdWVDQ0VVUkVocUVvK1R2b1hkOVVVbEllT242ODY5MGwzbkxJNFQwTVkyQkx3WUk5V1Z2YUEwSk5mWFE2UVkxVHpQdjdYdWxPU3htcmFseGFJcG11Z2FGdFcxdFdwZmhvUkVVNDZNeFdDSFR1YW9tZXFtMWNXVVVHdTg4bSthbXBpVWFJOUMwazlKT2RHWVRLblBsTFJ4dVNuNGk3K3A2ZEc5TUpsWW1YM1JFT0N2MnBBZFAza3lEeUxxZmpSeDlKTllNZkdkSlZHcVpQY3FDYUZPL3QzREJveUU3Q0RuN2V1QWtZN1R4eXRraGgrSWJodGkyK3BKWDZGN0QrQ0FESVVHSFlPSFlYaCttV0dQTCswNjgwMk9TVEtvQ2ZraFFPNms4NDhkTUhBY3lZUHV1dkpnWWtxdHVlaktZYWZWNEFZSlJsaDdjcWQ2QnE3OVpIcFhKNjB3aVZzc1lsd1JGYzlIOVYzSDE0MjIvdXpmb1FhNGxRZ3pFNDFyNCsrdlRnT2IxMnhWUlltTnkyM25xc3FtSEZBb1oxcW4xRGRGakttMmNLck9lU1ZsTTEwUXVkNjFjUHBpbk5uTDlzckpGMHN5UFVUd015Y0RtZE9MYStxMnZvL05iY0dJMUlwVDZoZTl3SDI1OWZNNHhRcWFpL004OFFmOTdseE1PZEd4ODRPWDdxekFpRGxWL1FLc0o1RStmblcyTi9zbis0Uk9hdElONkZxc0YveUpESEhFenhKc2tHOG8rRHozSXN0NTFsdmJmeUkya0ZVSlV4ciswdEtwby81NU1wWi9PWGU5U1hHOWsrMFZNSDRFZ1dhZExid2NzQXJoam1MdjVCUlNSaXdNemdGS05hRWlPSGpJRUFjSzVTSlljY3prWGtTSlYzQWI0azZHMmg4K2tocmZuKzVBMzh1SGVYZXhPOCt1Yk5hYUN4VXl0S3BPUlJ0dUJSaGtXeEpCN0ZFS01BSGkxQVJRek9KMUErTS9KQUZDS3d6WUJGSU1tQVRjd1NnQVVpQzh3V0FSWVRXOFJrZWZJbHRwS3BKMFN3a2pjV2tXcWNTSVBHSWFsdnZCZUJ0UDZCVFA0bmt4ZG9ESkdBQU1ibW93ajVhU2tjYnh2cUVBWk9laDUrQlpIMDRKVUFocm9ETnJ5L2ltVHZZUEExbzdzd2FFYVphakNaOUdUeGlDay9FWVFWQXk2QkZaZ1NST1F5UVlHaFFLd0FVbUM0VEt5OEZCQjJ3RGdPNHFQRWRJTEpIR1hEeDVuNG1GRTQyczhEeDAvdjIvZDJCNXovNStqcWNvNFBqWEo5WUdBSEM0dmdmVitwZWpBRFFOb2pWUWpIa1NOVmNqaG5JWWdzRUVrd2cwZ01raXBlK3BxKzBqQjNTeWZ3WXFxMG8yYkJWeVlMSXovTUxMYkZuQk9iaHJhMldNNVpaRDZrU1hSdWE0cnVyN2x1NVNWRzhVZytlU3hyZEhMVnZLVWx5TlAvVnpFZTI5YTBibHRxVzJuZFowTGF0bTRsd2xNN042NUxJMlNtWFhGM1FWNSs0QXJTcWptTWdob0hZbk5xUWx2dHdxVlh3T2lJRnRRbndQdTNiRmc5S0VzYVBhSHlFeWNQYlovaFQvN3NiT2VsYW1GMHZDVDFXVmZncDlzMzN0c0ZVQmhnS0tmL01JTE9YQWIveXEvcWVEcDF2YkxHSmNFaUZGMmxFdVp4djRJQW9lS2l5cmFtZFpuSktZc0JvSGp5N05mZmVPWFpNdVgwM2dqZ2djSFd1cWhWeE81dHpLSnIyMi9XUEovdEdHY3YrdXA4Q0V3eUt2R2p3ZU51V0ZrcGlLZHVhVjd6eTFuMXl5OFhoSGhiYzdvSFNoSTFDL1FNd013R29YMWI4NW90eWZtWFhIblBTRHRBYzNEczJIZnRrbkUzdUluNGxzd0VQRkw2TnFPd28vMzU4TEQwd0JrTmQ0d0tVdmdPSmpSM05xM2JEUUJDT2dZSU93REFFTktZK01tai9jN2J2ZC9JaWVVVnRkTEZWUVErc2YvM08zNTZGcCtUZDRvL2RGdjhIb3BjNzNrVFFpV0oxSHZjSDlLbnpBWnp6a2hodTdvWUYxZXlyNS8yUGpQVHlEUTFQdVdNYW5QSTRWeEVqbFQ1NElPUHZ0SjVERURXRWNHc0tDME5UUkVpMkUvNVFRa1RsSVFBZ1lNRUs2aUpBNUFjSWxjRXlUSkJHQVE5ODFjT3NqRWhDQW9CSEFKVFdCRENCZ2dKcHFBQkJ3a0lnQkFBYzVBRkFtUW9DSUVBZ0FBWVFTSUVtR0VSUVRLVEpMREZJQW13UllEMDNpUHdUaVF5ek93QXBBbXNQVktETklnVkdKb0ltaG1LdlhibGRZeFllOFFJTkVDS2lUVXhWSEpaZ0JKZ0hnRDVGVGpnQVFMRkFBeUFPY1pBQXFBRUc0NHpLTUV3Q1JERkdjYWJkaW5CMEhFRFNtZ01KRnlpK0NrZzhRR1ExYnd2WUpTVER6c0laamFENW5JZ3orREhoRUp2dVlFY2N2aGd3MmFQVEdkbUhueFFWRnBmTEFTbXVnbjcvbTJ0MGU3ay9FdXV2R2NrUzJzK1F4eDhvN2YzdVlPYnZqT1lDbGJiT08zRDhZSDQ3enBiSHpnNGErR0tDNldoNmFkazkyTjdNeDdJNGN0alJGajl1YXY1aDUzcjEyUSs2TkhvME1Tdk1tTmJlMXkrbUZrNVY1Qm5YYXFNN3JXa05hdWJ4Sk1wc2g3VU5DeXIxcEtrZFBRSmtqSzRwVm0rbEd5cnVHYkZ0RDB2ZnZmdi9jbHRmbVhBTUZUVTM1bG5rVnFzcE5XeS9jbm9WaUFxcEhYZldLM2lDT1dOeWpOR2JkM2E4a0JXbzg0aVZYUzFNdGIrN1U5SEQzdlpUSXdUUi9abGtrcUNoSDA3RzJYeUNvb2ZBUGkwNzI4eDJ6Y2xSWFZZZlpZTTRySFh4VlBaOWpOcjBjclpCdndKT003ZnR2dVNuWm9GWDVuTTdJN2UwaEw2MWF4Rjk1VGFKT3d0VGF0L20yMzltbm5Mem1NYlZ4UG81ZmFtZE5MR3lxZDUzR2MyaWVLUzI2VHJ2dGlSVVVGVTA3RHlMMkJNcU52cTJRZzhsUFpRV2RhNEpCZ3lrVnNBYW0xcldqVzRYWm1RaGlKSjhvS2huWjZEQjdjV25lMGVTS1dscGNFK0RvL01Dd1crUUlSUEVGTXBTd1lZM3dMd1pxYkNPZVR3eDRKdjlzN0o2bGFBTUNKMUFlWS9Lcm1YUXc0NXZFK1FJMVZ5R0k3OSsrUDczbGtaYUJJQ2dFQjV1VUFzSmlZcVJhNDdTaGlqU0JjNWdvMmhJbE5JU3JtQzh6VnBwUVJ6aENMR0VOaVFDVE1aTnNRY0lxL0Frb25aYXdzR21WSWs2bThianVNd1NIaXBPU1NZQkpoSU1CQ0RJTUVVSnhZa3VCOEFDY0ZFTVJiQ1gxNElwbDQ1T0MyRTVCNnJ6OGd6QVdQYjNTWVFDSmdEK3lNRzZETCtTTlVIUmlielFVWFFrb1VBTURqUzVNZThBQVJpblNOVmNqaW53VVNXSUNKbUJnVDdwWDFSb1kwS3U4bzgydG02dW50bzZhaXc4bldEWUZKdExhdCtrYnFkMm9ibGN3eGJlenBiMXh5c21yZTB4Slk4YzNQenF1d21tSXNYeTd4ZWZiTmkwZGE1ZmxVYW9WSlhGN1Y2Zy9vemduQnFTL1BxLzB4Zk1TcXE2dDByMlhDQUJGbXgxK1F2OTNaRkI2c2RLdXJ1bmtpTTBhVDFxMlFIYWpxYVZqMlNiSnM5LzU0cGh3Nzg5c0Y0N01RRnlZMmRMUUNPVEtqQjJEaXc5Y2xvR3hBVk5RM08xZTNySFFNQXhyakh0ajcxd09Gc0g0dElCdG5pbnUxTjBUMWxqVXVDcjdYK1pJd3pjQVlIZHozYWs3cWNIY3hiNGliNnA5ckIvS2RmMmZiTDUvMysyYWNCck1MaXhUZFU5VngwczRBWjA5YXlibTIyL2N5dVh6Nkp3WXZibXRkOExsazFVSE5qTkVMeHhNd0JKL2hNYVIwQ1Fzc3FZY2tzOGNaQVJYMTBESVQrdERUWWQ2U24vOW5rZVNndlh4d0lUN3J3WTh5QnpaVG5UaE1hTDIzMmpXK1RIN0ZxMGNwTGlUR2pyV1h0SGRtMlBkSXBtc2MybWROMCtyblUrVUpJNHcxbWVEQTZFVStOYkFhQWt2THkvSWhqWDhpV21RMklHL0tCUlg2a2VSS3NtUSs4aDZwRWN2aGd3eGYvQUF4anZPQkdwTW5zS1dkVW0wTU81eVJ5cEVvTzd3YThVdEN1THNBWElpZi9UM3JhdjRXOEtZY2MzbFVZaUFLdjNNbVBqRXJPQmtDUU9WSWxoM01hNUtzaXZhaDFDZ0JBZWZrdUM5YlVmaGkxTzNYWjZrWHVUUUtVOTBaUFgxb0VhM1hqOGt1TkZtNUh5NjVkQUNBaU5LZWZZMWtySk1vYWx3Ukg5SXo4Q3lQTW9hMU5MdytyRk9rTnF4dUlTWmhqUjcrVjBVUlZpeEp6cGJCTEFQU0EzVzFkS1lUSzlQbExSOXNXVmJLVUo2UVJGVnRTQ0pXcWhYZVBQMzM2dGM4ZDN2dmNOZjZzMy9xSkpzTlF1MmpscllhTWJHOWErekFBVkRib2kwbElCK0FSQUhENlNGY1dxVVZVRUswT01KdThqcWExbjRHUW4zLzltWitOZFFaNmh1bFhTeWJObVhmaVVNZGFBTVkxWW1uSzhXd0JzR2xaZTcwQUFDQUFTVVJCVktqb21jNjFvdXFpbDlxYXNoTXFRRlFZNFg3WU5lWW55ZCt4aXZyb0dManUxWEZEenhTRUlmS04va2pDeFc4N25vcjJaSzVkVVI4ZEV5UjFFNVBlNjhZSE5oemM5TTBCK0I0MWthSzh1UURhdFZZa0xLak5UOWxwUGk1VmpVc3Zsc0RjV1B6a3lxem5ic0dLT3JMcEd1SG9mOWk3TVQwSktISmU1ZVI0NzZ0ampZb0JZRUZFZzMzU1NWTXJaa3BiZkF3RzE1Q044d0V4SGtnalU1SndCZU5vYmpBamh6OFJEQVpqTElYWFoyQmt5SDl5UnZjNTVIQXVJa2VxNUpCRER1Y2NXQ01mRmtCTXFYbmEzZ2lwWlhLa1NnN25Nc2p6eHZJbkRHd0FzcXZyVWJjYzBlMnBwRVh0d3FVZll2RDBXUHowUTJtU240YmxjOEFVYW5Oa0cvQ29ybTFZL2pldWkvL2E5ZlEzVG1YdXJLNHVhc1dNL3FSaWM2Qmp3R29HSGswYjVhMnRYOWJJQnVlN3J2bjU5Z3pKVUVWamRJSXcrZ0lHNHd4M3Y3aTM2YUZCd3FDMExocktzL1gvSVhDTE1icjB5Sm1CcHNFVmEyNjNuZGladTE3cGVQVERBT2NCT0FYZ2s5bE9Sblg5aWh2QXh1NW90aDhHZ0xKNVMwc0NnbVlkZTMzYkFKaVRhWHhITTllcmFNVDRuUzNTWXRaaEFIOEpvNUhvSCtiZGlwRVRheTQ1ZVhqN3o5aW9QRUQ4STl5ZVZLK1R1d0MwOWh6Yis4WDJqZCtlbCszNEFLRDJPbk9mTnJLbGM3M29Bb0M1YzZPRldxaExWYnovcVowbGgzcHJlaS82Q0JMeDlkdGIvLy9oQndBZ0lOU05SbEMvUTd4eFIrczNCNnVReml2S244bUVNNDRlT0JnUTRZOTI0OHdqcWRLZTByclBoQ3kyUHNsR1A5elYrcDFoUGxUVmpjc3ZaZVlyWFVQL3VYWGp1clJ6VkZhK29NcU5kejlvVkNKaURJTUlwRFRQbUR6dGttOFFpUnNFVVZucTh1elhCcVRDNC95Z0RBbnQ5MmM1NDE4T09melI0WkVtUk94ZmxabnluMXlrY2c0NW5KdklrU281NUpERE9RY3BxZEIvTy9pQXdJQWhBTVM1U3BVY3ptbVFNUWdJNFUwWW1BREt5eVc2dW5RS29VTFZEU3V2Sk9JWmJjMXI3azFkdVhMKzBvdklpUENXcDFhM2xwZEhBNkhHNVRmR1hQVlkxOVAzSDhxMnI3Nkl1UjZhRWgzclYvODZyV1h4WWxuVk8zME9ETTkweVhtczgra0gwdGF2V2ZDVkloajNCZ0tPODlIamFSNHROVFczMnhRMERWckxud3RMelVsMER6eHpjTk0zQmdDZ3JERmFHT3c5Y3U5TG0zNTBFeHQzZ2k4YitReUExek1QcnJwK1pZMGtudHFmT1AwdndIZE1SZjJkZVFHeWJsV2tIeisyLzhYNy9jVjZBQnhJWGE5cTN0SVNBZk5oWTV3WWdDUG5WOTM4T2JDa0E5dCtrVnJsb2F6UXlIbG5EbmYrMGhpMzJFc0xNbDhhYW82S3lnVzY1OVd0Ly81U3o4bFhMb1o3NWpFL3luZXdLcWFzY1Vtd3lJejRMSmhmM3RxOE9pbnJJYmRJMWJMRDI3ZTFmck83dG5GbGxYYlZycTFaQ0pXSytqdnpiQkg4R0lON3BFTGJqdlgzRFJhUnptaTRwOHl3SHRQWHE1N0pMd2ovWmV3MStlMWtQRFo4WStDQ1VPQnJEUDZQdHZYcmhzVTZ6MXE0NGtJd1ZUQnoyOWFXMWR0VDIyWTBSRWVoNzVYbC9hYzZLOEFZNGR0YVFRcTZsVWdNTHNmOE5uZ1JwcUFrODllbDB5dXZCWE1NSkFhSWVNQXdEd0FVaCtHNEFDVTBJU0hCY1VXVWtOQUpLQkZuRzQ1bWRnMlRFeUFub1Ruc3VCcHV4Snh4SE1keERoNDhPUERXQjVEREJ4UmlWRmxaZnA2VStSYUNCUXFtUUVBV0dIQUJzeTRoa2dDNElOc2xTc2JrQ0wwY2NqZ0hrU05WY3NnaGgzTU9ET1I3SVo3SjBVd0NZQmdnZ0hPVktqbWMyMGpLZitCNVVOa1RlM3BrcWl0cGRXUDBHc0dxMG5FNExiMW1adjN5U1JieGhBUVBiQWFBMEhpM21ranM3OXB3ZjVib1hsRHRvcS9leG9aSFFqc1BaelpXOVV5WktRaXpEZWpwenVZSDBpUkhjK1l2SFcxczZ5WXduUkd1MjdvNW80SkZqQzZaYllBZVM2cExqVEdiZG0zeUttVG1Oa1lManh6WWZNKytsNSs2eFNjeURJRFBBbmc4Yy8rejZwZGZmdUpnKzZlT3Z2ckNTNG1CN25tdzhoTW45MjJaMXQ5N1VzVDdqbjRuM24rODBWLzA1NmwrSGpVTnk4NERpN2xuY1ByN0FMNUlKSzNpTWVYeDlwWjF2MG5aZkQ2QWRTcCsrbTRBRWlUYXdhWVJLVWxyVlEzNkVrbGNaNnl4ZGNBclR3Q285V09hdndEZ0owQlVqR0ExM3hEaTdVMnJCNU4rYXE3LzZuV2NNUHUyUHIzMndOekdhTG5EWmxUaXlONWhTVXZUcnJpN0lDaENjd3gwRVpUbzJMeGhLRHE1cG43cGRNQ2UydGNYZnlhdndMbzg0ZXFIdTdwV0R4NWJlZDBYOGtQQndHMUdjMHZIVTJ1SHliVnFGbnhsTWhIVmdQalVpYmlWMWw3V0dDME1zWHRicjQ0OXpvYnpoQkNMVXR2ZmlrZ1pOQllmWEk0bGlLNEdjRFVsbVVBUUJCR1lvVWxBTVVFSkpzVWdKWWtWc1hUWklrV0F0c0FhZ2hSeFVFdGhsRVdrRFJWb093QlZPcjNZOVNTaTZBY2pCa0tNZ1JneCtzSG9aNEYrWW80WnBqNWk5SlBnbUdiMGsrYVlzcWlQTlBwNzR6cldjM0RYbVp6bnkzc0R4Y1hUQ29JamdrVVNzcERZSFFGSlJTUkZJZGlNQU9nOEJvMEdhQnlCUndHSWdCQmtVRkF5aFFBS1NsQ0lpWXY4Qk1qUlFOS3ZOcVhrbFhKVlVqbmtjQzRpUjZya2tFTU81eHpZY0FFa0RibjNnMEcrUGhwUzVFaVZITTVsRUJGU3ZTc0NpVVNobjdpMldNNXVtUDVSYlZTSlVXYmo5cWZYRFZhUHpKbS9kTFFSZEYwMzlmeG9iOU5EaVpxR2FEWEl0ZHFmbEx1eTdBTlY5Y3R1WlRialR5YXNmOXpmZW4rYU1mcXN1bnRLQmRtTnpIaStZLzNxOXRTMjByclBoTFJGRFFEbEJjNzAvbXlUWDRFeXVOMzVTeS9UV2hkQ2t1VW0rcDdlbGlKbjJkZjE1TmVQSDlqeWFZQXRBQXJBNTdPbHh0UTJycXdpUXg4NStQS0dmY1k0M3dRQXFENGMyanZNRXVZUWdCWEppWnFhYUlSSVZiRjJmN04zL1VPSjBST3JvMHdjeUNCVUZnUDRSd0FsQUNDdDhLKzBHdmdFZ1A3Qno3RHc3dkVDL0tHNGE3N2ZkL1NGWXdBYUFXd0FVQW5neHdEbTFTd1lXRTNDcnV6aDdxOG4xNXZkc0dKUm5CT3Y3ZGh3LzB1ejU5OHp4V1ZkTFk0ZmZhU3I2OUZoYVNRRlJhRkwyZWdMM0JnOTN2bk1FS0V5dHpFNlVXc3pLZmE2ZUtwZ2N1QnlWK2hYZDI2OE4wMjZFdzRWTnhKeG9xMXc5Mk9aMnkydnUyc2NDMnNlaEhGTUFsdjJ0MGJUdnR1UmNHOW5VTnVlMy8zaXR4T21sQiswQXRZY0FvMkNmK0VOSjAzZ2s5NDgySllLSWdLemlST0VBMllDZ1R4Mm5MekNRMCtuWVlIWTl1YVIzODVFSUlIa05zbC9MQ1o0RDhpVWROc2lESHRKZTU4YVIranI1aVM4ZVFJWWJRdU12bmdXbU5uNGhJeEh6aEJpWUk0UkVBTW94c0FBbUdJZ0V5TVdNU0xUYnhneFlvb1ptRDRpeEF5akgwTEVpRlcvTU55dk5QZExqVDRwSXpFQU9JM1RJTjlRSHdDRWxKN1p2cFNjOUxNVHdtSUFrTkptNEFpU0J2eVdaZjJ2RWdGS0tRSUFZd3hwWGV5OUg2Mkl0U2FqUFMvakVjYVFNWVhrU0ZVQVMwUll1M20yQ0VSWUlJOFlSUUk4bXNHamhhQkNab3doMEdqalZVS1ZBRFRLZTAyQzB4K0J5UHNXaDY2d2pHc3Q1ZHBqNXBScEJneU9RV0FFQnNsb3lrVXE1NURET1lnY3FaSkREam1jYzVDQ0N2eTNneDNKWkx3eUlabDJra01PNXlZTVlBK04rUnU3b0NBdXo2dTZNMDl3NkdyRmJBU0ovZTBiMTNRbWx5K2J1NlRRMk5iQ3R1YlYzd05Bc3hhdXVKQ0ZlM0dIYit5YWlacUdyMTVEMEZQYVd0YXN5MnlyV2hnZEw2WDZOTU4wZGJUc2VTR3pmVlI0NHVVZ2xPRG9HOS9abEZHaFV0MXdUNWxrZTdMTGZKQzFPcjdkSjFUS0dwY0VSNkx3NWhPSFh6cDgvTURtT0lBQkFMZGtpMC8ySW9oNVVhTGZYV3VNVXd1Z0cwQUVnSjBzYVFQd0JvQW40S1VGSFlIdjRTTENabjdjVWJ0MmJMei9UT1cxeXljRWJIcWovL1hkejV6QzF0UmRiQU9vZ0lUc3pTdWM4TFcrN2dPclV4c3I2dSs4d0JMaE83WFMzOTQ1NUVOeUFzQThBUDhDb0xGZ3pMUWZrUlZZbXpnNDhGZDdPejN6MTlyNlpUUEJWcytPSjlmc21ORVFIY1V3VlIzTnEzNmErZm5LeXhjSDhpWk51OG9vUFo0bE9qdWZHWXF1cnFpL00wOFpVMm1rdXprNFFWUUFoTzFQcGliOUxKWlZqV1ZYQW1hS282MS94YVBwL2pmVHJyaTdJQlNJMUlMVVNXYnEzL3IwNmtGWlZHbGRORlJzcTA5cmc1TWRMV3RhQWVEUVBqdzcrVUx6YnlUbEYrSDlHQitBUVl5SXB4QlJFQm5raXZlZWtNbXRNUEIxeDhTK0lZQWdtVUNJSmZJc0k4SXNLQUkySVVQSUIxRllHRVNZRUFGVEdFUVJBQkZpdGd4VGlBZ0JnQVBrZmM4QkJvSUFVcVlwQUVMQWUzRG1BREdDVEFnQUZQQXJ1OTYwUDAxRWdvQjhFUEtSUXNnTXRnLytKd1pmUlZJVzVkTTJnOElvc2dFQjJGYnk4M3RmUXhFWEpMeUtHRklnVnNUUVRGQmtvSGswS1FZVWdUVUFCZEl1dUVRRFVBUW9CaWxpVmt4LytqaGdCbHNXUkFERVFaK1lDSUFSQUFlQ0lBN0FSaENNZ0FHRmlDQ0R5Vk10VW03Vi9nbE1udEhrcVJYRGViaDNmcHpNY1lBU0JBckNpNkhzWWVCMUJrNlJGMzJlM0hldVVpV0hITTVCNUVpVkhITEk0WnlEQVJXSWxMSmRyd2ZrSlFHbFNoOXl5T0VjQkJHVGxYdzZZUkoyZU95VlV3UWl4VGE0bndWYmJjMnJuaGhjZXZGaVdkUmRkS25XaVdjQW9LSitSYWtsTUtIdExJVEs3T3VpVnhsdHJpUnAvM05tMjh6NXk4YUNuRVdBM0QwUXQ1b3lUV3VyRzFiT2s4eHpFenIrTDUwWmhFcE4zWmVMbWEzcFdzQ1JyQWZhbi9MSWdMTEdKY0VpVlhTMXNUQm14Sml5N3dKNEJzQWVBTU1rU2VWMWQ0MFR0blVMdTZwNXgzUDNuUWJ3VkUzRHNuSUNYVzZZVGp2eHZpTTduL25teTVrbXFCTXZ1eU04S3VSY3BWMnhkOGZHKy9iTlduUlBhY0RRVENmUjkxeFgxNk5PNnJMVjlTc0xqK3g3NXA4S1JreDlhay9iRDV0UzJ5cXZXM3FSYmVTZktUYmYzN3BoelVzWmg5Y0w0Slp4RjF3Mlo4SzArZk5aT2NzN094L3NoeDhiYlNER0tQUzlDQUFobzJySnRaNGY5dm5LbzRIUXBNUmNKaXBtZ2RlRDNmMkRYaWZsZGRIOEFMbnpXU2UyQ2hrWXh4YWQxOWEwS2swV1ZidHcrcVVndmtZby9MaDlmZlJZNXZiejhnTlhDRko5SUJTM05hMXVUdDF2T0dSdVpNUHhqcGExUHg1YW8wc0xxekl4K0NoTXdjT3VwRHVFNnE4UVVud09qRG5rbDZla0ZxNE1rd2d4bWNONzlweCtoeEliQVpSYjQ4ZDNXMDVCZ1ZTSmhJd0VBbGJRRFVqWGRpeWpMR25ibHRTdVkxbVdKYlVreTJndHBSQ1cxRUlhb1N4dGhDVEpRVFlVa1lROE5zZ2pRaDRUOGtDSWtQSGZlMlJPeUNmdVF5Q0VBQVRCRkFJNENGQUk0QkFJUVRCQ1JQUUhWVTBtaVNoL2FxamF4bjlOcTd4Qk5sS0hNdXN6L2lSSW9VSlNaL3F2Tkt6cGZ3SUduLzUvN04xN2ZCemxmUy8rei9kNVptWnZraXpMOTdzaHdoZjVJa3NyWVl3REtMYVJaS2NrSkkyYkprMlQ5RFNIOXBYVC9IN2xoQUMyTExMRkZ3aWh6VWs1YlhOb21rT1ROSmMyQ1Vrb1dKS05jYmlEYnJaczVBc0MyMkNNTDdLdHUzWm41bm0rNTQvZGxWY3JrU2FCZ0pOOTNxK0F4TXd6c3pPenE4M09kNy9QOTB2QUFJTUhBT29ub0o5QkE4dzhRSVIrWWg1Z1VEOERBd3pkTHpUMWE2WUJJV2xBTTNsYWExOUtiQ0hRSHpCalQ5eHo3d0xMSzBJQjY0Y1pqMktDS29hUmcweFF4VENNSEtUemt0LzdKVk9mQ1FCVHVtaXR5VlF4Y2h5eFROL0ZDQm1hNTlnRmk2Vk9QTXFXdlpyajFxanNrWXIrUlJ0OXhGdjM3ZnJxbS9PcllrR2IxS3FoMStTUHh0dHRkUDJXYXMzK0JxM2QrMW9iN3p1ZHZUN2tXQjlsNW9zOTFQTncxOTdSN1hjcnErdXVaWUUvR2h5K3NHbThUak1VREs4VGdPVzc2cW0yUFR0R01pUW1xb0tvRWxUaUsvbTlqbDNiemdJNE5kNnhsZDE0KzB6TGN2Nm5KdTlmVzNkLzVTQlNtUmNDb2xReFc0RGZPMTVBQllDWVVSQlpuZEE0MnJGNzI3R1NEYkhwRm5UcEJicllrSDBPWlRWM2xCTHBwYlBlZDhNdldnb09OYUhsMHJyaTlWOEkyRnArVWtQL3BMMXhSd2ZHVVZJU2M4Snp2Q3F0cWFrdFZhY21XdlhGeVFnR1BqcjhtdnhHWitmOWJrVnQzU2Q4aFpiV3ZiRXgxOWVacTBvQk9ZV2hGWjA5OTFRNjB5Y2F2Y1VXUWIrYVBQMExSY0VJK1R3ZDUwODNaRzRiWFhmSFhCQi9PSjdRZjNzd3E1TVBBRlRXMW45V2FSeGcwUFNCL25oajVyckFYUGM2Z3B6WTdkcmZ6dHBNZ1JFZnVXSFc4UXR4am5kMkh6M3lBb0Ivbm5QVnN1dWxGSFZFdUphSUFzeHNFWTJFQ2k0aEZ2ak5hYURUUFhYcVVqMmJubDgrL3QxVlhCeklIeDdPeXc5T0RFTjdZY2hnMkJLSVNGWWhGbFlZcE1QTUNCTVFnZUFRYStHa00yeVNtVFN3Q0FpQVliR0FReG8yQ0E0RE5vRnRnQUxFSTJNZE1EbEViRE94QXlZSHYyWmc1KzBpWm8rQklRSVNESW9EbkFBalRzUUpuZnB2d1JUWFFCeEVjVUFsaEthNEFpVklZSkMxN2dOeEx5dlp3OExyMFpCOW5xdDZ6b1Z4QVoyZDdxOXdDUCtsZVF0WG5BWUJRbUFBZzg2cmRnSENXVU5NVU1Vd2NwQUpxaGlHa1hNRWt0MS9CRE9udndranBOb2dLcE9wWXVRMElvWk0zN2RxbFJqcTYyNS8ycDY0V2p2a1AzZmc2VzNKRGpFYk44b1Z2UXRXZWo2TzdOLzkxWmRYVlAxMW9SMVVuNzVJUGY4bnMwdE1Xa1ZOM2RVTWxDVVUvKzNCWGZlTkNtd3NyNzR0WWlQNGFjWDZqTlRjM05VME9oaFJYblZuc1NaYWUzNVlmdW40M244Y1ZhT2p1UGdMZ2Z6M1Rmd0RnbmFoK2JYMlBkdlRHU2dVWFhmSFVpMWxMZGovVVVmajFqR1pGV2xMYW1KRkZxbVArWXdmdCsvOFNycTdEdVZIZ3Rjb2NBR0FjMjFOOTdhT3QyM3AyazNGUHJQYjBiVDkyTUxWdCtjSHRTNWxQN0czYS9mb2MxaFJlK2Q4eWFJVUpQSmJHc1IzZ1A4WXFidHc5ZHBOa3pUTE9tSTB0VFh1T0REZTR4UVhmeUVRbk9OL0RzQXI2VG96SlZXeFBCSFNOYzA3Ny81N1lLT3NySzY3bGxpYzNMZHI2OHRabTFORjllWWxJQ3lHRW0rMk5OMjlhOVRLeVZQSzJQZVBKYVFmbDZDcmh4Vy9lRGl6bTlLNk95WUl5LzRUVnVwbjJmVlZnSTJ5ckxiNGFwL1JMb2lLdFBDT0hYbm12djcwcnN0ck55OGpscXVWVG56eitONzc0aGpEVXN3K0V4RXhFRmFlTnhJZ2VmM2xBMDhDZUhMMmxZdXZFcFpWUlNTdUkrSXlnQmFtcG1PQmdVR0F4clRxL3IzUjFaWG9CeEw5ZU9QOGUzMG9SaEpCZTRBQU0wbFZHQmRCNVlqUmdUNHlRUlhEeUVFbXFHSVlSczVoVUg2Nk9FTEdWNXdhQUVnS2s2bGk1RFFteUpGYkJOWit3dXZYcjE2NlVRWUFSQzh1S2hGQ28zbjMxdmJLcWk5TlY0SEFDbjN1ekRlN1doOU1aTyt2YkVOZEJXbFI0U3IxNk1HbUhhTmFGeTljZlh1K0pHY2xpRUphOFlHMlhkdEh0emFPM21LVEl6K21QZjUyZHRGVFZNV3N3aUJXTWJ3OFg5akhFcStoSmYwdGNmbmF6Y3VFSlQvaE0vKzh2V0g4ekE4QVdQYitPeWM2d3YrNDluRzQzWHU2T2IyOHNtYkxXazBvRk9DejNRbnIrZkcyWFZGYlgya0pLbXg1N05DZTJhdHVEVVVpZHBWUG9yMWo5MWQ2c3gvRFl2dDZFTnhUMXBsdkFROWVDcWhVYjdsQ0M5eXNsTnFiZUtOcnovamZjbStVaGNVVFBxc1VYbS9adFQxWkhMYXF5Z3FGL0d1aCtNbms4UzVheEFMVXZITnJkcWNmS3EycHE5U2dJaWkrUU5wOWNkVGxyYTVmcVFFbklZZTZBc2o3SU92RTA0Y2Z2Mi9rQm41NWRXd3FrZm9rd0VkNnJJR1dySDJqdEdiUklxR2hRVW9Lc2tUcnpudEdwaTJWVjllWFMrWlBhTUgvMU41NDM1Z01vYkwxbTZZTW5UMVFsaGc4cVpOZGtCQ091Q0Y1TVd2Y3lWY1B2UXpnNVNsVFNyNmZWMlROOGhnbGx1Q05BUDZRUWQvd1BQWHZwcnVPOGU2aFpNQ1JJSlhyQ1pCTm1ST1UyTlJVTVl5Y1pJSXFobUhrSEFiblVYSW1kMGFoV3VqVTdIMFRWREZ5V0JTQXl2emExZGJLazVrajVsZkZnc0wybGtlRzdSOUdvN2ZZS2hTcXBHSHhYR3ZyZzBQWmV5dXZybzlLUnBVaS9YUkhrOU9adlQ0L1B4eGw5a3Q5Vi85Zy81N3RiMlN2cjVneTlkdXV4dWFPUGR0T1pLOWJKakVYcEpZS2xvZGFoL0FzT21NK0FKU3VxWnNsYmJGQitmcG43YnUzdi9CV1o3cHc5ZTM1VGtSOG1sbjMwb1h1SjlDNjF3ZUE4blZiRmdPQUlEMTNNTS82MmZHRzJKak1tOUthK2lXU0thOGxjbWdQQU16SWozeDIwTFcrMDdrM05tWnFVaURQK3YrMG9nNVgrOCtlYXJoMGpWYXVqeFZvVmplQjZkWDJDMmQzWXB3dVBjbHJ1UEFHaHJqUXZ1dnVrVzQ3NWM3cTlaN1N4enFhZHB3RUFLVjRJWFdmSGRNYXV2eURXeGF4SWluQUsxMk8zOSt4Ky82UkxrUGw2N1lzSnFMcDV4T2lzU2dZMlVCeHVhZHQ3MzNkNmZYTHEyK0xTRksxUHRGRjl6WDVuOWtaU011dnZXMnFUWHE1cjkwV1FjR3k1cmo0U1Rvb0ZLM1pQQU9rYi9RRmZ0RCsyUFpYeGpzdlM5dGZaSjA0bVN5ZVNoS01zQTU3YnptVjU5eTV6b0Z6NTNBRXdCRUFEd01Jekp3NVU1NDZkV3JNNjg0d2Zsc1k3Q1kvUGJBMVFSY1FTMy9zRU1Nd2NvNEpxaGlHa1hNRVVKQzlqSWdWUU5DbVVLMWhaQVJWMkxFdGF5U29zcUlxVmlpQzZnOEdoKzJmaWhEQ0ZKeGE1U2RVNi82OWQzZG43NlI4M1piRlFuQUZzVGpRMXJCOWRMWkhWY3lxQ1BydlovSVhhMlg5WXYrZTJLaUF5c0xWdCtmbjV6dC82WHYrMzNVOGZ1K3g3SDB2cjQ1TmRZVCtNQlFkYkc0NnREZGQxSGJSMmsyVHBFVTNLNmoydHQzT2kyOTFnMU84OGdzRmtUem40MEpncUhubnRvZlN5eGV0M1RTSkxMRlVrNTRNei90bTUzOXNHeE5RV2I3Kzl0a08wM1NydC85WkpKWlFSYTFmbmREV2o3TURLaVZWc2J4UVFQMHhXQiswb1ErMlpkUWlXYnAyOHpUTjZ1T3MvT08rTi93a3NncnZqbHpEMnMzTENWZzUwQi8vMzBCeTJsVzBkMUVGRTNvNkdyY2VYRkVWSzVRaC94TzlGM3IvclN1N2VPLzZMZThUSGk5bndhS2w0ZWkyek1LLzBlczJ6MkNKZVMyTmQvK3NmRjNkTllEZDFibzNOdW81dEVTZ21nUk54Sm5ULzlqWk9YcmZTMnB1TGJJUi9FUi92L3V0L1B6QUI0WmVrejlOQjdXaVZWK2NUSkIvQ0hCSDR2aVJNVmxDMFhWM1RDQVorSktDM2hzZlBETlZDUEhucVVLcFlkOXpaUGI0WHlKeDZ0UzRKWElNNDdlRzBoMlNpS1FmOFlUd1dHUW05MEdiUXJXR2tZdmVUbkV2d3pDTTMwbU1aRnRMenFqU3o2bjA4VlM3Uk1Nd2t0R1ZnQy9JQm9Eb1RiR3dIZExYc1Vyc2taRzQ3Ykt1Vk1wcUdTL0RKRnF6ZVFZc3ZvNFlyN3pZY0hkajltNHJndjc3TldpQjhLbnpvbmY4WVBiMmtRTG5qOEY4ZE4vandURzFUSmF1M1R6Tkp2VlIwdXBVanhRdnBJTUZTMnBpUldIYnVrbVM3aVZmUFEvRWRQYTJTR1hhRkJZVzNpd0krdHl3OVozTWRYbVcyRUNzZ3ZDOFIxdXpwdkVnRlRCdzJDa256OXYzM0hOZkc0NkcvRFdzMWFzZFRiRnptZU5LU21KTzJOR3JpQ0NVcncrOXNHdmJTSjJUeXVxNk9RRXBWakdqUjBHMTdFdTFmczVXZG1OZGhTRDVKMEx6ZDlOMVNpcjZGeGFUNEZCYjQ5YW5pdGZIQ2l6SFhUVk1pWWU3WG5pZ2I5UzJHK29xQUx4UENkbWpsUGVMN0U1S0lpSldzVkN0WmJYMXE3U0FhSXRqVkJaUnhZMzFxd2xpaVI5WFAyck5EdGFzdTJOQ1NPWkhCd2JjYitYbEJTdVVwN282TzVQWlBOR3EyR1FLQkZkcmdqdk0xdlBaM1kraTBWdkNaTmtmMDZ3T3RUVnVhd0R4TUlpVHp4TWpIQW9xODduVXVOeTVTQmJWbFRwZEEyaFVTUldUcVdJWXVjaGtxaGlHa1hOR3B2OVFaZ3RIa2Y1Z2I0SXFScTdMdkNrb2RMUWZBZ0J5c1JTK2VLbGRoYzlXU0wrYTRzTnR6WHUvT3FiTHpKS2FXQkZEL1ptQVB0YmNhTzNKWGwrK2Jzc2lCczhqOE1YbVhmWlR3RU9qZ2gvUm1ydStTQnJ4bGtieFNIWmdaSDdWWjRPT3RLcUUwSkhtWWZ1YjJKdk1qcGk5NnRaUWlQMDFETXlKSkp4NzlxYVdaeXNwaVRtaGdQc3BKbkpVM1A1ZVpwMldpdHE2VDVDRzYwcHhkSC9qVjhacHVmejVQQXFHUDhybnp2emZGMXNmOUtLMWRSdUowZEhTZE0rUjdMR1JPZjRhVFh5bDY2bUdBNC9mKzJwNitjTFZ0K2RyVUpRRXJocDZUWDY5cy9PK2NUdVNMSy9lY29VVStIUVBlcjZVTHR3N3YrcXpRWURMZTdyNmZnTEVSQ0dqWEpQemN1ZGpPMFk5QjJYck41V3dWa1RDdWdvZVBkSzJlM1E5azJodC9mL1VyTDRQdG1ZU2VFSjdrOTJVZVowcmJxeGZ6UmJXZW9QRDMrbDQ4djR4QVROMjdPdVVGZ2NqSVh1SkpsKzBQNTZzb3hLOUtSYm1oSCtORUxqS1IrSUhMelhjTjZhQUxFK1pYZ01vbndMMnd3QkFRZzRSczA3ZWxITEU5K3hmSjFQRk1ONTF6UENJQUNhU1NnV0ZsUDZvbWlwa3B2OFlSazR5UVJYRE1IS09JSkhIekp6ODdKUDZMTVNzUUFTUW1mNWo1TEpXZ0VwVit1K0NDUk5aeWxEWmpiR1pRdnBUKzN6MVNxVWoxbnRRQi9hTkUxQkpGbjdWZnlLZzNlYWQyNytmdmI1eVEyeTZWdTVxYU5IZDJyVHRwNW5yVWkyRDE3UGswTkJ4K2NCNG1TYVRBbk5Yc2VBWit1elp2MGZyZ3lPQmsybDVrZXRBdktCWDlOM1h1dmVCOFFNcVZaL1BDNFhWaDFqTHVCK1hEUjE3WStrTUVZcldiQzREUkw0R245Mi9jMnQ3OXJiRjY3OFFDT21KTjNCYy9LUTFmeVpmdmFHdUl1N3pvWTZtN2FNREtsVXhLeHIwcmxHTUdSTHl5SUhIN2VQcFZWZXYzVFJKMjNhMUpqWGdLZnBST3JzajI1SlZ0eFlGQ0IveVBmV05yc2VUQVpYaTliR0NRcTF1RnA3L2FGZlhBNG1LZFhlV0tWQ2l2ZkdlcnN4dFY5VEc1a3V0cjJMNHZsWldZOXZ1MkVod0tCcTl4UmFUcDk3Z2s5K2c0Z0hwT0hwcVM5UFdVYTJUUzlkdVdnQUxsY3JGem80bjd4ODE3U29hdmNYV2s0dHVFRXh2a0Qrc1NUb0xXaHEyanJSSlpsZEZoYVFpS0g2Mm8rbStrNW5ienErS0JTZUg5WFdzMVp5RTZ6NTZzR0g3RUFDdzBuR1dRbEZ5V2tVb3UzNlBZVnlHa24rM3pES3NOZm1DeC9UNGZtOE95ekNNOTVKSnN6UU1JOWVrZ3Nta21VZjZLYWRxcWdETXBsQ3RrZE9ZbVM1TkZXR0VwWnd3WDFwcUhTZXN6cEFseXdEczI5ZHc3L0V4VzFiRnJHREV1cG1aK3kraTc0SHMxWlhWZFhOOHJhb0kwbFd1dFRkN2ZYaXVmeTB6ell3citZL2pCUnpLYnF5cmdOQWZjRjMxL2N3cEtkR2F1ejRBQzJVYTlyOTM3WHhnVFBlaEZBcUdKbjZZbVloY2ZxNWpiMnprcGo5YUZadEVFS3NZZExHMWFkdlB4dHQ0Z3A1NExhdjRxNjE3WTkzbGppcGxMY2crMzUyZG9VTGxRYmVFU0N3QWlWTnY5dlkvbXc0TUxWMjdlWnBuMnl1VVJvL1FPTlBoV3ErUDl6akxQbmpueEdCQi9wK3lFRWZiVmVBb1VnVmo4OWgvditmcHgxOTgvSjd6cFRYMVMyQlpjOW9idWtaMzhxblpYRzVwZlpWaWRaR1ZlTFd0TVRZcTRDSW1UMXNBb3Q3RWNPQTFPK0NXK3E1b0hyWDl1anNtV0xhb2hhS1g5ajB1czZkZEVVK2VkSTFGZG05L1g2SkxDN25rVkxmOFVYcGxlVTM5ZGNROGlYM3Y5T0RKbzZPNkJKV1V4SnpKZGlJSzVqa0U2anE0NTZzamhXdEo2R0VnTmYwSFpEdVNpc2E3TG9aeHVlQjBVQVd3Zk1lVHpGbEJGZExqVGpzMERPUDNtd21xR0lhUlU2Wk5teFpBY3RxekJxZVN6aGxnSG1uSmFZSXFSbTVqUFJLd0lDSmlTNVR3MlRNL1VvNDMxY1ZnVzNQVDluRURBdVVCL3krWWhmQUd2SjlsQnpjV3JkMDBTUWxaSVVndk9OVjk1a2Y3TG1XSkFBQXFhK3NyaWFpQ05mYSsxQmdiTTIya3ZPck9Zc3NTZC9haWQvdkJqSUt2MGVyNmxTQmVDYTEzdFRYR3h1MHlnMlRSMXI4RWN6ZkRhMi9kczIzVU9BcW9UMm5pVStmajRwSHhDdHVXMTk3MUViRDNadHZ1K3c2dHFMMnpFdUFKelEyeU5idldTTmwxbXlZVFpCVXJ2dERXY0dqM3llZStOb3hVVUNSZ1dSV2tOVnVrdWFYUmJzRTQwNU9XVjk4V0NTanJjd0NmYTlrcG1ha2RuZ0FBSUFCSlJFRlVHbE5qeUpHaEZkTEZrZjE3dHI4UlhYZkhYQWM4cDZYQitzL01PaWtWMVp1WE1rdUNoTVhNZlcyN3R4MGV0Zk9TalE0SWxmcmNtWDNob0w0TDNkMU5vNStEalpKc2F6TXgzbWhwRW85blp3bXRxSTNOWXhiVTNMQzFKWDlDOEJwdDhTdW5XbU5EQUJEZFVMK01MUTVBc0EwaERtVFhVUW5OY1pkcVljMWlwdjZXQm10VVpnd3BhNGlZTGoyV3NPZS8xWE5vR0pjRm91SGtEOWpLVDA1WDQ4eVd5dHBrcWhoR0xqTFRmd3pEeUNtQndGUUh5UTlCT2gxV1RrWldTQ1YvSVRQOXg4aGxUTURvVGpURFBhTDE2SU5EQUo0ZmI0UGk5VjhJVEZRRjFWcEFrRkpOQjU2KzkrTG9FVEVSa2Y1MUFNK0I1My85MU9qV3k3Uzhkc3NDQUIrQ2xyOW8yeDA3bEwzLzVkVzNUUld3UHA1NFkvZ3pYUjJYZ2pYUmRWK2V5NlFxaU1VTHJZMDcyc1k3dHZsVnNlQ1VvTCtCbFQ0T1FZTnRPM2VNRkdRdEtZazU0WG4raDFocFYzbDRNYk8rU3RKR1dWbTdxTndEbjl6WEZEaGF2bTdMWXFGMVlVdlR0bDNaajFPNTRVdlRtYTAvMW9xNytxVDFaRHJnRVYxM3h3U3lyQ3JXNmp5Qkp6UTM3bmgwdk9NRU5rcUh3aDhsb2J0Ykh0djZ2WkZ6WEwvbFN0YXFzSFhQam1lV1Y5OFdBZHVMRWh4dkErNGZDVVJVcnIzelNoWmlybForTDdIVHYyL1hqbjJaZTA1MUNQcFRmOEQvZ1RWNTJrZk94Vis3NjNqclF5UFA4ZnlxV0hCS1dQMngxcnEvdFhIN2o3T1ByR3o5cGlsQ3UwdHd2dnVKYU8yWFYwTXJiMy9EUFVmVDY3VGlhWkxnc0JhdnRUWnRmVE56MitpNittVWcvVDVpTmVocGQyL21jUU9BdG0xUGFtOWtHUXZNSHYvNkdNWmxRbk1ja3NBTTI3RXQ2ZnRaOFZGVHFOWXdjcExKVkRFTUk2ZkVKYWVESmdxWmFidXBEaFJrTWxXTTNNWUFqUW91YUVIejNucDRUT1NyZ3BWYVlJNmY0SitNbDhWU3Z0N2JTQUxUdEt0L2x0MVJKN3J1amptMlJyVm05WHh6SThZVXRRVUFXNFErNVVML3JLUGovc0gwc3BLcXorZVI5RDlLR2krM05vcGZ2TlhSRlFYOURVcXpyU3c2MTlxdy9lbU1WUlNhNDY1bTBESUoyamxlQjZQeTJxdVcrSUFsejUzWnQzUzlmd1VMbnRJais1L01IbGV5N3N0enRiS2pZQXdSNmRhdW5iRStwTnN6QzNtdFZ1b2xCa2M4ZHNkTWVScDVyT29GZjh6RUU3MGg2K0gwc3RLMW14YXd3dUplMGI4YkFHd0tmUUpDSCtob3V2L3N5UFdyclh1L3NtZ1dtTHVGcFA3V2hyL0pQRWVVVk1YeUxOdS9kdEJWM3hOaFdxcVYrL3p4dlErTmVuNG5CLzFxTU5zRC9kN1hzNCtyZEUzZExLbkY5U3JoUE1PVHBpMEdxWEJMdzdhUjg1Q1FOMGlDRHhaMmE5UFdGekszTGR0UVY4RVNoV0RaelVxODJ0RjA2ZmxMaW9uOHdwSkZKS3pRcGYzaGw3eldET015UUNQdmo3WldTcVRDS0psVjcwMVF4VEJ5a0FtcUdJYVJVeXpTcWFBSnEzVDdIMHFXOGs5KzNTUk1vVm9qcHpFSW1aa2tJS0k1YnpVNHVtNTR0aUJhcHhUdEdpOHdVVkY5MTQxQzQzMUlZRy83bnUwbnN0ZVRGZmhERm5panRkSFpPVjVoMnVpRytxOXI1bzZPcGgwdlpTNFBCNHYrdXhaQTZ5NXI5MXUxVHE2b3JiK0ZQZlVtSkoxcmYyejdxQm9oeTZ0dm0wSmtyZmNVUC9SaTA3WmoyZHRHMTJ4NW45UzB1TDFCdmpDY1AyRlNVTlBxOXFhanoyUlBhNXE5NnRaUTJPWWxEREUvTWREOUg2Mk5POTVFS25zbmJOc1Y3RHJOSkswUDBybnU1OGNHRmRMSHVlVkRKTVdNaE5ZUHA2ZmtSS3UrT05tV2NubGIwNUdkWFRzZlNGU3VyL3U0U25pNzAvdEhldHFORnNPc3hUQ1Q1YlExN0RpUXZlOWdDRXNoOFVxZUxhcFppZE90dTBkM05WcGVYYitTQmE3d2ZmZlJkTnZtdEpLcVdKNHRxWlFkZTZkMjRKRGtTVGg3OW9tUng2L2Vjbk9jM09OYWMzNTNRb3hxbTEyMnBtNmU5SGtpQTMxRU9qUm1PaEtBeW1wdmxoV2FkRDJEUjZZeE1lTXRYMnVHY1RsZ2NDcW9RcFpXdm1TV1JObERETVBJT1diNmoyRVlPVVZRZW5vUDZlUk1oMVNYRTBheUF3VkRKcjh3aGZybGV6S00zMHZNd0FDWW1kSTl4NW5IelI2STFteWVBY2hOdnNDRCt4dTN2cHk5dnF5bXZwU0pGeXZGaisxN1luU1huQ1UxdHhhRk9IUXphWFdXaUovTERvd3NyNzR0WW92UVo0UkdjMnZqdHQzcDVTVWxNU2M4VjMwVVlDdCt3djc2ZUFHVitWV3g0R1JIWDZlWkR3a3BwN1h1UERLcVZzcks5YkVDcmYxUHNLOGY2OWh0alFuMExLL2VjZ1VScjJodTNQN0RzZzExODBpSHlsc2E3djUyOXJpU3FzL25oUVBodGRDcUFGQ05CNTcrcDRzangrNEhWd3RibkZGQi8zcFMrdDliV3gvc3pkNGVWVEdyM1BHdlo2YXA4TkY0Y0hjcXkyZmpSaW42UWhVSnRwNEUva09YMWRTWEtvV3VmWHUzcDRvRGI1UXJhaGVWYTE5TnRvVHNCdE9FNW9hLzJaMjkrL0thTzR1SnZUbWtSTUNEUHJSdjkvYk1xVlcwNHNiTnBSYmhvOUQ0VnZ1dTBXMlhBWWlRN1YvclM3OHoxRDNJS01xdjlMeDRjMGZyZ3g0UUU5RWFyR0NvODQ1clcwcUtWek9uVHBWdHFKc25sRnpxay91U0JOM1EwckQ5WDdPUExWcXplUVpJM0VKYVBBeFdId1pRbUR3cXpCMXpuUXpqTXBJc3Jpd0FnbTFabHZTVXBzelBFa1RhQkZVTUl3ZVpUQlhETUhLS0dHbVp6RHFqdGh5STJBTUFacEpBaVducmFlUXNBZ2FJTHRWVklXQUdNdjlZQUN5cGlSV1JFUCtObGY3WDhWb1FyNmo2NjBKQnVJRkp2NWhkNDZPa0twWVhRT1JxRW1LYUl2VkNadlpGbWlOQ040SGg2bk5uZnBpNVBEQlhSVm56eE1TQS84MjNha2s4S2FCWGFZa2d3SkhlVjN0M1poWjBMU21KT1Q3OHo3Q2dpNmNIQjEvSURzb3NxYm0xeUFLVzlMelM5NS9McTJOVENiVDRiRzkvUS9aanpGNTFheWprRkswamlJQm0wZGxXOE1veEFJamVGQXZiRks0aWlSTmFlM2xncTJPODh3T0FpcUQvZmdpYXE3WGUxN3A3NjBpV1NjWGc0alVhK214SFUreHM2WnE2bVNDYTNDZDdEaWFQZjZOVFZudFZsUTJBUEgxVys0ZzNad1NkUnE1LzdaM3pCV1FwRTE1WFVsM01mZzZpNis2WVkxbmlneUQrVmt2RHR1d3VScWlvM2ZRSFdxdVQreHJ1UGVGTkNOL3NlYm96UGUyb2JIMWlrb0JmcERXZkZoWk45VjZYSXdHMUZUZHV1VW93TFFUOE5wdXRZbmRBL1R4NzM2VnI2bWFCeGNlVTFpL0tpMzNQTUhObTlvL0pWREV1YTZ4RUtvREl0dFphUUY0S3FBQ0ExbVM2L3hoR0RqS1pLb1poNUJTQ0ZRQUFacUdKdEJqSlZDRld5YmxBTEdiUDdwTW5ULzRYT3pLTTMxZkVmV0JLSUIyQUpIS21YYlhzaWpNdkgzZzFPV0NqREFsMU01UjRzVzMzM2VNV3I3VkQrZi9BaWg1cWJkbytabjNFUVRrTFdrVGsvN2p0c1h1N3N0ZFgxRzc1RWhobkFQVm9ab2VkMlRXM0Zsbk1IM1o5Zm1Cc01keWthRTM5SjFubzA2eTAzOTcwOHE3TWdBb0E1TTMxUHF5QWlTMDd0NDFwK1F3QVFRcC9DbzcxemE2dUI3eks0aTEvM3Z6WXRudkdHU2FtRmVTdllmS0hXUXVycldsYmNtcFJWWldGdVA5K2o2eG1XL0Uwc2l5ck5hdXRjVnA1OVpZMUFJSUVQZGkyYS90SUMrS0ttcnFyeVZlSmxxWWRiWWplWWp0QjhWZk5qOTI5S2JrMkprS3ovQ29DVGlpSlBISkVRV3ZqMWlleTk3MmlLbFlvU0s5azlsOG1YMHh1M1RYMk9ZQnRmNDZabTFvYnRvOEpxRnhkdmVVUDJQTVB0ajkrNzZ1Vkcrci9xSGRvYU5mUnZYL2JuVjVQU3F6eDJYMUtVdURUTFExYjcwMHZyNnl1bThQUXhYeTJlN2VlTXYxNmFPOWs5dk0wZTlXdElkdWhXZ0wxTnpkc2V3UUE1aThxelJ3ejAyUUtHcGMzRlFjRXdMQzFKU1FuUzl4bkJwMU5wb3BoNUNBVFZERU1JNmNRc1FNUWlGZ3pZMlF5TkNOWlU0VUFtVWdVbUV3Vkl5Zk5YN2ppZjRIeEVRYkNtWGNKRG90aUFLOENRRm4xNG1xd3RudGt6NWlpcmRHYlltSDQvbWNVWTFkYjA5MWp1dVNVcjQ5ZDQydHZIbGk4MExJejJVRm1aTnZvTFdHZU92VWE3ZE01ajlGK1lQZWxESS9LRGJIcFdxdDZYK24vTzE3dGxtajBGaHVUcHBVeitBSzdFSzdsdkpBZFVDbXYzYnhjUWN3WjZFdDhMWHY3WlIrOGM2S3RyQS8weDRlL1YranBVSGx0L1I4MU44aXZqSGVOVnRUV1J3a29FTm9hYUc2NiswZEFNcUJTRmw1OUxUR2RZNVVvWW1rdGJtMkkvZnZZcldNaXVrNHRJYUo4SXBYbnFzUlBSODV4N1oxWE10SGs1c1p0anlYYk1JYytxRjMzWHFTNkNMSHdvMHJRUllzUWh1WUpyWTA3eGkzc0s0SjZwV1R0TVlucExidTJQWmE1YnVIcTIvUHpDd0ovRGtablM0UDFiUGEyWlRYMXBTN2h6TDZtZTQrVjNWaFhvWlhzT3JyM2I4K25qNzI4MnQ5Z1dkWXJXdE1DWDhWSE9nVXRyYTZiNHhNdFBOYzN0SGR5NGJRVmtxRmJtKzRaVTBkbCtvVElqVXdJODlrei81SmVSc0NsZ0EwUnpYemYwcG1uWGprNGJ0dHV3M2l2c1MvaVNINUNzQzBscFpzZC95TlRxTll3Y3BHWi9tTVlSazVSSTlOL29DampMVkJ3NnBNUlFmajVjUk5VTVhLVDBBRWl6Q1hDRzREKzcyQjBBSUFRWEF3QVY5ZmVWU05JVmJMdi9TQzdhQ3NRRStSNk54TFR4YmFHclE5bDc3cWlldk5TeWFwWU1nMHJQZHlSdlY0WFRWNEZUWk9sNE5NSE1xYkRyS2lLRldwV245THd2OXVla2RXUnlaczBlU0dEcDVCQUVJN2EvMUpqN0VMbStvV3JiOCtYSkc5bW4zZG1GMlNOUm1OaFN6bmxyS3pudzFDK2NtVDA5TGt6L3o1dTRkenErcFVXMDB4QUQxcjkvZWxwTjFUaFhQc0I2Zk1GUmZxQ0xXaGVXK1BoTWEySms5ZkFMU0h5NXdEQWtCN2FtUzVlRzQzZVlpdHBsU1FHL09lQW1IQTR0TUtGdjY5MTkxZDZsOVRFaXRpUzEyakc2N1pTSGljVXRlM2NObTVBSlZvVEt3ZnJtZEI4dXFWaGRFQ2x1UGdMZ2Z5OHdFZTBvbk05MVBOdzl2bEYxOVV2SS9nRlBmSFhENVRWMUM4bklVSzlyNXgvS2YzTmUzbTFLaFBRQ2MvREtXaGg3OXNWZVFVQUt0ZkdyZ3hDTGhMS2E1NFNEbDRoYkZYVTJuajNtRTVINWV1M3JBR0xxK0Y1UDJ0TnRkV2VObTE1UkRPQ21lTWNFclBHT3pmRHVEejRjUUFnZ3FXbFNuOVdvRisraldFWXYrOU1VTVV3akp4Q0dBbXFhTWFsbHNyTTdDZC9Ra1Rja0FtcUdEbUpGUjlNL1RxWFFmMEszTWJNeHdSWUxLL2Vjb1ZpZFVWcjQvYTdzMXNqQTBEWkdtOE9oRmpTMHJEMUI5bnJvaldiWjBDSUswRzBva2YyUHBMZENhZGlmZjFma1VXRGduaWd1WEhicUJvbUlxQ3FKZE9COW9aN25odnZtRXZXZlhtdUk2elZrSUp3OXV5ajdUdnZPWmM5cHFEQSticFNlTFJ0OTdaRDJldG9pbDlsZWU2eDlsMnhVMVlvLzdQbmg2MG5UNlZ1K2tlZHc0YjZaUXlPa01ETWZzZDk0cm5udmpZTUFKVTFXMnBjaUM0WDdqRml1ZHpYN3RQWldUTEpjZlZMdEtRbFdwSnlSYnoxcGNhdlhiaDBETk0vNWdNdkhYajYzb3Nycmg5OG54YWN2Lyt4ZTQ1R283ZllRZmF2VC9Cd3N3V2Fxb1RNYjkyem8yMjg2MUM2cG02V0lMY0dqSFBOVGR2SFpLSGtYMVY0RFFOT1c5UGQvNVlkRUN0ZnQyVXhDVjdZMW5qUFUxUERNK1pLd3VLMnhxMVBkWFVseHkycGlSVXA1a2t0cnZPRUpQOWF4ZkdYZ0pndXV6RTJVd1g4a3BhbVEzdUVFd3BCMHJ6NGE4NFQyVk1nS3RiZldTYVZYZ2szL3AzTURrVGhJdm9vRVYyYk9aWXRtS0NLY2RuU0pPTkl2c0J0MWxKSTVsSDNVbVNtL3hoR1RqTFRmd3pEeUNrRURnQUFNV3ZnVXBvdWtValZiaURoQnhNbXFHTGtKTlppTHlTN0FEbGcvQjhCZlB6NFlldVc0cFhYaG15SmE5eCs5Y1B4dGl0ZnQyV3hsT0lMVmsvL0Y4ZmRMNGxWWUNvaXJiN2UxWFRwaGo1NlV5d3NYUDlhUDZFZkVUWXY5VHlNS3FoYVhsMGZKY0xzRnh2RWo4YmI3L0wxc2RrVzFJZEk4Mkh5NWRITUdpeEl0VFl1MUlVZjl4VS8xdDYwZFZSYjVmbFZzV0NSNDErck5aM3haWEFnV2xQL1NWY04vL1B4dmZmSHN4K25kRTNkTE5KOEJVam51UW4rK1pHZHlXeVh5cHI2SlVUb1RRd2t1Z3NpZ1RVSnBRK08wenFaU3RkdXVncmdHY3ppTlNMTkhUdnZTMVZ0aW9ueW1zUnEwdUpFUjlQZHgwclgxTTJ5YktwdWFkejJEOUYxWDU3TFVsOUR5bjNlc2ZJV2F1R0x0c1o3bmhydk9rVFgzVEVCbHZoVERkM1YxclR0UDdQWGw2M2ZWQ0kwWHpQb3EyK09XYmVtYmg1SlBiMmw0T1dIUzlmVXpZS1dWN1RFUjEvdkFPbEt0dmx3dVU2czhpRk83ZHQxMzZsbzlhWkZMUFZWZzczdTNoVlZzL0paKytVS2JrdG41NDVSQllUTE50VE5ZNmIzSzZIMnRqOXhYMllORjlJYTg0ZzRBSkRIakVNQW45S2dnZkhPMFRBdUM4UHVNQndMeExDbDFOSmp5NVpteG85aDVEd1RWREVNSTZla00xV1lNTHFsTWxoUnN0YUsxQ3Bvc3ZpTW5PUVBuVHNtQzZaMmdGQUJvQURBdjF5eFNQMnZ3cUxDQzNGWFBYcHduQUt4WmV0akphVDlQeHlDMlBKU0tuc2pVL242dXBzRVk2SW0rV0p6NDlaUnRUTElkMi93UGVxMExDejNJVi9idjJmclNMMlU4dW90YTZUQXRYMzlpYThEOTQyWmlyTm83YVpKRnV0S0FBTytkanZiZDQ5cEM0d0pldUsxWUxZU0o2M1JYV2lxWXRhVWtGcXBsWFZLdVQybjdWRGUxUU45N2lOSG5oa1RFTUdDcXRoa3kxWTNBRHdnZlAzOC9qMzN2Z0VBMGVwTks1azRsTkR4NXZ4ODV5YnQrODkyWkdSaHBFWFhiTGtTbHBnRndaNEZPTTA3N1pIQVNHbU5XaXhJeXViRzJGT1ZWYkhwS3VDVnV5citVSFJkL1RKTjN0Uis0VFRrQ1dlWnhkemQwbmpQbUtLeWFWcktENVBtZzIxTjI4Y0VWRXJYMVpjSjFwOEQ5TGJEajk5elBuUGRpcW83NTVQREM0ZmpQYzhzdWxCY2FObHlSVzkvL0VrOGM1K2ZIck44WGQwMUJEVW9FMHBxUzh6cFNkZy9LYXV1dXg2V1NNU1BpMGFuU0VSa3NHQ2RxOFV2MGgyQ2dLZzk4OHJoR2NJS1QwLzBkdjAzRmUrUHh3ZmZkT1lzS2kxNC9mRCtSZ0M0OHNwb0FRUXRZZmdDNERjWStpOHAzdC8rK3ZIalk0SmFobkc1OEx5TDhRRENZTURXV2tqSk9vVFJEWUFNdzhoQkpxaGlHRVpPMFNRY0NRQk1tZ0ZLRjZvbElEWDloMFRBOFV5bWlwR1RUcDA2Rlo5Zk1Ia1hRVlJROHE5akZvQ3ZkaC83K1F2UStsa0FaekxIejE1MWE4aGk5UmRhMFRkZjJqMjZqZ2tBWEwwaFZ1R3B1TU53VHJjMXhrYlZVYWxjWDMvYndJRDZ0L3l3bUFySjNQN1kxdjNwZFN0dTNISVZDZnJBdWJqY2Z2eVorOGE5eWM2MzVRMU1QTGQ3K1BWdkhOLzcwTGhqQlBHbm14c1BmMjVNMFZwcjZDcWZBMjU3VSt4d2VlM21UdzBQV3o4OThzeTJNUmtTczFmZEdpb0lxRThwclo4bUMxYmI0L2UrQ2dEbEg5eXlHQzRtdERSc2E2cmNVSGY5OE1Ed013ZWYvTHN4eFZVWDNoaWJTY0pkN1NmOEozVUF4ZTJOOTQ2MFB5NnArbnllVGZ5K2ZzZDlBb2dKUCtndXNjaHJKaDI2a29XZTM5NjA0NUdLRFhkOUdJelh4bXQ3UEhJZHErdXVaWWlpbHFhdDM4NWVGNjJLVFlhdFA5TzZjL3YvR0xPdU9yYUloTCtncFdIYno1ZlUzRm9VRWRhZnRlNjgrLzdNTVdWcjZ1WkpXNVR3MlRQZndaU3BOL1ZTNzQ4THJmQTZiK2hONThLYmJXY2MyL21rUFRDeHFyLzdmSUxCbjU2L3FIUU9HUE5JcU1Kay9Ockg4SVVqcWVjQ0lNWkRBQm9Cd0xkMGhTVDZRekNnR1Q4N2NmakF1Tk83RE9OeWN1N2N1WGplNUZrQXlHYXRKRXRodm9VeERNUEVWUTNEeUMzekZxMzRwQ0Q4bTliOEtrRlBKaUVMT09uN1FvaFBNdmg1MTFWL1pMcFBHTGxxL29KbGkwaUliNEpvOWFnVnpBa0dhUUs3REJvaXdpREpZQUcwN3RIYVBjWGdBV0lNZ1RCRVRFT1FVbG1CaVRPRkZTcDBCMC90MU1xL0NPZ0VDZUVIOCtjdjkrSjlSeFFuZWtPUldVdUhlZzd2WWNEVnpGNG9NRE1VbW5qRmgxVmk2TG1CTjF0YVZFQUo3VnZTY2JUUXloWmErVEpjdExBNEdKcjZBVGQrNXFuKzNxN1hiTGFKT1YwamljbUtUSndRS1Z6MCtYai9pZThORDd4K0VyQ1JycUVVREUrWkVZaE1qY1o3anU4TkZNNjdJZEYzNm5uZk85K2JQRVdMa05xUEVHU0ZDb3RYYXMvdGs5S1pPTlIzNUJsQWtyVHpDNTNRbEFXSm9kTXZDY3NPMjg3RUs0YjdYdHV2bGFlUzJXOFdwR1NTVmw2aG5UY2pPdHozK3JPaHZPbEx2ZUh6UjkxNFR3OUFERXRTS1AvS011M0h6M2xEcDQ3Wm9hSVpWcUJvTHV0RUQ4bkkxT0dMWFUrRkpzeGJvcFVlVGd5KzBna2Y3Qk14d1djUU1SR3gxQUVabWpCN2dSMmUvdEdCODUzM0o3d0xBeUJpOG9pSmZBYUlKMHhiK1NIbDl4MGF1bmprQ0ZnRndWYlF0emdRdENkTXRZS1R5NGI2anJlVHRQS0RrV2tWYnYvcFEweCttTUg1WUNvUW9BbkNDaTlXYW1nSVJJVmdta0xRK1FEeS82dlhFRE5ySXVrRGZBSGdnZFJyWTFBem5qaHhaSC85M0FXbDc1ZVc5UWhZRllMNUxBdXY5SGhuNStuZnppdmFNTjVaOHhlVnVrUmtBMzYxcDJpK0pjU0Q2VzlvdE1KZm5UaTY3eC9lNjJNMERPUGRaWUlxaG1Ia2xQbUxsbitHU0R5a21ic0FUQk5FK2N5c05maTdrc1Nud2R3OGpNUWZuVDU4K1BoN2ZheUc4UjZoMll1V0xiVWc3aU9pMm5kNDN6NEF4WUJQakdFbUlpSW8xbnFJQUkrSmZDSXJJSVIwbEhMUEVPczRnd1NJQlRFRUF3SUVRU0NiaEROSmEvY2lrb1VpS2VNRERVRlkrUVJoTVhzOTZjODZuUG9waEYya2xkZERRZ1NaV1lQWlMyMUY2YkdVSEc4UmhFTVF0bVl2bGNWQ1JFUk9NbTdBUGdrUmd0WWVFNnVSYlJrRUVJSElZY0FIV0JCSWdIV0NrenRuQWdFa1E2elZRTExrak13RGRBSVFrbGtOQWlTSmhNWGFIMDRWZlUwR1U5Sy9nOEVRUXBCVkFIQkNzOStmWGc2QWlaUGpoQXpOMEdyNFRZQ1l3UTZBQUFFMmhNZ0RzOFVNQ2NBaHdqdWFuWmNNcWdnRjVsNFFocGg1aU1GUFVWemNyaTJlSlMxOEgwVExrbVBWM2NjUEgvanlPL240aHZIYk5HL1JpbTVCbU1SS2ZVUXp6UldTdm02Q0tvYVIyOHowSDhNd2NncHIyQ1FCWWpDREtYa3JSa3lzL1ZUWmZtSDdscG4rWStReVBubjR3QUVBSDV5OVlPbUhwUkNiQmRGQ0Jra3d2MERnZkpDbytBMzNiUUd3Q0FpQUVBRnI1bVNOeCtRUFpqRDdyTmxuQXFhRGtwRU9acUpVcGdtbC9takIyZ1VCTTBhRlUwYk9RQ0hWSlgxS2VsRjZGR3NQUkpnSTFwY2lLT05JM1NLQm9VRkVFekoybmx4UHlUY1VVRG9lay9WQTRJeWxqUFM1WkI0akVRclN2eWNwRURBcEdSOVJsK1luam5OMEJNNklCMTFhem95UlM2cFVuSW1vY0dRTEh0a1F6Q0NpZEpBR2Z1YmVtWW1JUnA2UzlMams5bU1ibkNRdlk4YkJFcEVBV0lBd09mWGZnTVpoMXozck9zRXBXMEMwakpQUC9Ha20veHR2Y1pLR2NWa2kxcjBnTVlrSkVSQ0hzdDVFVE5WYXc4aEJKcWhpR0VaT0lhTGsreDZ4RmlQTHdGb243OEJBRUd3ck0wWGFNQUI5OHVqQmh3RThQT3ZLMGdYQzB0T1U3NTl3QXFHdkV2RmNNQ2ZBSEdlQ1Q4eCs4aWQ4QnZtV0hacXUvTVFiWURYTVJENFlIc0ErQ0Q2WWZDR2RmTTFlUDhCeDFod25nZzlJRU5qVnBCTmcrTXp3aUVsQndBRVFBbkVRVENGbUJBQTRJTmdBYkdnNElKWUVrZ3lXQUVrQ1MwN3VVSUFoUVpERWtCQXlud0ZOckJTbmx3T0NtU3dRQ3pCWlJCVGdWSFlKc3dZUlNRRDIyN2lPUHBnVmd6UUl5U2dNZEFKTVRJSUVheDRtWXNYSktKQ21aQ2FQQXFBQVVxbUlpdytRVDRDR3NHeXdIaGFXazYrOCtFbUFmVEE4U3M0TjhpdzdNbE5wL3d4VS9DeWdFNG9wSVRSY0NNc1J3Z3BxUDk1bmhZcXVZdVgxSzdkL3pKUWI2ZVJORWxab2hwKzRlRVRhQmZPMFAzUldxZUhCNUhXZ0lNblFKS2g0UDBNTEJpekJMSm5JWW9ZajdidzVXaVV1c1BiR0ZQd2xRcXVWTjZVY1JLdFNTeTVvcU5ocmh3NmRmUnZYMWpEZWZVVDlTQmE4ajhDbmtMbWJNZ3pEdkEwWWhwRlRLSGtqQmdhWUdTVFNoV3Faa3QvVU1rbExtMHdWdzhqMHhxdjdqd0k0aW1UTmxTOURCcWN5bE11K1RpaEwrOExYeXBkU1NhVjlhVmxLaHFaTTVxRTN6d3dNK3drcm5sQkRBZGUzK29QcVhHVEl4L0hqS3JydWpuRHJ4WXREeUdxQi9HdXdacytlYmNjakVTczRhTms2N0FuZmMyVEE4YVJXQWNIYUY3WnRTZTFyd2RvUzJ0YkNVa3BhZ1VqRTkzMFdTaW0ydE5CS1NVdGJnaTBsdEJJeWxEZG5rYkR0U1FKVzBXQi8xeE5RR2xvSWFRZUtadnFKM201bVpVa1puc282NFlGOW9RR2JDQTRCTnBnMHdIRVFEVXU3c05CeTh2SVNBMiswYW1KRldtc2kwcEhDSlRmRkI0L3Y4dDJoM2toaGNkVDNoODhsQnQ5NEdUNHJSVW9uMjQ5WnZpOThUYjdRUWlqbENhR2wwcjcwZmFVREJXUUZKOHB3L29JUEtEWFFjZnIwVTRmcy9yQTZrei9rbzZ0TGxXN1lkS1d0NWN3ZTZuMnVhK2VsMXRWSkd5VUFsTmN1K0pCZzdEbmROM1RnWkZhM3BxcXFtTlV2M09WQ2U2ZThZQ1FvV1YvUjJpaCtBY1JTM1pkaW9yajR2TjNWbGIzdnBNcXFMMDEvTStIM1p1ODNiZjZDWlRjVDVEeG1Qa3lzdnF3SGV4NUpCbzhNNDNjSW93OEVDRUpFU3c2YWFncUdZWmlnaW1FWU9VVURkaklOaGZTb0xOMWtUUVFRV0NpdFRGREZNTjdDOGFNSERnTTQvTXRIN1J1L0p0RzU1SS9XM1YvcGZadUg0Wjg4ZWRML0ZjYjl5aGJYYko0UkliR2dwV0hidlc5blA5SG9MVFpOblhwN3kwNHJCanc2MGdxNnZLYitPdTNqb1plZS8zNXoyWnE2ZVJRVTg5b2UyL3F2dis3K2wxYlh6UWtTSFd0dWZPQ0ZrWVdwbmt6N0g3dW5LeDM4R21zSlY5UjRmNkpjUE5teVovdUo4VWJzM1J2ekFiUUJRTVc2K2pLK2VPWUY0TUdNZHRZeDNkV0ZjUU1xQU5DODk2dS90TmlzcDZuRkV2eEZyKy9jTjA2ZE9qWDBYNXlxWVZ5V21OQ1htdjBYQVl2d3FObC9wTTMwSDhQSVFTYW9ZaGhHVGlFbUsxVzJVbWZNZmVaVW9Va3drZEJTbUtDS1llU1E0dlZmS0FpUnZLN2xzYTMvOHJaM05tWEt5Z0ZYZlFQWWxoR01BTFVsNUhQWUcvT0JtQ0JITDJvYkV0LzlUWFovc0duNzZ3RGVxanVaZm92bEtLbENlQmhEajc2MDUydGpXbCtQcDJYMzF2YmY1UGgrbVRlNk9rNEMrTHQzZXIrRzhhN1MxQWNKRUlrSXdPSE1UQldUZG1VWXVja0VWUXpEeUNrTWJSTUVVclVMUnI1UklxYmtaeUZtS1pVMFFSWER5Q0grOENTM2JjcExQMzRuOXRYYXNQM3BjUlp6TXFBQ0FERnVhNGp0dWpTbDV0M1J1VGMyOEc0K25tSDh2aUxCZlFDQmtjcFVFWm5KS1dReVZRd2pCNW1naW1FWU9TVmRVNFdZT09PekQya21MVkpkSzdSbEN0VWFSaTQ1dmpjV2Z4Y2Zqb0dZdWZFeWpOOVJ6TlJIQkFoR1dKRU9rNm1wWWhnNXo5dzRHSWFSVTRoVHdXU0NCdE5JbTFBV3BKRzgyeEZhbStrL2htRVlobUdNSmFENmtPNytRNGk4MThkakdNWjd6d1JWRE1QSUtReEt0a1psMXBsZkxnbWRLaTdIVEJheitkckpNQXpETUl3eEZLZ3Y5V3VFbU1MdjhlRVlobkVaTUVFVnd6QnlTMFpMWlhDNnBnb1RKS2ZxRzVCZ3llYTkwVEFNd3pDTU1RVHhTRkFsV2FqMkVpS1lxWDJHa1lQTWpZTmhHRG1Ga2FxcEFocFZKSkk0MVRXRFFNemF2RGNhaG1FWWhqRUdLK29IQUJBaUJKaE1GY013VEZERk1JemNRcFN1cWNJNjQrc2tRaXJJUW1EQkxNMTdvMkVZaG1FWVkvZ0NGMU8vNXZQWW1pb21VOFV3Y3BDNWNUQU1JNmV3NWxUWE05THBEejlFUk15cG5vZ01nalExVlF6RE1BekRHTXRTTkJKVUFadE1GY013VEZERk1Jd2NRMFFTNlpvcW8zQ3lFeEJJU0pPcFloaUdZUmpHT0R6dG5RY0FNQldRNmY1akdJWUpxaGlHa1hzb21ZWEN6Q1F5RTFKR1pnT1ptaXFHWVJpR1lZd3JpSGd2TXhRUkpvRElNUk4rRE1Nd053NkdZZVFTU3IvdkVVR25zMU1BUUlPU3Z4TUwxcWI3ajJFWWhtRVlZL1VJd1VROC9GNGZoMkVZbHc5ejQyQVlSaTRSUk1tQUNUTlVaa0U1bWVyK1F3eVNMTXhWOVREL0FBQWdBRWxFUVZSN28yRVlobUVZWXdncEdZeWhqRVdadVNxbUpwdGg1Q0RydlQ0QXd6Q01keEdCUWFtUFBKcVlkUHJqanhDcFRCV1FZTXNVcWpVTTQ5Y2lnYWhBY2ErWUhZOEx6L09FMXBOSVRYQ0Y5bjJSNTBjRXN5SS82RW5XSVFwcEpWVEFFYXlaV1B0Q08xbzR5aGJNVEM0UkM5OVhKS1FXVW1xWmNIWGNzcFVjam12TENxaCthMUJMMjlheUo2QkRvVDUxUEJ6VzZPeFVBTlI3ZlJFTUl4ZlFCY2s4Q1lPRXNiMSttRTFReFRCeWtRbXFHSWFSUzRpUnJLVEN4QXBnbmY1U1NXdEFDSUFCWW0xcXFoakc3eUV4OGNvcjgvUHNDUkgyM1RCTFJLQkZXQW9LUzBLRU5TSXNFR2Fpc0FBaXpEb01FaEVpaEZraklnaGhCa2ZBRkdGQ2hJZ21nQ0hUT3lkU0JPUUJkaDdaSXc5cEUreFVWekZZc0JGSTNYQlpzQUNDSUFBT1FFZzFlMmNLZ1JneVhVOGJRQ2pBSVRESURqRUFGRkorY25rUk1WQ0lLeGpNaTFaY3VyVmpQUXlpT01BSmdPSUE0aUJLUUhNY1JBbUdUZ0FjVDQ2aEJEVEZRVHhNakNIRjNDTUpQYXk0MXhPNDZFcS90N3UvdndjblQ1cXBEb2FSSW9URlJCak1XTVNYTWxUTWx6S0drWXRNVU1Vd2pOeFJVa0xRVEFDQldDcUlTelZWSUZJZmhJZ0ZwS21wWWhqWjVoVXZMeGNXL1kxUCtHNjgyM3YwM0xuT2diZS8xeEpueWhRNHppUWRzT1BDZGdVY0tZUXRCZG0rZ0cwcEpSV1JMWVN3dENaTEVHd3dUV0J3UG9IelNZaDhBdWRyVUQ0WUVSQVZFRGdmUU1ZL2xBL3dSQ0pLL1YwejRLVENIdkxTa1pBWW5iZWZhaFEyc2c1SXhqNVMvMHN2R0pHYVVnZ2ljS3JCR0lPUjZpcVdqTmVDd0dBUWdRaWsvZVI2U28wQ014RlQ4cHR1QXBoQUlFNCtJakdEQ0p6T3RrdU5RWEk1WWV6QlpuOWhuaXJNVGRrenYwVnFMQUZXYWhzU1FBQkFBQkw1K1FId29za0tRQS9BL1FEMUViaWZpZnVncVE5QUR3Tm5HZHd0Qk02eXhsa1FENE1vd1I0bE5Qc0pEVW9vaUlUTEE0bUxXaWR3L0hqODEzMmxHTWJsUXNwdVprd1pHaTk2SWxpWW9JcGg1Q0FUVkRFTUkzY01EUW1FSmlUdktFaHBacWxUdllDZ0dLbENLa1JzYXFvWXhpaXpyMXg4RlN4eEc0TTNTTkFIQW9YV1dwekRDK01PTGlseFp2YjRCVllrVUtDZ0NnUlorYlp3cGlva0FveGtFQVJNRTBoUUhyT09FQkFCaVFpRmRDVEFJc1RFWVlDQ0ZuT1FwTEFsS0VUZ2dKQVV2UFM1WlZUNFl5UXVNSGJkTDF2MnppSUNnNW5CMEF3d2lEVEFuSXFPSkplQkdhQmtVSVFwd1dBR01RT2t3Y3lVM0ZhQUtGbFVtMGtBRUVqV2doTEo3bVVzR1BEQVdnT2trNzNNQUlBVU1mdE1rTW5IWUVHYzNJYlQyek1SSmJkUFBnYXp5Q2pnYlJIUnVCY3FGYlNaQk5DazlQVWswRWhsUHNyOHR3QVlQQWhnZ0d3YUVMRDZDZWhuMEVBSStmMFRnQUcrYXZsakoxN3UrUEZ2L1VreGpOOEN4M0UwR0VNWjd6bW1wb3BoNURnVFZERU1JM2Y0ZnZyYlhhVGFJZXIwS2lHU1grOFNRd2orbmM1VW1RYmdLZ0J0d0toQ2VyOE5Ob0JsQUE0QmVEZW5CNFIremNlckJ0QVA0TG5mNGpIOTNwcXpZTVhOVXZJL1VmS21XakJ6eUpMME4vTVdMUDg1QzB5Um9Dbk1tQXlpYVNDZVNrd1JGTmlTaWFSa0labElNdnUySUNHWVNSSWdtWkkvUjVKSGdGVE1BQ05GajlMZHp6UC9mWm16UmgvenBYTkE1bm1rQ3pGa25pdXl6emR6N0RpL00ydEFjQ29yQmlPWk1RQVRnVkt6RVM1ZHlveWRNNmZieW1jOTNEdUlRQkVBa2VUNzBkam5VVXQrYmY3aTVXOHc0Mk1FNnVaaC91R0pFeDNIZmh2SFloanZ0T09XeFZjZ09mMkhzc3VxeUxmY3pEQ00zMk1tcUdJWVJzNllxVFVSUXlTVDZZVWl1bFJUUlNrV01sWFRBQ3gvSis3ZzNzS25BTndQWUI2QTE5N212b0lBQ2dCTXpQaEhBV2hLclY4SjRDa0FId0x3eUcvNEdKOEhjQmVBRGFsQTBIOWxPNEJhQUtzQi9LcFRDUDRld0dFQU4yY3REd0g0V3dBL0FyRG4xenp1eWFuZzFSdnZ3SFcrWEluNUMwdHZnZUR0QkNvQzRESHpFUUptZ3FpR0pOV2tCMUxtRFg5NkFUTW5DNDF3bkVFSk1MbEVjQUZ5aVRuQmdFc2tDYXdHbUVrQjZBUHpzT1VVekNCcFFYbkRyMm8xOUNZekRZR1FyQk9pZFp5WlhDZFVORVhLeUxUNDBCc3Zna2piZ2NKSmlYalA2NEtWcTVsOUtlRXByZjFnM3J4cGxwMDNJOUgvNm41WWtZQVg3NDBESHBpMWtFSksxa0pxcmFXVUpGbG9LYlNRTExUVVdrakJKQzByTkVHR3BpeDFoOCs4clAzRWtCQXNoQjJlWkZ2NTg1UnlCNFVNVGtrTW56NlVUSEdEUlVJNFpFZm1hWGZ3TEpQU2xzeWI1bnNEUFVRa2hReE5nN1FLdE52L1JxcG90a1dDSERDSW9Ra2dBWUpraGlTUVJjS1pDRllLUWs1ZzVmWm1QQzlFQkpITU1oRUJDQm1COXZvWlpCTklNTFFHS1BsZUo2MDhhT1V6MkU4OUs1YVVUcEhXN2tWT0hvTVFaT1V4ZEJ6UVlHYVJQQTRtWXJKQXdtWm9IMGhtdEJDVEFMRmdrRWhPWTJJSklqRm1DdEk0R1BvVmdQTEFtQ3BKeEFERTBxOGJDdEdtK1F0TGR4eVgzdGZRMmVtKzQ2OWt3M2duT1E2endpQlJzbHdTSmJQTmdHVGEyTy95bHpLR1lmeUdURkRGTUl5YzRYbUZ3a25mL3pFckpqRlNVUzZkcVpJc3QvSTdYV2h1UnVybm1kOXcrNzhCOElWVVBZcngvai9pWW5JYUFCakFEYW1Na2QxdjQzam5wN0pyenYySzQ1c0EzQW5nZndQNDNOdDRYS1FDUk9VQVBnNmdFc0NyR2V0bUFsZ0lZSHJxbWs0SE1CdEFjU3FZVXBnYTkxVUF0Ny9ONDdnc3pWKzA0bm9pamdGVXhNd00wTE5RM2w5cllmMFZnVzRta21HR3ZpQ0VyVmg3SjFqcjh5RDBnTGtIUkgxMmFPbzBwUkp2K29uZVZ3UlV2OVk4UkpJR2ZLMkhoS2FCZ2lsbHhYQ0NGMTRhYU51SDFsWVBBRlpVeFFwbFNQOEZzWC9DMWU0akhVMzNEMllmMS9MMXNka08vR3Y2Kzl4L1B0SDJuLzNSMnJzMnd1Y1hXbmR2UFpBNXJ1eTZUVk1vSktkN1EvNlByZWxYVExSSlRvMmZzanM2TzJNak4rMGxKVEduYjBLdkRBcmJpdVFGVnJRMWJuMXE1UHlyWXNHaWtGcXB3VSsxN3R6MlN2cEw2V2pONWc4Q1ZqdVJ6dS92ZDU4NDBkN1luOTZtZk4yV3haTFUxT1pkOS94aVJlMmQ4NkhsekgxTjI1OWQ5djQ3SndieXJPc1NBLzVUQjU2Kzl5SUF6RjUxYTJoNlFYaFpqK2piMzdYemdVVG1zVmV1alYycHBab2lvT2Q3UXIyd3IrSGU0eG1yQlFCcjlxcU5lWk5DMHl2VVVNL3JudTZKMjZGcHhSZk9IVG9pVmJldmZGdm1GVjB4M1FwTVhqcmMwOVhxK1gxeFN5a1ptYnk4a2tuSndiT0g5N0dsUlY3UjR0VitJdDdyRGIxK3pGZk1NaFZRa29La0U1NVZ3dkI5ZC9ETTY4d1FUQ3dGUXpLUkpZU1d6Q1NkL0ZuWHNhK0dFb2t6aDZRVktMS3N2Rm1KNGZNbm1MVWdFamFSdGhoa2cyRXo0eVd3ZmhPQy9veUFEd0hrakp3Um9RQ0UyK2Y0enBIWGdaKytJeTlndy9odDZleGtMQ29kZVcvU1FIYWxJc013Y293SnFoaUdrVE80U0JISUZnREFZRTNNZWlRcm5qbmRiaU5aQ1BKMzF3d2swNUtYL1FiYm5nRHdNSUEzVTlObCtsSlpIczJwUUVadjZwOTB0dk5IVWdHVnR6UDFaMHJxTStucFgzSDhMd0I4SGNDdEFCNU5IZTl2eWswRlZQWUIrQW1BVlJubmNqdUEvei8xdTBvZDM4bFU0S1VKUUJlQWwxTVpNTDkzNXM2ZE96R1p3Wk9zb1VHRVFlVjVuMyt0cTdNVHhjWC9ZL21NTmY4b2d3VWZBK3N1ci8vTlIzdmVlS3J2WkRDbzBkV2xBZWhvemVaU0V2SjYxdXJKMXNZZFl6S1FLdGZlZWFXeTdSbHREWWQzQTYwanJZRHRRUHdheGRZMGQwQS9lT0Rwc1FHVmtxcFlucU4xbEx2UFBuYWs5Y0doeWcxYmFoTmFkM1RzM25Za2M5enk2dHNpa3F3LzQrNHpYK1BDeVVXT0pXNW9Lemp5YmV6K2o1SEhLcnR1MHhRSy96LzJ6anM4aXV2Yy85LzN6R3hSUWZUZVpJTXBva2xhQ1l6QldLYW80Qktua0RpNXFUZTUvRzZTNjl3NGNXeEF3dGtZZ2JIanhMbnhUWExqOUp2RUtTVFhpUXRxQ01zVmd4cFZCaXhqbXNGMDlkWE96RG52NzQ4OUsxWXJZY3M0aVlNMW4rZlpaM2Ruemprek83c2F6Zm5POTMxZjUyWnZtQjgzZmI1Yk9keXhPWGFNd1Y1N3JxTkVVMzFaOFd2SUNacVp2czVVNVdBd3cwZ2lPQWh4NklVREx6N2NKYWhNWFhEM0FHSHdsRE5oWDFsYXpwZVNCUm16SElTM0lpZG9tajRuSUFYdmlnb3FBREI2WUZLQkxiR25zYXk3b0pLYTgxbS9NcTFyU2RDSUMyajVVYnpnRXZsN0NUckRCanF6SWZINjNwY2ZlVFd3ckNnWGJPOC8wZkRpVVFDWWtSY2NrZ0I1WTJ0YitFY0pxaTM4K3Y3bnJSbDV3U0YrZGxwcXk4MG5nRCtvUUY0d2s5blpXL2VTV1FVOG9lSzJnVURlclJOcXk0eWZBOEVlNndBZ0xlK2VHUW5rVGF2dE5GYWpLdWhrNUJZdU1zRG5ENVJ2MkFjQUdjc0tBL0FBOVp2WDE4VkVTU2lrcFcyWjRKaTNDMEhmSXZBWUVIbVpWU3VSR0dJSVBEWis4c3haeHhyM3Z0YmJObDFjL2tsUURMUkY0K2lJWTY0YStJcStLZVBpNG5LWnVLS0tpNHRMdjBGSlNSQVJGWVVZRWpFNVZaZ281bng0UlY4VWpkRzVES292bys4WEFmeVBGaG1pM0EvZ2ZKeUxBOXF4RVFCd0RrRFJKY1o3Uklzd2I4VWs3Vkt4MzhGK0Z1bFFubFVBL2dyZ0syL1RmckRlemxmMWUwYzdYYUNGcEg4SDhIdnQwb2wxblp3RGtLNUZKdG5MdU85WHlFZ2NzZ2FFb1dBME0vaUM0NmpQSG0vYzF3QUFzNi81NUhBUHkxeXdyS2d0Mi9CTWZOK01ndFhUQllzOHlWUlhWK2JkR1QvNHJKdFdEV2JIeUtnclhmZkxjZlB2VEJnNUlEaVJoSE8xbE9aT2hwek5RajBXS3o3RWt1QlQyUmFyM2J0ckgrMllzMlQxRkxhcGRYZUY4V3BzbTlTY29OOWtPN2ZKYVBvdjc0QXh2a1RUdnJZamJHN0Nwb3VDeXZ6NWR5YUVFOFJpWW1ydytBZmM3SkJUVWwvMW5iT1J0VUdSV1dEUE5SejJWSmV2MnhXNEpaaEl0ak5Yc1VjYVhrNG5TZnR0eVVmMlZUNThQblk4WjRCM1dVaHg5ZERXRTRLR0RWL2lzTnkxdS95aDlqbDU5OHdBR1Z5L2VjT1JybU8wWk8yMUlKemJXYkd1Mjc3UHlBc09TU0RuZzByeGFjdVNMemRXOWhCVUVBaXM5TkNJOEZ4aXMvMk1mZXhZUnY2OVN5RDRaTzNtQjQ0Q3dMUWxxNGY2eVY1TUNyOUxHdUJkVnZmaXBzY0J3TFR0eWRJcmR3TEZLckM0YUJLZ0J0YVZGL2NJZXdzRWdvazBWTjVLUks5bjU4bnAxV1ZvaUU4Yk1XZko2aWtlTXU2b0tWMzNSUUNjbnI4cTFWUVlYVjIrNFRrQVNNOFBwcEp5VWpvUG15OW8wYlNMeWRZU0dqaHB3RGtGZWR1WjF6WVBNa3l4d3ZRTlBLRENMUThTVVlKaGlQL1FvdWw3eVhvdG5qN2JoN1lyQWV5SU8yKytWMHpTWXZHeDkzcEgzdWN3aUZ0aVVoSzVpV3BkWFBvNXJxamk0dUxTYjJDbEl0VXVpTUFrbENDNmVMR3ZuU282R2NSN3Q1UHZudEVBYWk1elV0TDREdHArV1QvUDBZOG9Jd0cwYWJmTXIvb2dxc3pTdVUwUzMwRmkzUTRBdDJoQmhBQVV2MDM3UkIyeUZHM1hHU09xQU1BZkFBd0I4TnU0Zm81MnAvUXJKazZjUG9yQlM4QmdKdnhKU09lUjQ0MzdkZ0ZBOXZJMTZjeHlCUno3VHpWYk50Ykg5ODIrS1hnVksrZURDdnhzWGVrcjI0Qk5QVndPWHNkN1hhZmp2SkM5YkUyNk1zeHIyTEdQaFN6UGMzNi9rd3RXYjladjNsRFQyMzVsTHkvS1YrQUx1emNYdjU2eHVIQ2k0YUhKZk1hb2luZFNEUGVyQmNxeWRqZFdQQkxPeWk5YUVyYmxub2FxOWQzS1A5c0RCOXhHU25vTlU4bnpCMXMyTlRaZUZDOHk4NjJaQmh1eXVtSmRaU0FuT0l4c1p5NkExd3lpY1FCN0xXa2YyVlY1LzhHdXdRSXJQZGJBQVRmYlN0V280NTVUTkg3NExSWlQzZTZ5alljRHVhdW5rYUFKSFVlOGxkSG1XZmxGVTZCa2NuWEpob3JZZmNvb1dEM2NnTW9DVTd0aTg5aWVTazlzeUErZ3c1WEVFSFc5dE5XSjArMXRoMGNQbkxDQW9ZN1hiTDdvMUVreWpPdWg2Q2lENTUxdWJuOGFBQWNLaWlZUjFGQStmYjQrc1BTYkUrQ1JrMEloOFZMOCtJSEFTZzlHT0F1aGhFYzZzcDB1bkRrWUw2aGtMQzZjYUpoaWVkTUY0MjRBbkxiOEc2TUVleGU4Y1U0OERnQnBPZDhZSlpRenM4VXduMnVNQ2JXS0VCUURycmJud1JCSDZ6ZHYyQU1BbWJsZkcyQjFkTFMxZFc1N0V1Q1BnTVE4SU0wTHZHZTVWVElBck5IbmliNklLai9VUW05ZlJCV2ZQdDhsYVBFN1JZZGFSbk5YRGRXUGg3V29HNHNBa0t4RER3ZnJjOVpnQU50MWJpY0ErTEZlRnJpTXp4M2xFSUNYQVh6aVhZenhma2NScUxVUDdWeGNYUG9KcnFqaTR1TFNQeUdXWUhTRi96QlRWNUpGdnZMRGYrb0F2SENaL1Q4RVlFVE0rOEVBMHJTYkkwbzFnTS9yMTFmRmhNeU0xR0V5ZCttTCs3Y2pOU1kzeVkwNm5LZXY3SXQ1bmZ3MmJmZGZJbEZ0TEQ5NkI5dCtmNVBvR1ExUUNoaUtXTDMyK3NHSW9CTElXek5hd1N5UWpyTnA1NWFOUFNhUWFXbEJMeXQ1T3l2eFVtM1pmYjMrL2pJTDd2MllZajZhNkJVZlZSQ056Ymp3Uk9PV1I2d3hnWlVKWS96REYzQWt5WEl2L1FxdmxaTGE2OHJXN1ppMWNOVmd3eFJMYWpxTi8wVnQwSWx0RjhpL2Q0WEY0WVpkVzcvOVdtWiswWWVVclJyM1ZHNDgxTDFONFdlSU1Na3k3RWRyTnovWVRUVExYdjZOVWF6RXVPcFNvM1RxclhjUElBdlhjYWY1a2lOc244Zkh1VkxaaisycWZPQmd0ejRqUmw1bktXN1lYVjc4ZWtadTRhS3c0Nm5mVXhsOFBhTmc5WERGWm5wOXlmNU5RTVFsTXp2M3JpUWxjQTA1OG5sMFk0VkJUSmtnSHM0S0IzWldCSGZGaXhrQUtIRnNPQnZDZkxPdXJIaC9adDdxaGRKUkorcGlRcCt5OG91Q2xzS3ZUUENNV3N2OEM3WTk3Q0FueHdUbzMydENMNjJlT2VpNm9RbW11cTA2WlA0UVZkMlBIUUR3cUJHVG9XZ0toRHBZVitiWkFUemFReFF6VGZFMVcvRi9OMjRQdGlDdzB1TjNmRm1kbHZqcmlkcGd4OVFGZHc5SVRQQjloRStmK25GajdhTTkzR2NaeXpwR21jTHZxZDU4MzE0QXlNNHRYQlFHSDk3N3duZjNUYndtUFFtQ2h4SDQ5TENKUFBUc0VaenM3YmZ3RDJDRmRxYjk0bDJNOFFDQVR3SHc2aXBwWGkybzlQVi95ek1BS3JYWWNrQUxMMG1YYVB0VkhSTHBCWEN0enZOMHVTVHFjM3E4QTgwbERnYTFJZUo0TmNBWC8xYUZjQlBWdXJqMFIxeFJ4Y1hGcGQvQVNzVmUwRElUT2RFRlJGcFVZZEFWSFA0VHZmUFoxL3drdmZGVm5idzFTb0lXV1dLWEhkWVgrUUF3UVYvMFE0c2s2Q1ZVNkZMazZtZWxCWSszRTFYbXg5MkIvUTJBSnYzNlppMzI5RFZCcjRpN0UzdTRGeUVxVVF0RWI4ZDJYUVhwL1FBNVlXb3pUUDZza3M2YngxL2Ixd2dBc3hhdUdrd3dQcXpDOWdzN0srL3ZJYWpNS3dpbU9NcjVIREgyTjRtbUhnNEk1QVROakVUN09vTlZpaVF4ck1PU2Y5eGJXWHdLQUNaUHZzTTNhTVNnQjhqQm4yb3ExdldZU005YXN1cHFnQkxyVXZZL201WVRUUEw0d3pkMkhEVitnNFlZVVNBbmFHYjU3RXdwNWV1N0tnN3R6MTYySnQxVy9PYk95ZzI3bzAzR3piOHpZZFRBQWJlQjVjajJUdkZnUTlXRDNkd3JjeFlYam1WcFhHdHhSK204Z3VReFR0Zy9oMkZWaCtEdDlIdHd1Mks1Vlp5OTBCRGJKN0QwbmdtTzQ4QitvL0hWclB5aXFjekMyRE5rMzVISmsrL3dHWkt5d2g2N0xDcW9CQUlyUFNUOFM1aXhyM2JMQTgyeCt4N3dPSXNKUEVUWjZtRGRsdlhiZTM0dEs0eU1KWlBud2pRN3FrdjI3dzhzTFZ3QUZsYnRsbld2UU9lYThTZW9HOXNzKzVFQnBwR3RvR3BSRlhRQ2daVWUrSWJsQ3FtK241RXdmN0RCWWw1MTZicnY5L2JGejVoLzV4QTRXQXh3WTIzWmdjcDRsMUhHc3J2SEdJYnY2NDVVdjk1WnNmNVZBTWdZTmpJTlFwMXRxQXEycGVWOEtUblI1MW5jRVRKKzJkQ0xvQkxJV3pNYVpDNDQyZHo2RkFETXZ2N3pTK3pRR1gvcjJSMjVxZFBtZk1RMEUyczZmRU52UGxINzVOKzdGUHlsYU5QWHhSNTlmb2gxN24xVmgwYjJsWmYxK2JBejVoR0txVmoyVFFCUEFmaWx6bDBWZlRUcjUraHZzMFczZGZUcnFJdG1rVDdQTnNlMHpkWC9BeTYzRWh0MGppdkVPRjljTG9YaUVBZzJtQXhkemh5NDhtL0t1TGk0WENhdXFPTGk0dEtQR0FRR0V3RWdKa1ZnMlZVTGxwUUpHRHFmaXJoU0w0cWlEcE4wQU1GMzBJOTFQaEhvaS9WWTltcXhJZXBVbVFtZ1h0L0YvWngyc1VSRmxlbjZ1YTloUkxmb084SS8wUUxIZjc1TkNGQStnSzhqOGtYNWRaTGNKbTJELzE4QXIyakhTMS9DQnJ3QWZoM3ovZzl4b29xcEhURHh4ekZKNTMrSjNjWjMza2VpaW1sNjhSOEVyQ0R5UEpVNlpkWjNiRVZ0bmlUakU0cTRzZk9rcjhlRVB4QlltU2doYndQVW1iQ3l5aHJMZStZQnlmREpHUWJUOVZMSjV6ekMzRlZYdWFFbHVtN1FwSlI4VXR4WVhWSGNJOVFpTmZXemZxL1huQTNiZmdhYk5zbUV2R3R1RUVwVU44U0ZsV1FraEtmQU1UMzFGY2EyV1VzbXBUcEVLVHZMUGQxRXNsR0RrbGNRczdvZ1d2NnJzYXI3UHM2NXVYQ3N4NkdBMDlsUzZUUDhJeTF5cm5aTTU2VTlUMis4RU1oYisrOEVORnZLZW1GM2pGZ3dkOG5xb2NvVUM0VGpiUGFQbnpRQndGU2JPeXF4YVpNY25IOXZqc044WXMvVEc3cHl3eGpEaHkwT084NnhYVnMyZGt2Q211bDE4bUhBVkVvY2IvRTA5UWlwQWlDeTg2WXVnNkhlck42OGJsZEcvcjJMaFhUT1ZaZXY2eEszL0Y1bkxvZDU5d0N2Y1lQRmRHQlgyWWFUQU9BTUducVZJZWhjZGNuNlkxbTVSUjl4TExQWFNsMXBPVjlLVHZBbGZvS1l6N1JibmhlaVFsQ1VXVGV0R2l5VTV4TU80L2M3SzliWEFFRDI4dUFvVXVwcWFYcktBQ0F4Y2RCOHk2SGREVlhCdHZqeForZmVOVUtRbU45cFdGdU8rd2JhbVV1Kzl0SG1NenZXU2J1dEFTeDhSR3FxNDNUVWlhYWo3MlhzcFY4NzF2NGF0N3pzTXE2WEgzK0xKTnFEdEZDeUQ4Q2YrekRXbzcwc2U3VVg4ZngyZlc1YXJoL3g3T3FENERKSlA1L293MzcxYTRqUlRrUVdBMzV3ckFmSk5hcTR1UFJIWEZIRnhjV2wzekFvNXJwSEFZb0lzc3VwSXNsNEgxd0xrYzVsTWxjLytvSlAzejM5VmgvYVFpZEFMQVh3SmUwT21SY3plWmdQNERTQTEvc3d6bkFBUzdVWThTTXQydHdPNE9kdjBlZWIrbkZiM0lUbFBJRFA2TW5RSXdEK1h4KzIzNm52U0VQbm9JbG5zQTRaU290YmZsWW50ZjJQUG16akNpUUFnaHhJaEZGRStBd2didmY1Qit3akljcHFrL2YvRlEyYjRoUDJFa2FNV01pTTVOcXlWMzhjUHhtUFloQjloc0UvcUN1Ny8xQnNXTXZzM0tLckFHUlhweHo0Wm0vOWhrMGYvN1dtODAzLzNiajlrWmFzL01LUEs4ZmVXYjNsd1c1Sk9BTTVYeDlHNUFuVVZMenlHTEJKZWIxRk45VW1IL2hock5NaWtGZjBuMkFXMVFNT2ZEODJZUzEwWWxiWVZqcEw1MWxLU1BBQ25obXR1RkRlK1BRajRjeTh0ZGVETUxHbTA3TVdWZXRqd21WV0dNcGpmTHJqcVBrRE5Wb05TSkJpVG8xai9oVlZEemxaZVlWekNURHJ5OVoxdVdReWx4Wk5sNnlzWFhGNWFMTHlDdWNxd0NFbEp0YW12UEprL0w0QndKeTh3aXdwY2FTdWJNTXJHY3VEV1VKYUY2b3JOblFKS2hsNTkzNFlwbW9RWkZ6dFNIbDBWMFZ4VjJpY3gyTm10cmFFbjg3S1czdDNVNVB4UDQzYmd5M3g0d05Ba20vSUNzV0thaXp2bjNzTEMvSko4NlBFdkxPMnJMZ3JBYlpTNmlzNDgrWTNhMnNmdGJQeUN6L09qcXJmWFY3YzQyOC9OU2ZvTjRSemJRZWJWZnVlUHRDU21ULzlWa01ZenlxNzdSb3dUL2I0Qis1eXdoY0E4TkFPdjkvekxxdUp2VnNPOUZJaVB2cDdiYnBFcUtHaEU5c1dhNGZLd24vQWZzWXpBc0JIQUlUanprM0pXZ2crcFlYanR4TlZadXZuTVgvSGZYMWZvQVRhRGNBQ0t3YUVtNmpXeGFXZjQ0b3FMaTR1L1JLQ1pMQWh1eTUvQkh5UjVTQng1ZHAzRC9VaHYwZzhmNDBMN1hrN21yWERCSG9Da2FlcjhFRGJ6MS9zNHpoZjFIZUdmd0ZndHc3ZFdhMlQyMTVPcFowbkFYeFhPMWxlN21NK2hCNlR4eGlHdllOUW92Y2IwUW1DQnlDUFFSNGYyK0hmOXpiaHoxcTZOcDJocnJWVjUvLzBJcWhRSUhmMVZCTEdWeTJsSHVodHd1MGhXaUtWVXhFL2RtcE8wRDgwd1Zua3NQM1lRQ2NjbXB1L2RyNWtlYUJ1eTRPdnhMYkx6aTBjRDRQeXF6ZmY5NU1aZWNFaENXTGFiWllNL1R3NlhpQW5PSXk4OW9kQUVEV2x4US8zK0tTQmxSNE1zK2JaTEJxOHBoaGxNbWFjNlJTYkQxYzlFcDY1Wk0xSVFYeHRwNjIraDZwMVhiK1ZRR0NsUncwZnRjaFM2aS9XeEhNMFVBMisxakt0cmRpeTNrblBYNVZLaEpFN1N1N3JtcnpPV3JocU1CSEdtOEw3Y3V5bTV5NVpQVVdSTVFsS2lwcnkrMzdRMnhlUlZiQTJRMGxPcnR0U3ZDT3dkTzBzcGF5QjBZcExrd3Z1OEtXb1FYUEJmSmc3SmNHVVRuM0YvVFhSZmFUaEl6OU1RdTRmTU1CN1k3ak4va25qOW5XOUNpcUJ2SHR2VkVJTkNSM3hQdEl0cEVxSFRJMGNQUENEU2pxcXJxeDRDd0RrNUFUTlZwOTFQVWo5RERyZkRTRDIxNWF2NzdXOCtHQ3ZQVmNJOGJyZlFHZEc3b3dGUk03dTZzM2Zmak4xMnB3V0lrcXhRK2ZMU0ZBNmdHRUpwdW5KV0xJNmpTVjM3S3phMkNOUjd6K0FSL1NqTjlab2gxczgzd0d3V2VkQWlZYXZHVHAwc2plaXVWRThiM0crRG12WHlZUTQxMG1HZnY2MERnZUNGckt6dEVEK1h3RHVpV24vSXkxQ2o3N0VkdUpKMTg4RkFPN3RZNTkrQ1RGM2NNU3B3a1N4K1krdTJQQmhGeGVYZDRFcnFyaTR1UFFibEpKa1JFTjdpQlRvNHFSYUtQTGlZcXJhL25SUk5DZ21MMG1VTjJNdTloTUFUQVh3U2YyK0FzQUg5ZXR5UFFHWm9pdFdwR29ueWR1Um9xc0huUUh3Ujczcyt6b2M1L09Yc0x2M2hUVUFGbXZYeTYvaVM3bStReklBbEx5TC91OGZoTm5TNGduMXlKT1RVYkE2alJpZmRWZyt2THY4b2RQeDY5T1hyTW9pdzhpMUpIb1ZWQUlGUmJsZ2xTTEo3dUVVR3V5eFowTHgyWjFsRzQ5azVLMmRyYVN5NnlzMmRITjV6RnE0YXJCaW1uNnFxZjAzVXhmY1BTQ0JWWUJONDRuZEpRKzFBOERzZ3VBNEtMa0lRTWc2MFJsZjJTbnlHWVlQL3doM3ltclRwSkdTaGEvKy9La25vVU44L0NaOWhoVTl1N2R5UXpkeGpRYVBuRW1PYk4vdHZIZ3MyN2R3S1pOcTNQUDB4Z3Z6NTkrWklKVTVzN25kcW9wdDcwOHlid3V6K1hSdHlVV1hTSHJPcWxUSFk4dzBDTXJ1a0tXOTdWdG1RZEZpeVFqVmx4Yy9rNTYvTmx0WktxRyswL3VzL2wyTElaUXlTd20waFlWOTJDZk0rWmJxN0FxZlVpTkdYbWM0empGSnhoQkhZYytsU2xUUFdyTHFha0c4SUdTcG44U0hWS1dsQmIySkErVUhGQ3VpczZkL0dWM2VLcHlKZ0luYUV2SDZuTHlSMDBrcVVWZHU3T3IxK0M0cnpHSVdFaDBkSjVVL1lTbVIyVkJiVXZ3YUFCQ1pIWUJNQWFEM2pZWU9IYlhrZzhJdzl6UjdtMTdyYmJ4L0FOK09PU2RGaVlwaFA3eEVuNGUwbVB5OW1HVWZCTERwYmJiMU5mM29qVHYxZUdub25ydzUrbC9xbXpIaTV4c0F4dW5YRStMR1NYMEhPYTRJd0RMOSt3b0FHTytXWnI0MEpORUJFeFpBSE1tcG9pOGJydHliTWk0dUx1OENWMVJ4Y1hIcFgwUXZkNWdVUUYxT0ZSYktSekFBQWwwVVY2NEl4c2VWTk80cnB3SHMwS0pLL0lRcldjZjZ4MWVBV0JsMzkvV1AyaDN5TlYzNXA3MlBPUUxXYTd2NlhUR0pHMytueTVJK0FPQ0p5MHkyYTJrWHpkbDNLYWhNMGVGSmZYWGR2Ti9vbHRmQzZqeGRjYVNrb2xzT2t1emx3VkZnK2JtTzVyWnY3ZHYyOFBuNEFkSnp2anBJbU9ZSHdQaDFiNEpLUnQ3YU9VVDhVYmFkKzNadmlZZ2dYZXVXM1QzR01HaEVUZW42elJuTGdtTUUyVk5xSzliM21LRDZrajE1YmJaVGNYemJ3NkdzM0h1WDJkSStzdXZKKzg5Q2l3VWVrb3VKMENaSlZlemUzWDBiQUpDVmUyOUJwNlYyZUF6eW1RTGU2dkoxWGFKRVZwTFpUYXdBQUNBQVNVUkJWUDY5UVJaOHNIYnp1bTQ1WktZdUM0NGhRODZwSzEzL3k4eThvbnlHZWI2bU5IZ0FBRUlwaWJrZ1o5ZUJGeC9zS3JVNk43L284NUxWNXQzbHdTN1JLVzM1TjBZWjVNMDJtSWZhYlArNU44RWpzSHp0ckxBVlBybDN5NE92WkJTc1RnUERyTis2L3JubytqbDVhNmRMNWlHMUpjYVc3SHo2Zm5YcGZWMGhIK241cTFKWlNpOE1NVVlxMnIyN2ZGMnY0WGp6NXQyUm9uemUzMVZ2Rmd1QWRUMWNXMG5qc1lqQkErdVM5LzhVSlJlZFJPU2xiUGFJSjJZdXNZYWJSRm0xWmV0LzFkdjRnYVZyWnduQnc0UXdYcExDdnl6Y2FaWkY4NjFrTGI5MzJibkRKUzFnT1lxWldnbUFFRFNtK2V5QkY0L3MzZkpLYitQOWd6anpGam1oSnVoejFILzJJVVJwTjRCdlhHS2RIOEE2Zlg3ZGZJazIwZSs2Tk03TjhoRXQxa3lLT1VmK1RwOVB5M29KVjV6ZXg3TFEwSTdGTVFCK0J1QmZ0QnRtZlIvNzlqc2NRM1Y0UUJZTE1NVlUvMkhScjI3S3VMaTRhRnhSeGNYRnBWOUNnQUt4aktvc0ZMRk9SN2l5N2pUbDZVU3Y3NVF5bmZoMTJDWHVaRzdUbFNsaVdhcmJSem10NC9UL1ZmOC9lVkFMSzIvRkRUcjBweEZBYk1pREJIQzNEa2Y2bmI1aitsYmhPWmVpdDZvVkE5NWhTRkcwWFBUV3k5aitGVTR0Z0RuY0xTMEFkM2N5cGVZRS9heWNEMGhHV1E5QkpTZG96a21Rc3d4d0xvRG5ha291bHZ1TmtsR3dlcmhnVmNDU0g2L2Q4c0RSMkhYWnk0T2psSFJXMUpRVy85ZnMzS0tyaExBWDFaWjJuN1NuNVFTVEV4S2NwUXl1M2krM05XY1hyTDNCVXJKNVYrWDlCd0ZnN3BMZ0ZPVnhwc0hoSmtYT3p2clNqV2ZpOXlFcnYyaXFBeFVpMHhsa0NITmtkV214bnR5dU1ETHpyMW5LckZwck54Yy9GdHNua1BQMVlXVEsvT3FTZGIvTXlnM09CRG1kTmFYQkhWaXh3c2hzbm5vREJKK3FLNG1HckFSRlpxN01VQTdxYXJkczZLcG9OSFhCM1FPU2xQYzZnSDJkaXN0Mmw5L2ZZOTh5Q2xhbktVVWo5ZzUrdlNvN3QzQThTeDc3Wm10Yk5Pa3V6YjZ4YUlvcCtKcFF5TnlTbGUva3Q3UmFxMk82azhsR0FBUUlnVmQzYlY2M0wzNThBSmlSZCtjUWg1Slh0alYzTGdVZTdQRjNsckdzTUVzSko0QlE2R2NvalFncXFUbWY5UTlKR1BzQkRuTzFraDJEZktadmVXM3B1cC8yTm43R3Nydkh3T1RSWVpoN1BYQ3V0WVc5dmFGcWZSc0FrYmxrelV3bHVaT1Y5VG9SVFJGZWJ4S2taVE96QitGM1U3anNiOEtEK3RFYlVqdjJUdmJCa1hjUWx5Z1Byb1hzZFZyVXZsU2JkOEt6MmtIb0IzQ3JGbUhhQUl3Q01ESEdhZk4yUkt1aC9Wb24vLzY4RnJrdjV6ejh2b2NrMm1IQ2loaGIrYjFNc096aTR2SlBnQ3VxdUxpNDlCdVVVaVJnUk9yOU1ET1luQzZuQ3NFWGpRdGlxQ3RKVk5uVVN5bmd2aEN0MERGY096c3VsKy9waVlhTXM3LzN4dFVBL3FUOVFsK0ljYWxFZVVLN1h6NnFjd0dzakhkTjlKRjEyam5UQ3VBcWZmZTFMOGx6b1VXakwraGtsWDJ0WXZUK2dyb2Zjd2EzeHI0ZmtpRC9IVXh2dG9xbStJcEhsSlVnWnhGeE9oelJvTTY5R2U5MDBzT0xYTEE0VzF1MnYxdllTMGJCNnVGU091bm53K2FQQTNsclJoT0x5WHptelc3Q3h1U0NPM3lKVXMyWFlhNnYzN3IrU0haZTBWS1d4cHU3eXRmdEJZQ00vTlh6R1ZhaVVFTFpKbGZYYjk1NEpINzdzMjhzbWdwZ3FvQUtDNDk1cXVicDRpNjN3SndicDAwajVta3kzUGF6MkQ1cE9WOUtacjh2b09BOE9mMzZOU01CYTN6SFVXOGxBR1MzVHN1VVNuWFVsYS92bXJ3R0NweXJsS01HSlR2ZWJpNkI1Q1R2SnhYNHJDSE1IYnRMZ3oxK2sxa0ZheGZBY2NEbjMzd3VRRk5UbWNUTTFyYk9yY2UzUFJ3Q2dFQnVjQ29aY21oTjh2NG5NK1hVRzhoMjlzYzZZekx6aXo3SUVNa01wNzVtODhWeTB2SDRLZm1UeEdwcmJOK1k3K0VHQTJLNWhQTlFmZFYzdXM0TlEzempja2pLWFZCV00zazhXYzJpNmRjOUJnWUFCSVZweU1VTTdET2tOYXRkOG83OWxRK2VRNlJzOVdoNGFWaGR5SGh1SXVFTUFSQm1Vb2FTMWhFQWswR1VxcXQ0dlZkOFM1ZHFqeVdhSytZTkFBOXI4ZmRuQUk3MjB2KzlJRnJxT1ZPSEJ5M1I0blMrWHQ0WHgxMnlGbEZlMHk2WkpGM2kvaE82c3BwTEhNeE1UUEZuUzBDd3VQSlQzcnU0dUx4alhGSEZ4Y1dsdjZLSTZLSjdnVVRVcVVKWG1GT2xXVDh1aCtFNldlTGxpaW9wQVA1YnZ6WjBIcFBiTG1HTm42VGRNY04wN3BOTFdkSlg2bndtWDlCSklWZnFwSTFSQ01DSDlPdFJNUk9lV0NiclNrSlJhdDlDOEVuU2xYNmkzL2tQOVh2WDlxNWhGbDFPbFVEZW1wc1ltRjVUdXE3SDhRd3Mvc2JWWU01MHBEcFJYMTdjYXo2YVFFSFJiVkFxQVd6MEtOdHJPRVkyczdIM2NGV3djOFR5dFRjU1gzaHFlMHdKWXdCSUVZTm1LblpPMVcvZGNDVDdwdURWU3RxZHRXVkJMYWlzblErcGJJdkZlY09qZlBXYjEvY1FWTEp6dmpHS1BWZ0k1ajBFT0xWUEYzZE40RWZPdml2SjlQS1hBZk9uTzZ1KzE4MmQ0L01OdVZZbzlVWk4rZjFuc3ZPSy90TnNhWCswb1dHRE5ibmdqaFFwZVdTTHA2VWkyalkxSitnbnFOdnJLNHE3L1lheTgrNzluS09jZzhSczdkZ2NQQmkvYjNQejFzNWhhWEIxeGJxWEFqbGZIOGFLQXJWbDkvMHhkbHlEWk9hT2tQSEhiRGxsZ1RTNG83cDhZNWZMYk83eXdpeWxNSnhKdlY1WGNtbEJKYnVnNkh2U1VjL1dWcXpmMFdNZmxxeWVvdGk4MWRQY1ZsU2poUnhFeEpDeEJnbTd1c3c4bUpWdmZ0UldvYTJOSlQxTFp3TkFJRjkrbGNGUFEvRzBDNWEzN0hCVnNFczg5WGpwRXpVbEI3NExiSkkwZmZZNWdLQkM1eTR3NFFTUm1FeE1neTYxMzM5bnh1dG45VGJPakFkMVBxaWdkdWoxaGkrbXNsaHY5Q1ZSYlpRMkFGOEJzRUcvandhbnZoWWpPTitvRTMzdjFPRkxIOU9peXNlMUMvR1N2NFVZL2dQQVFDMUlzdzQ3ZWxVN2NqYTl4eFdaL2lraHIrRUh3d1Fyd1VTaUs3SVk3SW9xTGk3OUVGZFVjWEZ4Nlpjd2tXSm1oeUsrRlRERGYwVkpLWDhib2dsbjkvU3liZ3FBbkxobEkyUENhQ1pvWjhsMGZUY3pVK2RJZVVvTEdyRmhEZGZwRXNnanRHaHgvMXZzVTdPdWR2R3NqdW1mcmNzbDc5YkN4Nk1BUHFWTG4vNVdDeXpiNDhiNE5JQi8weE9RY0MrT21Damo5UDZPMG1MUTU3UXdkQkJBMVNYNk5BUG9lSXY5ditJaEJZNldGMmRtWlpCcUFrQlplWVhaTE1SMENuVVV4dmRKWHhaTVY0WXp3V1M4QVlOcmV4czJrTHQycmxEU3E0UTRHem9TRzNLMndzak1uVm9nRFhsSWhFSWQyUVdGSCt0MFFsdDJsei9TclZwTklIZjFQTEpsU2szNWhvcEFRZEVrNVZqVG1rWHJGZ0RJekYwYk1BQkhDVllHOGVpYWt2VTljbFhNdW1uVllHa2JOMENJNHlBcDZrbzIxSFdObmJkbXRDRGpTeXlvc21aenNLNzdkdGZPSTRHUUFlL1JqUHlpVzhQSy9GMzF0b2REOCtZRlV5VFp5eXlZejBjRmhsa0xWdzMyK2UzOE41czZ2dHMxUUU3UURQanRheVhZRmdLcXR1eitlSWNQTXZOV1RaYWtCalNMcHVxMG5HQXkrNjJBYmRoZFFrMWc2VDBUeUpUWE5iZUduOHhJOUtTeklGRlhVdHpsakptWld6aGVTbHBBaE5kclM0ckxlL3RlWitmZWxlU0IvOU0yODRzN0s5WS9IcjgrTzdkd1BBdnhJV0w4ZkZ1TW9KS2FFL1NiUGljYmxyVTdVR0RlS2lTMjk1YVllSExCSGI2QmFzQjFZSGxBRVZKSnlxckRWZXM3RWEzQzVKZEwyYkVlUmM0TXl2Uk9DN1NkZVdtVTNYa09pbWdraU5zSUFBeE82VzNmL3dGVTYvUEZ0OTZtdkh5ekZwSS9vc1dUM29TbFgybGg0KzE0cTBTMVVZWnJjVm5xWEM2eGpORGhPVkdoUmVuUXlTL0doRkRlMTRmOUdLOXp4WnpTRHNIb1dQZnBVS0I3ZFdVMmx4aUkyUWNTSmpGVHR6TEs3SW9xTGk3OUVWZFVjWEZ4Nlc4UUFCQkxDVEl2M2dVbjl1SDlxYW9NMDViMUpoME8wNjZQUWRUTmNVSGJ2T081VXovaUtkTVRpa2YxSGMxOG5YRHhkOW9PLzVBV1BJcTBSWDZkTG5NczlMcTcrN0RQalRyM3lsTzZ4R2U5dmp1Y3FCMHN4ZnFPY1FtQWwzVHVreGYwcE1EU3BVaHRmY2RaNnNtUFh5Zlo5Y2VVY3Q2bTc4N2VvSFBUL0V4dnUxVHZjN3NlSXpxV295Y1gvcGlrdlFrNlhPR3ZmNFB2NnA4UUNpdFdUc2J5d2duRWRMMWlXVjRYRXhJQ0FMTnppNjR5REl3QTh6Z0ZmcnkrcEdlZWtNeThWWk9nZUtBeXhGV0dKWC9hMEZEY1ZXa21LMy9xOVhDY04xanhHK1QxelZVaFQrWHVxdlhkdHBHZHZ6WmJNU1hXbE4xWG1abTNhakpMVEhOZ1BkTlk4a2c0TS8vZVBDZytxOWlRaW1od2Zla3JaYjE5RW85dExDY1NURkNIYTByV2QrVjZTY3NKSm9OVXJsS3lzWmxhbm9ydE15ZHY3UXlsSEgvNGlHOWI0Z1RuT21LbllYZDU4ZW1jbktEWjRaTTNHMncvdDd0OC9Xbm9ham1lUkNmRHR2aTU0ekdpUkxaZlpqQ0pLU1RwV0UzNWhoNGhVWUdsYTJjcG9oR25tMXRmR21tRkZVYksyd1c4VDlVOUhid1EyYjl2akdMVG1CN3FOSjRhTU1BN0ZrQnlUV2x4OXdwRGh2Z0FTejVTVTFiOHhLVytTUzhsNWhQTDg3V2xQWlArWnVjV2psY2t2Z0NGemJYbFJyZndteUYrWnptemFsVENuQ3paMlZsYjNudXA0NEZxd0F3VzVtUjJuRVBDNzkxV1d4cnNnTTRqUTE2VlFjS29xaGw4cUMyamRkcGNLRmhXeC9sblNlQmpnakNTRloyRUFCZzA0Rkw3LzNjbUkwYWNBSUJaK3B4V3FzOTNzV3pVZ29PRjNubE11MFl1aFY4N1FKN1Y0NzhWMFJ4Vm9WNXlYRTNXb2tvc1A5RG55ajlwbDh1bEtoWkZNUUQ4Vkx0bi9qTk9NSDVNTC91R1BzZFd2TVU0L1E5V2ZpTER3NUU3TXhjdkhvUjRYMTVJdUxpNHZEV3VxT0xpNHRKdllKYlU1Y29tVW5xeUhIa0w5citIdS9iMzVCeUFYRjN5T0hiUzBLa1RKZDU5aWZDaHUvUWQxM2crcWUzZy82Y3YzbU16U3o0QzRIbWRPUGRiZXNLUUJxQkZ0MzJzbC9FdVJTT0FlYnJVY3FidU8xVTdYdTdWZ3M0TkFENnJ4YUV2Nk0vbzB3TE9XN0ZYdTJXMjZ6dXpMK3RIcVJaTEZtdjNpbC8vbnpUampsMHNLc2J4OHo2RVE0SlNUQStNTHl2RmUrdktOblJ6TmFXbEJiMWVPQUdDTTlocFY1dnFuKzhwcUFDQU1MeHpGQ2xtWlpmV1ZqNXdMcm84VUZBMGlaV2cyaTBiNnpNTGloWmJsdlBhbnFwZ04wRWxQWDlWS3BnSDFwWVpXd05MN3huQU1DZW5XR1pwVmRWRFR2YXlOZW1PbE9ja2VZNTVoSk5lbjN5Z01qNnNDSkZjSlo5V2txUVNZbWQ5U2JCYjhseS9YeTBEYzBKYnUvM2J4aGN2aHJUTXlBc09NZGk1aXM3N3RwcmpyQ2xFQnRlVmJtd0VnRGFQbk5kcDgvYTlXeDg4SG0yZk1FNW1LRUdoWFZ1THU1SWx6OGxiTzBNeXB3Tjh0c1ZvZVE1eEJBcUtKaWtweDlXWGJpZ0JnTkg1YTc5U3ZYbi9ENktmSVJCWTZXR3ZOenZNSFM5YUNhMTJFZ2FubndtSmJnSmVWbjdSY2pCNWFzdWZmeXArL0s0MnkrOWRCdWFwNnJTblI5aldySnRXRFdhbTI4bmlaMnEyRkhkemZhWG5GbDRIcGpOQ0dnYVJQRjFiMnJ1Z2tyRXNPSWJJdVlWWVZkZFV2Rm9WK3gwa0ovdXpwQkJ2MUc4T3ZwbXhyRERMTk9CVWw2K3JuVGhsemdRQ2dSa2poSmx3Z1ZVbjZMMFRWVTdHdkY2c0JaWHQydlVXTDZxMDRhMTVRajh1eFNBdHFyeXNCWnEvSlFlMTJIeXpGa3Q2T0lyaStMYisvMUNwUmVWWWxENnZWZ1A0dlQ0dXZaYk83cGV3NFdlT3pxT1l1cExldTA0VkY1ZCtpU3VxdUxpNDlCdG9rTUhSUXJzRWttRFlYWWxxbVh6Nk5mZE1QWGRGd3pwc0IvcHVtcW1mTDNXWEZXOFQ1LzlmV294NTZSTHJkd0tZcTVQRHZxRkRnNUlCbkxpTWZXL1dvVDlSbTMyMXR0Vkh2eCtwSndMeGt3RkQ5L0hwenlwalhDdE9UTTZFajhjS2Ezb1NGUjlLRkl2UTQvRzdMTmw4eFVCQ09NbERwOTlxUzduVGFaZFB4U1lPbnJyZzdnRUpBMVErZ0xEdHFPcWR2UWdxYVRuQlpML1h2a2s2OHFRd3lGOVgra0RYcEN5allQVndaalhaWWJNK002OG9uMng2WTAvbHhtNlZxR1l1V1RQU0MzT3FsT0dYSjg5clRtWno4TFdXN2RSWFZRV2RRTjZhVERpR0lZM1FFYStnTERiTkhkalVYVkJKUzF2aDlVMjQ1bnBJK0NYeGk3dEtnZzBYMXdXOUNXT2RIQWdlYVVoc2kwM2FtcFlUVEU0Z1o2RlVWbzBhZ3JFZVFkT3JTOVp0QW9BNXk0TlRwR01idnVZelhZbEtBN2xyNXpIeDRQclM0aTduUWZhU1ZWZXp3RHpGT0dlM3lhckdGN3JuSU1sWVhqaVJGTWFIcmFibmdhRElMSEJ5YkxhZmlBb1NrK2Zka2NJREJ5NVN3dHpqSmIvaFo4K3RIZHhhY2JqcTRhNXd0c3pjb3NWTTR0cVRwOFZHb0twSExwQzB0QlZlLzdpcEMwbXBMSFNhUDYrcERYWUxYUnMzLzg0RWoyUGVCc0tCbWkxbU45RW5PN2R3dkRJb21aUnFrZ1lOclMvYnNLVzMzOGljeFlWakRjTzVSMHI1NTNwNzI0dEFsZjRPZ2lKOXFiT0ltVnVrYkR1U2tWdTR5QVNjNnRKMWtYT0hvRk1BQU1KWUlZejlVZ0dLMzdQd0graHo0eDFhNlBpTERqTjhxL1BrUHlPMzYvQko2TVN6VDc5RjJlYWdkaU1lajZuOEU4OHVBRi9WRHBobmRNbjYvbHBxdmh0a0tEOHhlVGh5UFJIalRpRlhWSEZ4NlllNG9vcUxpMHUvUWJRS3BpUldrWG14QUltTEY4d2k0a3A0djhOeElzTGxqbkVwUVNXMlRmUnVmWXQrdkJ0aUo2TjkyWCtwYmV4dmwvdmtuUjZMZmlHa3NJaWRJUWhGb0xDeXNYWFBDeHN2UkpmbTVBVE5Ocjl6bzFSb013M3FzTjd3TnNTUEV3aXM5SENDZmFOaXVWMndPUTFLZFFrcTZUbkJRWUM4eFZHaHAzd2taa3VZamJWYmd0MnFMUVZ5dmo2TVBNYU43U3pLRFNHZFFZTlNQaVJsWitYZXlnZFBaUlNzdmdIUzZIUXM1NUF2S1NFdnJJenkzVThHZXlSYzlvNmRrVWJzVEJPbVU3RnI4LzJ4eVdISk4xSE9mL1BWNTI4SWRUWmI1NCsvRmxPS2U0V1I1SmNmQ1pPMUJlVDFlUVd1cVdtc2V3TEFjbS9Tc0lFSWQ2cXc5RC9kb0pQb3pzbGJPME9BQjFTWEZYZUZIYzNPdlN0SndwZ1BxZG83cEhwMi93c2J1em1kQWt2dm1jQU96V295ek9jYXEzN1lGaWdJNWdwRmI5U1YrWTlDNXpFWjRIZHlETVgxNUlSYVlCZ0xPeUVxOTVWZExHR2RVYkE2RGF3Q2JTM1d0MC9VUHRqcmJ6MWgzT1FNRXBnVHN0WFA5MVlGVDNWZm0yT09IcFQ4WmNYcURIczhXNEJndDkrM01paEFERXN3SmRlVUgraTFrbE1nNSt2RDRLTlBzcFMvcmErNGYwZXM2SmE1MUo3THBnalRHZU1WejdERWVVVHFSSFhweFJMYmtwMDJBY01tb2lTcHJGT0lWSVo2dThTdGZ5OXUxRTY3cWRvSnQxRi9sb3Y1UjNzblZZdTQ3eVJaZUZRNGVpZml2YmVYSEZkajQ5NS9GY0IzZENqazNkcE4rTGgyOC8wdXBwMWZmOVl2Nk54WEJXL2phUG1oTHMxOHQ4NDFGZFFPbHl0TmNQcmJ3c0xQQkE5QVFDU3ZTbVF4djYxVDBzWEY1WDJJSzZxNHVMajBHMXFFd1FPWldSREFnZ1ZBOXNVclp2SkZYeFBvL2VSVWNYRzViQVFNR2JaYlhqN3cvTS9laUYzZTVKY1pob0x3bUR4MngrWjFQKzJ0cnh3eWJBWlo2alZUMEZocFVITmQ2WVpJaUVWTzBEUzk4a00xSmV0K25wNi9OcHNKNStwS3Vnc3FzM1B2U21MNDVvZU9HdjluVFR4SGczandoODUySHQxMHVPcVg0ZlRjd3VzSW5uRG9PT29USitCREY2aHBVMk41ejBvMGN4YmZPZFkwMUNkc0lYOWExMTFRUVdEcE44ZWZQclR0K2pjYW4xMnRLMGdWNjFXVVhUQnRZYnR0YlUwQXRaS0pCVTFrdm9ER2tsc0FiQ0p3dzY3S2pUT2k0OHhhdUdxd2grV0VNNWIzbWVna09SQlk2UUY4WDJSQmg4SnNWdTJ2REo3WGlaYUhBcmdoa0xlbW5SVUY2c3FMSHdkQUdibUZpNlFsTDlSV3J0c1gzWWZCSGprUEZ1K3Ezcm8razRUNVk4UDAvY0t4MnJ0eUgwMHVDS1lZN0h5VUNiL3VyU3d5QU1wY1dqUk5FT1VwNHQvdXJkd1FKNmdFUlZhKytneVVTcWd0V3g4ZjVrZUIzS0lQRUVNcGhjNmFjck1LMk5SRFVBd0VWbnFNaElUUE8wQjFYZm45M1J4ZXMzT0xyaktFU2pyVGVlekZZU01tM0tpVWVMVzI5TDV1MzdGaEREQ1l3dzVCZVV6UGdIUW5mQjRrM2hPbnlnQ2RyK1E4Z0lYYXJmWVpMVDZrYWRFazZzSzZXZ3NTVFZxVXZVR0xyVzlWMW42NXJoVFVwZ1hpZVhwNWorcFViOEZnN1JUcGplRUEvcXlUZHY5ZWl5alI3ZnlmRHAzOHRLNGlORWlYU0o0RzRMQU9FOXAzaVhGanVVZm5kd25xdjVWUEF3ajBJUlRxZlFzekpRaUN5Y3dBWFJSU2hCdis0K0xTTDNGRkZSY1hsMzREaVJZbXBFUW1CMHdHQVNGY1ZGSVNJeS9ZRlZSY1hEU1NyZFBXMlVQZEpsMXpGaGVPRmFTbU1BbjdVb0pLOXBKVlZ6dENESk1HamdtbVdmV2w2LzZuYTUzWG5zdUNYc3pPWDV2dEFHWk55YnJxK1A1ZU0vRzZjTmphMTlDdzNzb1lWN2hJa2FnK1hQWEx6c3lsZDA5bmhsVlhncnFNWEh1aGJhdTZ4c3FlZ3NyTTNNTHhIaEpmczVUNDJlN1M3b0pLeHVMQ2lZckMxNTE0L1lYUGFDZkNONkpWclFLNXdhbFNoVldIYytwMFFzSzRSU1NjL1kxUEYwY25rL0FtRExrbjNCNUpDVE1qTHpqRUs1eEZFdkxGYU5uZ3lRWEJGR1o3Q1NEZUZFb2UzRmNlUEs4bjRyTUFIQXprZkwySjJNeVF0bmdHQ0lyQVVqbURHTEttOHVJeENPU3VuY3NFVlZleC9zamdrZE5XWGppMWY2UmpPVjBsZXROenZqcklZUGwxRUpYV2xxeDdyZWZSRDRyc1pkWnNGclFDQXVXMUpjVTkybVRscWlWZ09iUzZiUDI2K0hXWitXdG1nU2xSUVo1VFZrY2Q4TDBlZ2twNlRuQVErWjEvVTR4WDZrcUx0OGF1UzhzSmp2S1FTZ3NyTkF4TkdMZklKdkhhcnJMdW9sbDJidUg0VU9qRXRXMW42eThBU0xERDUvWVFLQnZ2VGZoUHF4WlRUc1JVTjdzRndJZTFVUGE4VHBvTjNTWTFKbmZUQ1YwaXZyY0thbEhhOVZoUlFqcTg2SC9md1Q2ZUJqQ2psK1YrQU05cFllaGY0dkpXSFFld1FPL2ZLZ0QvVHlmVW5xVERnajRYVjZYdDdiaFBsNmYvc1U0VTNtOEZGUUFnd1g1bTZsRTZtOTFFdFM0dS9SSlhWSEZ4Y2VrM0dCNlBBa1ZDT0lqWlVJU1FpQ2FYQTV2djArby9MaTd2QW02VEhPNnkrUWNDd1VUaGNXNEgwNmx6MHVxMXlzN3MzS0tyWUhDMkN2TUxoc216dmEyaExpZEVkbTdoZFd3SUlzVlhLY2pUOVdVYmF1TDdaeTIvOTFOMldHemZVN254VUdiQnZmK2kySHF4dm5UOWtjRFN0Yk9FU1NNdTBJVVhzdklIM3V4SVBycXI4djVYNC9zSDh0YU1CdUV6WWR0K1pFL2x1bTQ1V2dKTDc1a0FvVEwyYi8vTkxkTHFtS3dYLzFrL1UyMzV0d2hnQlpBNEhCRllsd0c0TlRxaGJUMzc2cCtpWSswcis1YUl0TzJpYnFCU2hVU1Vlcjc1MUpaRDJ4NDlyUE1KZlFvQWhQRCszcExXQjA4MDFHOCtkM3lyYzFYV3YxNURZdFNvanVQZVo3dU9UMTdSVXBEZFhGM3FmM0Z1UWRIaVYxNytUVGNYU2xyT2w1SU4vNEIvQlZSWlRjbjZYbk5iekZvYW1zR0diNWtFUDFWZnN1N2wrUFZaK1VYTFFYS0tkT3pmeEsrYnM3aHdMQlNtRThHRUkxL2VXZlc5SG1FdFV4ZmNQY0R3eTA4em01VzFaZDNMVDJjVXJCNXVLcm5JTWRSMkQ5TlVLTFZuVjFud1pMYzJpd3Nud2pCbWQzYWMyRTVrQXV3QXpBa2dBak85VnpsVmpzVzkvMGpNTlhKc3Jwck9TNGdiYjhXek1mbVlSTng0ZmVFaC9iZ1UrYnFLVzI4Q2lhMlRodjlVSitOVkFPYm9pbVdYdzlOYWxPbXRsSFQvZ3NrUG5mbGVjVXpOSDllcDR1TFNMM0ZGRlJjWGwzNERuVGNZUTVsQkJDWXl3R2pwb2FORVVwQzZiaFdYL2d1RG9uOFhCQXA3SEJtZEJCSVBjejZtaERBTnl5NDVWUGxBanduM3JJV3JCcHRFMmRVbHhYOEk1TjE3STRRNnVFMlhGODdLTDVyS2dpY3BpMnRJa0ZOYnZxRXVyanRsNWhiZEtObXUzVlhwYTh6S0wxcmVHUTY5dkhmcnR3OW41cTJhRE1oWjFhVWJmcGUxYlBWMTBxQXpPeXMyOUNoYkd3aXM5QkRqWHlXSnlqMlY2N3NKS3BNTGdpa01OYWV4K3JIWjdjM0hiOWN1ZzhmMXB1Y0NuQTN3VVcvQ29HcG1aZG1kTGVkMXVNUUdrT2dFcTJoQzVOc0FqQ1VTTHpETHJqd3hpUVBIRUVHbHNVTmJEbTE3OUY5MHlFUVhTbG4zN25uK2thNzNieDU4YXVmckxhY3pvdS9UbDYxSnQ1azdkcFp0ck03T1d6dkRzYm1qOWNMaG1HbzdLNHhFNzVCODVlQjQzWmIxdllhYlhCMjRaNkRQNDdrVmpsMVZYM0gvdHZqakc4Z3ZYRUNnNjJFNVA2bXZmREF1ZVhSUW1GNzdPckFZMEhITStOK0doZ2Q2NXN6SUNab0RmZkpqRHVoWVhaeWdNbTcrblFtRzhseEhqbDNKMHBpbHlOcGJYL0ZnTjBGbDZvSzdCM2hNbWlYdDhITkp5YW1mYmc2ZGJTSmdEQ0VpcGdoeHlTcGI3d1h2VlB4NEsvanZtT0Q2WUIvYXhJYnZYYTZnRXNVVlZDSmhQZ2tRUWtTaWYySnlxcmlKYWwxYytpV3VxT0xpNHRKdkVNSmswaGUxZ2xrd0lZU1krQitOSzZpNHVHZ1VjNmZ0a3pZQXlzb3J6R2FpQVNJa2ZyV2o2djV6UFJxdldHRVl6U0tMSUorZmZXUFJWTUJCYmNtR1E5RGhIZ3hNVXNxekMwWjRXT2lZcjBlVnBjejhOYk1rYzl1dWt2c2JNZ3NLcjFYTXgvZHUvZmFodEtYM1RDQ0k4YlVwci81aHpwTFYxeEFKcmk4MWV2U2ZrUmNjUXV4OEVRSXYxcGV1NnlFb3BMQ2FmMmpuNCtrdFoxOWJxME13YmdGUU4yNytuUWtwNkx5NVlkdi9CQUdlN2tzYSt2dldtWjhxUkZVd0NTUzJnMVVDV0gwaFdtVnE1RldMNmsrOS90eC9NOHRyZEFqRm9hejhva1dLY1kzRHZHL25oZFA3WTdhN0dSQkhmTWxEeHRxaDFqTktoanZKTU1leGRENFFham5kbGJRMWU4bXFxeDJpbEF1V1o4ZnMzS0tySEpLakxqamVGM1dvU2VUNExKMzZBUkkwUmxtdHZZYU5aT2V0bmNIRXl4V3d6U0c3cCtDMGRPMU1BSmxLT2IrcWphdXlCSUN5ODUzYm1NUllCL1pmR2hyVzlSQlVBbmxyUmpPY214M0JIZWREbnBMNDljTlRraFpJNHROc2VxNDFaSGhQYlVWMzBTWTFKK2hQOWxtTEhJblg0REVYaFR0Q05WRE9LUkNsQWNhNHlLbVovcGxFRlJlWFMwRk1JaWxhTVBDaURCMVo5NTd0bFl1THkzdUdLNnE0dUxqMEd6eWU4d29ZeGdEQVJJWUMycnF1NEdQclBMaUphbDFjZ0VpTnJFNnZaVG1wT1VFZkNUdmZjZmgzdFZYQk4zdHJHMmlkOGlISjFrNFl2a1NQajJjM1Urc1RVWkdTQmMxaUNZZThhbWl6YW51cHNlSCticFAyclB5N3AwS1lJMXY0d25Oejh0YmNDQ2xiNml4L3c3ajVkL29UUFo2NWZQcjA1cG5PTmNNOEhqSDVaSFA3TThERDNlNzRCd0lyRXduT3g1bFVTVzFwRHdjTXN2TFhmcXl4L2c4am1rNGRDT3FRaUk4Q3FBTkFGMTc1NHc5T3RwNGRsekxxbXMrMm56djY1NDdXa3krZ0t1aUFqRitBNVZRaTgzRm01MmNBVWsyUC93bW40L3hQZExuYTd3RVluNVZYT0VRUmoyWFFxYk10SGZYUVZZRTBQd25rcng0STV2TGFzZzBuQTRHVmlhZGJYLy9jc1lNVkg5RHJGeG9lLzVmM2J2LzVpRkRIMldPQ3pILzNKUXdlSGVvNGV4UktmbHpuWTRFd2ZCOSt0ZjQzQmUxTmI5UXJhWitOeTUwUmNRRUJzOEIwcXIwMVhIM2d4WWZhWTlkbkxMdDdEQm1jcnhSdHJTdS9QMWIwQVFCa0ZoVE9ZMFh6V0RtLzJGbStzVWNDMVdsTFZnOWxRaDRZamlQRGZ6bGN0YjZ6Vy8vOGV6OG9vQzZ3NUFHd2plMjFWUS9FVjJJU2czMzJDa25xZVNIRTFZcmxudGJ6TzFxOThMVWpjajRlVGdEQXJxanRja1VnbUZRaTlWTG9SNUFiL3VQaTBoOXhSUlVYRjVkK3czSFQ1RlJpUlNBd3N5R0lXL0ZQNVRaM2NYbXZDUUNRTVhkYU9XeWFJOVZBdnl4a3BtMDdLNHA3NURBQlFGbjVSVGNvUlljTUZxZUpxYUNtdFBqM2tWVkJFY2kxUDhXRWsvQUt1L2JwKzNwVU1BbGN2Mlkwd2NpcjNuemZJK241YTdNOHJHUjErY2JhUUdDbGgwYU1LS3dwS1Y0YldIcFBpczhqUGx0VFV2eEFiOXZuSVN2Wk5nQUFJQUJKUkVGVTRVUHpTZUZVYnlGRjJRVnJGemtLcjR5OVprbFQ4OWxEejdDMGkzVnBXTW9vV0wxbzc5WWZUSkF5dklTdGNJcTBPeWRHSmRackFoLy83ZUc5Zittd085ditEUUFacHZjUGp0MDU2OXlwdmNOMEJaaW5BamxCTDVPNmlSaW9LNzN2aWZnZDh5Y05XMU8vNWFFWGxCTytCZ0FkZUczejFGRDd1UzdSUlhnU01xVWR1ajFrUnpRS0JRdWh0bFB4dzBESmNHcnJ1Y1BRMVdpYVlrV1Z5UVYzK01CWUNGWldUZG42SGk2V0dYbDNEaUY0dnF6QU5YWGx4Ylh4NjJmbjNEME9EaFpKcUUzMUZUMEZsN1Mwb05mcnNXOG1CUTRkTng5cmFIZ29WaENqT1htRjJXRDdyQkRHVUNuVTl0cXErTkxXUVJISWRXNE5oY01WWHI5L1BCUE83U3pkZURnMU5YMFEvQndHQUlKS0JBQW03aGRseTEydWVFZ29KUFZXUEpuZG5Db3VMdjBTVjFSeGNYSHBQNWhtTks0ZEJESVlhTDFvVG9rOE1jQkU3dDFTRnhjQUFCa3ErYXBGQ3dsY1dWTmFYTlZiaTZ6Y05UTklzVlUzOE1ET3pPYXBONERsczlDVDhZVHgxZ0pCb2xVeGQrQk4wY05CTW5QSm1wRnNpRUIxNmJydlorYXZtVTBLb3JwOC9YT0JwZmNNaE9GYjZJUmFIcHFSRnh3TTRTekM2ZFBmamU4L3VlQU8zMEExNk1PQzJYZmhVUE5qOGV1emN0Zk1JSVpGZ2liNGt3YTl3ZEplR3QzdlFONmFEQ1dKYmQvNGp3cm4xZnJXODBldkJqQWV3TkhzdkdDZVlubmM3bXo3SkFCNC9ZT0tyTTZtdVFBOUMvQzNFQWxwR2loaEx3S0xVSHRiT0Q0Y1JnQkFaL3ZaYkFEWjBZVnRUY2U3SGR3WkM3OTg1T2loSFZjM0gzbXVlZXE4THl5K2NPSlEvZWxqVzd0Q3Evd0RSMys1cy9sa3NUZGg4Q1lyZEdHbFh0eVYweUl6YjlWa0E4WjBLZm04UStFZWlXdW5MVms5MUUvR1NzbnFwWjJsRzU2T1g0K2NvT2xKVUxjQWFtZGRpZG5qKzhsZXN1cHFOdTFaek1JR3lXY2FHb0xkSEVicHk0b21DOEk0QWNNSkcxeTlxMlREeWZneEF2bjJkV0RQVVgrQ21RYmI3cWpic240WEFDU056eGpUMlhSd3FITGFBU0FKQU1BazQvdTd1UHdUUWt5VWVERm9tR0tkcnE2bzR1TFNEM0ZGRlJjWGwvNURvNWN4alJRSUFKR2hITmtxUEQydmYvN0JWL1hHOE9GcENaMWU1UnRJeWs5K3I1L2c4UkdrWHhJOGhsSUdtMHpNaG1ERkFwSFhaREFMTUJNYlFrVHVtaWtCTmdRYlRKRTdaVXhDc0FBYkJFU1dzV0JoUUVUV3MwSE1MQXk5RGtJUWd3VXpDOEdDSUNDaS9ZVFFmU0FJVUNBaXBSU3BpR3VmRlJRVWtXSkZwQWlrb0NLdlFVb1JrU0lpSmFHWVZPUTFpSlNTaXFIWGtaUXNpUlFKb1VoRys0RWxDVVZTS2lLaFFBNlRGRW9aYkxNRlMwR0VGVnRoaHluc2x5SnMyMGI0MUtuZDdYMDQzaTV2VDlmMHdQQ21qR2MyVHRhVUZ0ZjMxbkIyYm5BNEdlcXFNeUZSa2Q0ME5VOEtPcktyYk1PYkFKQXdKalFWTUVZejBHYXJjUDN1MnZVZDhmMjloc2dtSy9SeVp1NnFBTmhJYkRhYWRnQUFDZDljbHJSblo5WDNtckx5aTI1bHBiYlhkZytyQVZhc01GTGFCdCttU0NWNG05c2ZhMnpzWGxvNVBUK1lTa3BkSlNFdkdJNW9xYTdZc0ZDWG53VUExSmJkYndBc0l6ZWQyZFNDYXdOQW9ycnNXeFJaRjhIcWJJcVdYTDhXUUFzQXFpN2ZJSWhJTUN0SDkyMERNQW9BRXBKSFR0Q09rMDhBZURwdC91ZXpIVWUySEt6KzVTdTZ2UEpMdm9SQm85bmpxMnMrOHR5eDdMeTFINFZqMXh3NDl0T3VYQ2VaUzR1bUh6dFFNcWF6K1NTczBJWGoycUVTOC9sV3BSb1FFeFVvbFNVL3NYdnJRNmZqajIrUzEvZ29LVDY0cyt6VjB0Nit2NEJmZm9XSkxyUnc4N1BBSTkxY0lobkxDeWV5dzVOQU5JckM0YXFhWjdvbm5aMlJGeHhpR1BJR2tuU0d2ZUtsWFUvR08xU0F3RTMzM21qYmRvY1hhcWlDL1ViOWx2c2JvTU9Sd0U1V2g3SzBMWWM5QUVDWDUxUXhSbHcxYzVqSE5FZDdERFZIT2JMNmFPTysvWCtucExBdUxrQmFHb0VSY1ZlQkZjVUlLVVJ1VGhVWGwvNklLNnE0dUxqMEl4b1VrQjdKOFFBMmhFbGQ1VXBqQzU0UU1HdkN0TmtoTVBzSjhBTENGM25OUGhqdzZsS0tQZ1o1QWZnaTc5bEhnQThnSDhBK0FGNENmSXJJUjVIM1BsQ2tuZTdqSTBKQ2RQdkozZmFUZ1lpcUViM2hIU0VhcVVUb21RdlBpRmxKTWV1aWJXTVhVZXdZRkpPcU4vNWFNR1pkMTVoNnI0eUxiU0tMakl0N0tneTlxeGYzM1lUbzlsR0VFUk4yWlpvWFY1a3gyd0FBTTlyT2c2NGgvTkhHWFMvZ0FYRFZrSFFnWXIvdUJLTVRoREFSTEFaYkFJV1owVWtFRzB4aGdNTUVXQnk1Nng5WkQxZ0Fod0ZZcEo4QmhGbnAxMFFoQm9XSk9DUnR0SlBnRGpMUWJqRGJqaENLYktrTXc1QzJMUlFKUnhtbUtTM0xVaVJNWlhwc0dlbzBsREE2bFdHYXl0UHBseTFtbXpLYXZjcm5hNUhIL1g2RnhrYWxOYjMzZWpKSStqaXlFNzVRdjJ2THhsNEZsY0F0d1VRNHpzZXFTdzc4TUt0ZzJyVXM2Vnh0MmJwOWlEaElVZ2plSldBK1dGTmF2RG0rYjJyT1ovMUQvV1AvRmF3ZVZ3bmVFY1NlWVhXbDk1VWhKMmdHQ29wdUk4V3ZkcHdRYjJibEYzN2NnYk50WjluR0hnNklqT1lwQzRUQm8vbk02UjlzaXhOY1psOTMxd2lEWlg3WUNEL2xsZjdwN1crSVo3VWI0aThRd3ZEN2g0enI3RHovaHVsSlRER0V4eDhPTloxQUpNYkg3L1VtRHc2SFdrNEJyQ0FNVDBMU3NOUlE2Nm1MWVUvQ01IMEpnMFlKdzVQVTJYNzJNS1NLaWptZFdMSEN5R2llc21EZkN6OEs2V1doV1Rtcnh4aCtRemFVRmxkSEZubHN3SVpqdFovZmEzbE9waTlidmJ6aDVWOWMzZDU4L0tub0p1WXNMaHdyVEpwam1MNmhlbEczMzhTTXZEdUhDSmlaSUU0d1ErYmoyNnVDc1JZWVRDNjR3emRJRGZvM1V0emUwbWFYQTV2aXRPS2d5TXgxbGhOaFpPM20rM280Z0FKTDd4bElMRzVna3Vjc0paL2Q4OHlEQjJMWHo4NjlLOGtENTh2RW9vWlk3cTE1OHI0ZUlUL3B5NnpaSEpZaEw5aFNIdGxhWHhJUlZOSnl2akdLVE0vMVZydFY3ZkVNL3JJZHZxZ0ZNYjhqVWNVWWQ4M3NMRlBRaDBCMFBjQ1pCR0xETkY4ZE0ybm1UU2RlMnh0Zkp0bkY1VytEWlJHYm5pUWlBSXdUSUl6cldzZnN4aFM3dVBSRFhGSEZ4Y1dsUHhGeFZrVEVBa01TdFY2YzUzZGxxdlVSVVpFZ2l0TXQ0b1dLV0xkdjNQcVkxeUsrYjQvTzcvQURNQ1RBU2sreUdDQUdnUUZtdXBqa2tUbVNiSmNSdmZQTHBQUm1sYzRHcWZ1QmRYSkkxaWJteUhzaVpuRFg4c2c2VWh4SlNCT1ZaWWhBQkdZQkFuRlVwUUVSS05LRytLTEtvL01sTUJpS0lvV3JHUVRGK3JNUVNERjBHeUs5MzB6Unc4Z2dRV0NER0NZVG1RVDJNTWlqNzNLYlJPUkZSQUR5Z3k0cUxsRnBpQzZxUjExZlFNOXZwa2MxcUY3cWtSQ0V0OXRieDJEWU1JWE5nRzE2WVlGTUc0RHQ5WGt0WXRqTVhqdlJSeGFRYkJQQjRnVFlLWnhzMDFCWWpHRjJLbUR6MUhTTEJHd3cyd3kyUUFoRFVaZ2lZazhuaURxVjRoQ0lRNlM0QTBLRUlEbEVKRU8yVkIxTVpnZ2hLd1MwZFp3NGNhS0hLNlR2dnpFbUxhSXhLdzcxMWlZOUp6aUlIWFY5QzVwL2xibDA2aFJIS3Q1WnZuNDdkSlVZc0xFQ0pBODBVV3VQa0pUQUxjRkVrdFlDUjhuTlFxcEJRbnFHMUc2NXJ5d1FXT2tSWGp2YmNYRDhuRzIrTm55Y2ZhMGd6NjZha3ZXSGUydy92eWpISkxGWUtlZEg4UTZXZVFYQkZNbk90ZUUyK3cvZUpQTTZDNkphaDYxc25wRVhmRG1KMUExa095OVpYaDRxRkYxVld4WUppMG5MQ1NZbit0UVNock9qdG16RHljQXR3VVN5blJ4aHkrMDdLcnVxSFZGVzN1b1BBNVRTRXVwNDZXRFZkeHdBSFpIeXpFRXh0MFhPVXFRNnJZN3pwd0RBTVAxM3ZGYjNxN2FPbGhPdkFyZ1pBSGw5Q2RPc3NBMHByWTVzanpWejc3YWY1NFhhVG4wRndBQUFoZk1LZ2ltMmtndkE4SjQ3dWE4U3dNZTZmNzY3eHpud1pwR0RUc1hpMWVvNFFXVjI3bDFKSnZ0eUFXWUZWWHJneFFkYkVVZFdycFVtaERGbFI4bTZlK0pXVVhiZTJqUW1ucWlrdlUrUVlld3A5M1lyMlp1V0UwejJHZW9teVdxZkxkWCszZVhyZTRnWGdkendGQWlSVENSWWdRYlhsUlJ2QllCQXp0ZUhzVDloRGlRM2VoSVRybWsvZmU0RkVPYkdiTDR2UmtIUHhHbXpid1hvY3dJMEY0VEJrZXZacnIvWldURHR4RDZNY3lWaEFLa2VqQXdaZzVPU1RPVWtpUVJ2eUZUU0w3d2V3MVNPYlVpUGFYZ2NhYkRIRkliam1NcVVoaW1Gb1pSaHNLRUVzeUVNaGkwTjVSZ0t0cFRTc1QwZXg1U3diZGxxaHl5Zlkvb3M1MEpucDQwVEowSnVKYnhMaytvNEJEUGlWQUZqVDZ5b3dtNzFIeGVYZm9rcnFyaTR1UFFubUVGS1Y1a1FOcXcya3lKemIrcFcvWWN2WC9YNHU4TkM3NXllNmpQQUVUMGo5Z3I0WWw2WUxoRW5abldYQTRWN1hBSkdoQTd0M1ltMmlWblYvVEtiWXZ0VDdMQlI1YUtiRmtYNks0amRUblNRYU9HUHJpMUVwSjJJYzZPVEFSdk1FZ1JIRWNJRTd1RElPa2MvSkRQTGlBcERKZ01HQ0FJTWc0a01ZallBRW1BMlFHd1NTSERrR0lwSWZoMDJBQWdHRElvSU5INzBIWk1JSm5EUmVSUi9sT0pkUUxFNjNFVTNVTXdMQm9OSmtRQURyTUNrR01UQ2dDSW14U1pKZ0NPaFVSREtZMEtCU1pISFVLQkVsWm95UWtVbSs5d0VjQXVJbXNGb0puQ0xvdi9QM3B1SFIzV2VkLy9mKzNuT09UUGFKUkRnQmJNWXNja2dKSTBFeHNhMXpLSUYyMG5ybENUTjFxUjk0L2J0NzNVYU53NW1FY2tVQk5odTBxWk42L2V0MCt4YkU3dXhZOGVnQmJEd2JyUWlRQVlzc00xbTlrWGJ6Snh6bnVkKy81aEZNeU01N2RYM2Q5VnhkVDdYeFlWMG52TThaK2FNTkRybk85LzdlOU0xd2JqRzBBTk1mQTFhWE5QUS9acGtmM2p3M0pER0JDbWkraGlEYUxRNHMyYU5OUHZkQ2pmQ1BYbSt2RWtrOUZTNmRMRVZBQll1VzFjQXBtb0pESWUxL1dKZjg3ZEhsMlE1VHJsdytGMWhpbHdJb3pCMHluZ1pBREJseWp6RlVuZnRETFlIcWpjdGNVbGM2OW9aZkROOWVubnQxMm9FYzYxdHEyL3Mzek02dzhOaGQ2Vkw5ajVmanUrTGJtamdpWjdXYlZjUkUzUFlkaGYzdlBoNG9SMFoyT1RMTExndU5IRHhKSUM3QU9Ea2dSK1VEVjA5M2F1VmN3Y0FITjc3blRsVGJyN3pLOGU3ZjNZcFpvYjYyQTF6bHM5alRVZUZscDFIVzc4NUJPQUVnTjBBVmxiVXVyTVZpd2tkVFVkZkJIQWZBQ2czdkh5NFA2V3pNT3hJUHhBVlhISzBNQXBDZytjMkEvZ3NnSWNBL0ZocDlSRkJmTmpXYUhQQzE1WWt6dzNVYkxqZWRqR1hwWHVWSUFlN0NvNzBwajkvZy94M0VHRXF1ODZQT25ZOWVtM1UrUWZBSk5lRVNYNG5mWHRnNWFZRm1rUWVNeDJWaENKOThmeHU0SWtVOTRqUDU5U3dFbGtSTXA0NTFCeThQR3FONWZXelFIb1dnR3RLWTdDcnFlRlZBSmk2OU1FTXlzajhpR0krWUVCTkdEN1IxOGhRNWFuQ0pvOGhxaFJiMCtmelJNWEdISVBFNXdEY1I2Qjh4TnhVc1hjb0d3eEZnaklBd05TbW1ES3JaSEtHY29YeUthR1ZUN0IyaFdWWlFpc2x0TmFDVFVNWVNrbG1LYlNoaGFrTjRZSXRGaW9UVEJrUWxDRTFaVUpvUDJsWUFFd21Nb2hoTXJSSkJKTkJCa2lZcExYSlJDWXhKQWcrSmhpazJXSWlrd0FUVEFhQkxTWTJHVEFKWklCZ2dxUHJBbVF5WUFtd3lkSHRKaEg1UmwrbjU4ZGVCRVQ5aldac3M0eXB2RmJzWXdMVGhJUUpHUEUvRkNQS3NJaFovb1JoUktjTHdETHprT1VIQUQveWZibEEzdVNSbnhYV1lVRFlCTFlaWk1lNlo5a0FPMkRZRUxDWjRVVEYzK2ovMGZkck9BeEVDSEJpK3d3Uk1NVE1nMkFNTVRCRUFvTWFOQWpOdzBKalNCbnNDRmRvSWJSeXBWVGtqRGoraEdFcXczWlUyTENWWldlNHd4bTI2eDhhY2srZE9oWC9HL0JmSmdLNXJrc0dvcUtLaHVpV1FGMWlrTHhNRlErUDhZZ25xbmg0ZUl3bjR1NElFRUhLQVF3Z2h3ZWpRMHdBWmNWOEdTRUlKSC82elVpK1lrc1JLSmpUOTR2dHhNbGJLZldDTCszaUwybU5WRzBrWlhIQ0dQWGFuTDUwN05hY1U2YWxQWlJVSTBiS2VtUFZBQ1Z0aWtraTZUdWxIWlBUSGxOMFZZNjdXS0tQbVdKYUE4V0MvVWEyeHk5S1I0NlVUVW1pdzJpNTYvMzlKb2xIbjVoTW8vZEpkck9NV3Z1RElXWVZpZDBKVWRLck1QcnJ4S05QZHVDazJLaVNUMXlzQ1NnQkJCbmRKRWFLemF5Y1FpQjZzNHFvTU1WL05YMWV5WUt3Zzc4OGQ2em5QQkFVbFZjanl6VFJnT095empDNG9xMTUyeStpQjFnanpXempMZ2I1OWpWdWVXS3NwMVd4Y2wycDFtUXBpUUpCNHFiMjVvYW5BS0NvTHBqTFdpM3FiQXordEtTMmZpNkJKM2FOVVRhMHFHYlRMUVF1WTRmL2NmK2VyYWRUQnF1Q1JwbFBmMVF5SDVac0xiQWQvZFA5cmQ5SzVKQlFPRkxHa3M2RWg2OStITkJmQ0Eya1JwREV1dXNzajM4LzFIOGF4N3QvOWlleGI3TUIvUHppeWM2MktUTnZlN21qSmRnTmpIdzZYYlo4NDNUTnVLMnphZlAzQVVBSTA2ZTFBMmxsZkVyWm9TY0JZTmJTUDUyUm16MTVhVmZMOWw0QTdaWXZaMHBIVTZJYjBuWUFqMW1aK2I5VXNEOUxiT1gyTkc5NUcwQkNWSm43a2JVNWlLQWNCZzhhYk9TMXQ0d0tEcWJ5NmszbFJGem1LUHhyenhpQ1NrbjFRMWtXWmZ5RGt2cC85K3pZa3VSd0NZcVNhbmM2Q3lvaWRsNG5rbi9RMXRqd2VNcmtOV3RreGJYNTFZQytEb0ozSFdvY0xhaVVWSzJkU2liZnBnUjNrT2FKWFUxYkR3RGdvcnBnYmo2N2Z6cG91ei9LZ0N5N2FnMjgyTmY3cEQxOVhva05KaDMvbldkSWdjTGJjNlpOdkZvQ2xrVWtxSkNZcHhKVHBRQXFFUzI1QktlK00ycUFyWlJmWGluK0lkTVFZTFpNQ1cxSmd5ekFNa0V3aFNFdEFXbUMyWUtVbGdCTUFXRkJzaTk2VVN4SDNnZ0VnS1RTeFpGcVNqbnlmZlFGSHkyVUNrcDVINHEvM2YxMkF5U2xySk9HQythb3M0OUlFemo2OXd5azR5NUFZdElBYXlib3FOak9tZ2dhSUdhR0pyREJnQ0NDQkpOZ3NDU0tpczFNa09Eb0dET011RjJOU1BpanRaWmpTTVBKYjZ2cFR5dk43RG55RnB5NmM3UjZsQUFKQ0xBTkF4RkFSZ3hHQklhTWdCQ3hmRllFNEFqOFZ0Z1BNd1FEdzFuc0g2SWMvOURNZVJPSE5XT0lDTU1FREduR0VBa01hZVpoWWd5UnhwRFNHQklHaG9TdGh3Y0g5ZENGQzczRC95OWxsbzR6UVpneFVZVjE1SGpVdWhqL00raDEvL0h3R0k5NG9vcUhoOGM0STFyK3cwVHk5T25EMTJiTUszMEFBTFNtUENud0xRQWhzUDVueGFLREVxVTFDaU5mRTVPT2xkMEFVT0JZdDZENE9FQ0tHS1NZNHZ2RTUxR3NKRWVwNkg1RURLS29Ba0VVKzRoV01SUWxkU0JLeklObXBxaGdFUk0zbUNuNlNhU01sK1NBd1NOZng4dDBvdmtsRlBzZUVrelFjVCtLb0lRM1JUSWxHVlFvTHFESXFIVWl1bytJQ2g4eGxZazR0ajBhaUJzOXZ1VDRQVWQ4RFFGb0ZpeFlFaU42QVMrRWdOWVNMQVFUUzhFa1FDd1pKTUNKejE5QnBFMW1raUFJWWtpT1hvTkxBZ1FUU1RBTFlwSXNXSUJKRUxIa3VDdUZJSW5qKzBFUWVHUk93cDFDZ29oRjlCZzhjZ3lDSkNiQmxIQzRDQ0tTMGNCZWtnRE0yQTJLUWRGUHNDVVlQcUwvSGoyNkthSGUwUVJtWEoraGJBRUFsZFhPcllCd0ZQTmxLMFBNYUd2YThvdjRuTURLMmJXQ3hVMWh3eDdWMWpjNmQrTlNKY212TkozVFNvc0R6ZHVmUWl4UVZpcTM5TnJ4YTArV3J0cXdpQ0FtdGpkdUhpV29CR28ybEJOd0d3RzcyL1kwSEU4Wmk1VU9NZk1SVGZBcGtwZjI3MmxJV0VUS2F0Y3ZaVmVRcXlQSC9Ga0ZVOE5EbHdCZ0VZRGpOMWQrZnI0aGhPL29HOS9yQWZMRm5LVWZDeHhyKytsNjVZWlh4T2ZmSFBpalc0NTMvQnpNeXVscWF0aVZmR3dwclV5eWVGNW40OWJ2SStiV09YYmd4OU9HcjUyR3NrTWhBTzdpNnZxWnJ0Q3pPaHUzL1Rodnd1eFYxeTYvaGREUWhiNmtaZjZKU0s2MWg2OHVmTyt0VjM3LzdQR1hONmNjdy9SbjVUcitLbGM0L1FZTXREVnVTVy9mVEpYVkc1ZEMwbjNhc1gvWXMrdlJ0OVBQWDFGZE1OZlU3aGRKNEVkZE83YTJqNXk4KzgyeUNjNGlRVEpIay9NeXlMeVZ6cDlOYzdHc2thVlhpMjZGNERJQy9icXRjY3VSOVBYTFZxMjlBVERtZ3Vpa2hGSFFIbm5wTlFENmxwcmdCTC9XU3gySGY1bnI5eTFWdzNpOWIyY2lWTmlPdjVkcVpoQm8vdlRDZ1JhQ2NUTUlPVVJ4MTFtOEhtMlVHWUdpdjNPVUdPUG9PaXVSdUpGL24zdmNwSnY3K0ZmTTdFUWRYalFNMHNOZ0dnWXd6QXlIS09yUTRLZ2JJK3JFb0lScnd4VWdtNWtjZ0cwVzdGRFVxUkdkdzNCRTdIOEdiQ0ZpL3pNY3pld3d5T2JvdUMzWmNUU2JOa09GVGN0S2lQdmhjRGoyTjBPTTZQc2tPRllZT2ZJM0JTR0FBU0ZpKzRWR0JINEd3QmxNU21zQ01zSE14RnJIYS8xaTcrV2FmRDRtd0EvWGNRd0Mrd2pzVXdTTHlMQUV3VlNBWlFLV0F2dUlZQktrQmNVV0V5d0lXQVQyYWNDU0RGTURWalJQRE5uRXlHSlFqaENjell3c0pzb2w1bXdRNVJDUUJaQUZnZ1VnWjh3Q3piR0VZNHBHcURPekJwR0t1cDFJUzBDeElBWEIybUJTVEt6WVoraHNQNnVzaWFXS29DOHk0elFnempENERLRE9nT21zQzMzYVZlSDN6aDA3ZHZIOWhCZXRYV0tZV2RFL3NNYUZXQmFXakoxa1QxVHg4QmlIZUtLS2g0Zkh1Q0w2cVYzMFN3RHFuY1BkUHdDQUcyNHVuaVlONjFzUWlHaWlQU2NPNzMvdWczMmtIakdTUTA3U3ZnNEF4YUhvTnR1bUdhNUxITE5tNjlpTmdsS0ZCREQwUkpkWVJlVXRyUlFCUUw3V3BIVXVNUWhhcThRY3pvN3V4MXJIdHVXQVdSTnJSVm14bTQvNGpRbXpuMWd6TVN2eWFTWGdqMVlOT1JHMmhMQXRKY2lRUWhoYWtTR0VNQVFwUTJzeVdKQkJTcGxDa05RZ1UvRG81SllQQW1ZdEljVC9KTUl5QXJsYTZlOG81bCtjTXV3ckZiWDFjNkVaV3RybkxNNG9VaGZPN29uUEs2K3VYMDVDM0tuZHlOWURUYU1kRW9IcTREeFhSa3hvNDVKa25tSmN1ZklTQUpUVnJaOUUycDEzeVRZYWMyL091NEdFbU5qVnVIbFArdnlLdWsxbHBIa1JFNS9RRjg1M3A3dTl1Q0MvQ0FBMFdXRkI3czMyQ2RrWTM2ZTBkbE1sNEtManlvVTN5Z3NucjNEczRZVEQ0c1o1bjdnaE16TjMzc0c5ei93R2dDNWE4dnZGSkZnck41eklJU212V2xjVTVvRnlBSERDQTZNNjNKQTBNODVmQzBXN0Nsblp4VzkxZnVlSDRlSExlYkhodFFEOWNmZEwvempaRGwrN0FOQ2ZEdytlbVQ3cS9OVFZMenY2eGsrZkhyajg5aGZQSG4rNURzQmZKNDliL3J3cGJrVDFtSlpaZnBtdWpPWGdLZFlDTld5N1ArcmMvZWlCc1Y3YlhIWlhFdUhOdHAxYjlpWnZMNTg0cFlRTmlZNGR3ZFpBZGYxSEk4cDk3V0JhVGsxNXpheVpBcktPbFhpaWZkZGZueGk5K2hwcENIK05JdmNNaUM2Mzc1VDdnVllOQUg1eVZvRDVaZE1TcSsxaC9GdDNhekRoSGhMQ0JPdW9uQnk5TWRhRmdzVDFLZWMzYnI1TE52U2xXeVArRXpEekVBRWhab1JBQ0lFd3pDQ1hpQlUwMjhSa015Z2VYRzB6UjRPckNXd3pzU3RJMkFBY1pqZ0FPVXh3bU5naFpvZDBWRFJoaGlzRWJBRTRMdGdSZ0FPV2pndlhFY3lPeTdBTldEWUFPT1F3U2FIWnNaaklaVUZrc25JTlJ3aE5SQ3lGWUtLb3lFNkNXQWhIUnlJNktySm9FUk5XaGlFalVsTk1lQmtXZ2lFQm9tR09peXpFZ2tFRUdyUVQyNFNJYXNuWFJEOERRTmdSTEtTT3pyMHNXUWlEQVVES2k2d1FGV3djQUlaaDhEdEdkQXg5VnV3RjZ1V2szOC9rLzlPM2pXTEtsSklzWkE5bCtZVEkxdEtmWmJpVXBZbXpXU0JMQU5sRXlBWWpIeEFGSUJRd2VDSUJCUVNSUzRDUG82V2JKak9NNkQwT0c4UmtNTUVrSUlQQkJrQUd3QklrWmhDaEFnbC9VUFNXeUlLRUpVM01tTGZJQm5DQm1kOFRST2MwNkF5Z0w0RDREQ202eE16YnRNWVJleUI4SnJNZ1U4ZEZGYUxmamZkeUR3K1AvMW84VWNYRHcyTmNvWm0xb0pqdkpQb1JwZ0lBUThyNCs2RW0waDkwOXhXUEVYN0xoWGdIa0pRb01Tck5GSWptaHdMQXVkRWpvMm9YUEFBVVd6UG15WHVpWFMxWUVmRFNxYjREZTVmVUJYTmR1UE8xeEZucFpDM2F0eXY0cS9pTXNoWHJpMG5RWGUyTm05ZU91V0xWWDJRVHV6ZkRGZWRKMHMyZFRWdWVCcUxsT2dKdUdaVFRtd25Ec0F4UlBqd3NtdEpmNjdMbEc2ZHJwZWNJUVZaN1kwTzZRd09sVlYvT2g3U1c2VWpvYWJKb1RYdFR3LytPandWV1BqeE5NT2NObmZTOVdEYjlodG5FUEtpY1VLemtEL3RQSC80RlRoOGVXYXZ2alIra3JIMWQwWXJKd20vY0lRWVRteEtQemVlYjVJOUVMc0Ixd3RkT3ZmWjNJU0FvcnB2MlF0WFp2cjNGc2YyR0FKU0F5TEJEVitOWklabU9uUnd6RXhTQmFsWEowTDZiYmxuOWZPOUxqOWNDM0JyTGNIRWdUUlBLZ1IwZXVDQk0rdHkreHMxYjBwLy8zTnZYNWhpc1YyaldqVjI3dC9lTTlScVVyVmhmVEV3TCtPSzU3U05iMThqeUZiTnZJY2tUNmR5WkYwcHJObjdFWWV3L3VIdGJ5bS9MM052WDVraGgvTGxTOVBQT01RU1ZxVXNmekxndVArdXZvUGtac0p6UTNpajNBMEc5ZE9tREdYWmU5aGNIQnlMZno4d3lsZzBQMnI4ODhrcERRcXdLVkgybGNQRGF3VmwyK0p3R0lKa0JaajRONWpBRVRRTWpnOTVIUFVrSUxHUGtGUUhRQkZ3RVF6Q3hRUXlEbzBHMlpyS1RqSWl5QUdTbE5FdUxPeUdTeTMxaVg0MzFOYVVhWGxKS0RkUExmSkl2dUdWS3JtNzB1WmdzSFdZb21GQmd3NDJhSEVtWllBVm1CZE4wQVZZRUtBWVVzNlVzaXhTSUZURXJKaWppREpmOVVMSEFiNTFKcE1GZ1JsWWlBSnlpSjA5emRsUlBqbHBVbUVHazg1RERZR2lBWXR1Z2VXSzBqQ2dhOUQ1SmF4NFpBNGhuUmpzMmFaNFhDeGpuUlV5QTFoVGJMN29lRTBGcnpacm8vY09JbWVHQ3NwaGk0V0V3aUFYUmlFT1VBWkJXR3JnQTRIeXNvbFJIblpPY3dScVpUTWdrUWlZelp6SWpFMFNaaUgxTmhFek5uRW1nREFaeW8rNllzWWtGbjk5SVJEY2l0U2RkdEVLTStSUkEveUFsZlorQllRTHlFQzErOVVRVkQ0OXhpQ2VxZUhoNGpDdEdMdWdTZ2E4QUFLMWtWRlpoWW1MeEgrbEE0ZUh4MzQ5aUFKb1RhUWhNRkM2dCtuSytZcWRPYWhwUUVOeVdKS2pjVWhPY0lFalZDcTNIeWxCQjJhcmdEVUk2dHpPTGk5QUtuWTJiRTRKS3VWL2ZTNHhlbHRMSnRIUk5TQTI4ME52NmQ0UEo4MHVxZ2xPbDVkekdnTnNlTnI2YnZuNUpkZjFNQXdpRVhmMnNaV1hjR2o0MXNrK2dac1AxSkl4Ym5KQjRMWE9hTzVPQnFkZm8ybDRBbndjQVg5YkVKaWM4MktkVkpHejVjeWRKMDU4Wkdqai9ibXo2dlFEbUZFeWFlUmN6WFRsMmZPOE9BSCtmV0x2cUs0VlhyNTI2N1ZqWEx3QldMZ0JVMUttbHlsMjI3MnpmM213QVhGejFGOWtadnNJN0ZkbUh1ZzhlTzJkZWF2bU5FN3E2SE1DM0FId1pBQUlyMVMzYTBENW9JaXRyMG42QVp5UGE1aHVCbFEvbnZkMzcvTUxMWnc3QzhtVlA2RGhwUEpEKy9BTXJ2ejZORFBVeEVuanozSlZ3OTFpdlFjV3E5YmZETUZaSEJweHZISWc1VUFLQiswMHFuRlFtU01qeklmbmlwTWxUYnROdzMrclp1VDJsYktpeWV1Tk5UUFJuWUxHenMzbHo1K2pqUDV3SDAxeWlXYmVUb29KTzEzd05DT3JTcW1DKzYzTnZoV3YvTURmYldoSWhIRS90UXJSR3NpOXp1WVp6TVZWRTQxZkNLdlNnbnpKWGdyR1l3Wk1aVkUzQXhFUkxxbGkrZG5UM1dDeDJxb0xCck5XZExzUUE2M2dwcENhZnBRVGdoM0pkeVpveTQyVXRaTUlDMktkWVJyK0h0QUR0SjhEU2dBOGduMkQ0bU5nQ1JiOG5ZcE0xbVFDc2FHQXRMSW9LWVJZWUpndFlGSFZMV0xHeFdDQnRkQnlBQllJWkUzWmlEenNXYW92MHJKWGZraGtWLzQ1R3NsaEc3WkV1UEtXTFBwUW1GNlVHd1l3SVRURkVldWpMKzZ5WENNWksybFdJZjg5aHhJejBPUFI0dGVsSWdFMjBhRFVkRWtrQjdVajFlVWFZQUFBZ0FFbEVRVlJOVGsveU9ZcDR1bnUwclBRL0RRTTNnSGhqeU84KzRTUDBJeWFxZUMyVlBUekdKNTZvNHVIaE1hNWdoaHE1Qml3V2NhdURsSzRCR0tCWUNPQUgvREE5UEQ0NEdDS2hxVWlEaFQvbkhtSSs2NEt1ZE9ZZFRybHh6eFR1MzdxUjBOYzc5bnh6VkZ2ZGhYZXZLeUIyeTRXaUsyQVZ3ZVVMKytOaml6UGNlNXhJcUROaW0vMitUT3ZXNFdIUmxDNm9WRlo5OVRyNFZaVUdwRDJvR3ZIeVZqZGwvV1hyQ255RXVVT1J5NDFaR1lWM2FTZXl2N2Uzd1FhQW9pVVA1QUx5cm9IKzhITituNW1yTmVaY3RzMldkMW9UV1I3SW56ajdHK2RPdkw2N3JHNTlJYkZabmhzV3UxdGJnL0ZqekFBd2g2RWNMZHlXMEptRGlYS1lxVXNmekdBcm8rVGFwYmNPeGJkVjFBUVh3MVhvY3N4WWFkSWE2YytZdkVBeERuVTNQbkxDeXNoLzJvNEtLbjhQNEljQXZreGsrTWpnbVFUaDE0cTd1bHVDQ2JOVjRONWdKdGw2NWREVjA4Y0FJQks2Y2c3UnR0QUpTcW9mbXN4Q0x5ZWcvNzByUTN1amJwbFVBblgxczFoVHRUM2dmT1BBeTQ5Y2lXL1grVGZNTmtqeHZzWXRyNVd0M2xpaGxUblExYlFscGRQU0xUWEJDVm80bjREak5MYnZ5bmgxTExjWW1lWXFhR1pXb3JkajE1R2p3Sk5SNTU5ZjErbHdxSVY4L3FvSTYyTTlUZHZlU3A1WFhqZi9Eelh6Y1lKVkZsK1hpTUJNNGJOOWZSY0EvRHoyRDBDeGRkTk1MQkdXL0FKQUFTSnhZN1FORHN2b0hFNUo5Q2FDZEZ5WXA0N3ZUdzB5L2wxbjZ0U01DY04rMDE4b0xNYzJERlBBa2tLWVNwQXBYSmhTa0tuSU5VVlVqREUxR1paUVpJRFlZdElHeFFRZUFreG1NamlXQVNXWUpBc0laaTBGa1dTR0lDWUpFYzJTRXJGTUtRWUx4RHFsY1N5OGxoRE5sYUpZTGhVenBLQm9sN1NZRXlpYVN4WE5xSXF1U3l5WldCS1RBRGlXVFJYOUd0R09SbU5DMGFLa05Ka2pKZlE4OFplYngxSjFramFNVE9mM0h3TlRVcU82MGNyVnZ3TVJRVE5IcEdtbVhDL1E3MGdwcDRlSHgzOHRucWppNGVFeDN0Q0lHVkpRWkJOaVVaRktrU0VNZ0ltMWRyM3lINDl4aklpSEdCTnJWdzkyTm01NUpuREhodXM3WHhwcFgxeFMvVkNXS1RJZVZFN2swYTQ5MzN4MzlDSnJwR1VibFd3d3VTQjBOVzk5TlQ0U1dMbHBvVVA2Vk9Sc3pudFpON20vcDFYa1VHL3JveW1DeXJ3VjZ5ZXlLZTRDMkFmbUhjbUNBQUFVRlQzZzgvdU1nT3Z3bTM1clFoVXI5KzJPWFkrZVFOU0ZrWW04dk9XaGsvSXBhNExJa240cWM5M3dubmRhdDRhQm9MQXkvbmF5SGVySHVST3YveThoNVAxdnZ2VEVqZUhCS3ljQS9kbllDUkJDeWlxdEhGeTdjcnJqOEd2ZnZ6RFN5eGE0UGo5N01TdDEvdUtKenFzQUlBMHJpOGpPYVd2WnRqdStUMFgxN1Brc2RFYjM4NXZQU2NPM3d3NWRyUUh3SklDdkFGZ0lBUDZzQ1RleG9ITlNRM2UyTkNSRWgrTGlOUlpzdlVSRDdNK2VNT09CeVBBVmFPV0VrNTkvNE41Z0pqbHFPVE9NOXFhR2Z4bnJaUXlzZkRpUGdFOHE0ZjRpY2Y2cWdrYUZiN2hjc2VOdmE5ejZZa1Z0L1Z6dDh2VWR6Y0dVREtsQTRINlR0VnJOaWc5MDducjBsWFJCSlJBSVp2SWtkUitVdXVRS2ZiRjcxeU52QWtCeFZUQTd5K2V1R1dieGE3K1ZPWnNkZGJKbno3YURTVk1wVUJNc1k2M09tT0E4a0E0em9KTHVZaU1ZUmE5OThtMjhCT0NsQ1JPS2NyTW1aVllKMENJUS94NFlkOFJhRDZka3JraVRhZ0dNbVMzek84dXBVNkhMUUdpYzFpWFNTTGV6QUtFNFJQR2NMTmQxQ1FDMG5rSktPWlRJeDBJMEh5dGY1MUUwRXl1MkxVY1RLMFh4VEN6bVRBS0FUSzJKTTNRaXNGMXJQMFd6c3FLWldFQThwTmVYMk9mZnc3RWRUWDdKS1Y0ckwxUEZ3Mk5jNG9rcUhoNGU0d3BpVnRFUHBRUk5EWWRGdktlb0ZNb0FKTUNrU1hoT0ZZL3hDOFdkS2dRRzZUQUFkQ1FKS3FnS0dxWncvcERBblIyN0hudHpyRFVxYStaOWpLWDJRZkdoenFhdGliS1J4ZFgxTXpYb09oNGVhc3Vja1hzdmF4eU1peUVqckpHWmhyR0NHUVRCclIyTlNjZEd0RnRON3FTOHV4VjBueVE1bGJVNjA5NDBjdVBPa3dydjBBcUhlbnVEZGtWdGZhMEs4LzZlUGQ4WUFvREsxWFpKVDJzaVA2bGFzNmJ3NENVVjZ3UVVYMEZxNVZnQThON2g1cmhncEFHODY4dWNZTHFraDdxYXR4Mk10MVFtWVZqdlhRc2xSS1B5Mm1DSkpqMjk4L25OZlNTTWR1VkdpZ0U4RGVCVEFGUjIvdlNDd2F2dndyRUhMN0RMV2U4TkRMMldmRzU5L2tpdFV1NEphVmczRDE0OWxkd2hDQUJRWEJ5ME9PelV3S0JKQ0JzL0grdjh6MXV4ZmlKTStYbldvcnVyeVRpTW1GQ2lMS2RTa0kvYm03YThHS2hlUDA5QUxHeHYzdnhVK3ZubktaTS9JelVjYlZvdmpTbW9GS3FBWUFpdzdPOE9XMTJJZFJmSzB1N2lDSWVmejRCMWc1WkVuYmFWa3ZHeWNObTZmQ0gwamF5MXBSVDEycUZ6aDlQNnU2ZTRjZEs1Zkxtdi8vSmxQQXZnTjFObWxmeXphZXI1Qm92MUFLMk1CNFF5ME91NCtwWGZ0bzdIN3h3TUlPWVNHOG5LU3MzSml2MjFUc3ZIK3FBMXFDbFRTckl3Z1pMc05GNzVqNGZIZU1RVFZUdzhQTVlWRkMvdFlSYnhiaThBb0tXUTBScHcxaXJlM2RqRFl4ekNJMTU0WnJpam5BTVZHZXBUR21SMWhJem1zZVlIcXV0LzM0WDJrYXQ2TzV1UEpVcCtBalVicnRja3FpK0d4UThuV0xrZmM0ZkY4OTJ0bTYrbXo2K3NtN3NCTnJjcHdydWRUUTNIUm8xUG1ueXZiZk1iaHNFNURMZ2R6ZHNTb2sxRjNhYlBhUzFmN1c0SkhxdW8zdlFuRWNkcFBiRG5rWGNSeTNkUldrK0pERjk1RHdCbUxQem8vemR4eXJ4ZmRld2E2VlpVWHIwcElBVlh0N2M4dG95VnZUcnBzUDJWZDIvOGxLMVZxR3ZIMWk0a0I5WGF3MWZqcFRlQjVmV3ozTWpBOWZ0ZitPWk1BTDlnN1dZQWVCekFYd0p3cHk1OU1FTmY2cGsvZVBWZG1GYldwSDU1N1pWVHJ5VktrcWdpUTMxTzJQaTFJcHJ2QUwyUndRdXpZMk9KZEZ2L05QdmpSSEoyK09yZzN4OTY3ZTlHM1ZQT3ZYMXRUcFlwUGkxZFByNHYvODFHNEVrTkFHclNoRkpEYy8rK3hpMEhLNnMzM2dReXArNXJ4TCtsaXlZVmRmTStyUlZuRHAyVTMrbE5LemtDQUV4Mmw1SENMRTF1UzJmTEk4Zmk4M08xcWcyNWVxOGgvSG5heEl6T1lhTVJJK1ZVQUFCZmxyV2NHZm11cGhlN2R6VzhOWE51NlFJV3ljZW5NWndxWTZMUEhlczVIdzByeFNzejVwYXNaS2JORURDMGRoODRjK3pRcS8rQk5UdzgvcDh4emNzYUtFemE0amxWUER6R0k1Nm80dUhoTWE3UXpFckVrdmNjSjEvRXU4Tm9KUXlJYU10bFVwNVR4V09jWXRzRTA0eTF1R0FZS2M2Qm9DaXZkcXVZc2FpenNlRXJZOHltaXJwTnBheFJxRmdkNkdsK3BDTStjUFBLaC9NMGljcXV4czMvSEtqWlVPN1lvcjBuVFZBcExnNWF2bWx1TFRSZWMwM05YWTNiUnJsZ3l1cldGN00yVHZuSmRoV0p5dmFtTFQ4QkFLeFpJeXY2NXdSc3BUcDdtZysvWFZhNy9sWlhxYzREdXg4NWpsaTVFZ3UzTk9Tb053RHhTVUJqNk9LSlkrOGMrSFZDVUZtd2N1MThJZFE5RHZRT1Z2YmRzYzBhQU1wV2I1enVPakNNUzVjUHh0YzczL2ZhVjg0ZXZ3QUEvWWgxSWJwODZjMmxiKy8vMVFZQTh3RnloTEMrcEhYazI0aUh3K1prTER0NjVHMFRBRUtERjNyNmRpWUVGVEc3NGpOL01EZ3c5TEkvTDJPdTBIQjdkZ1p0QUYrTWpSOEhRQlcxOVhjU2VHcEV5WDhhUzFBQmdLeHNYeDBUaC9hMU5EeWRlTjFXREM0QW0vNzI1aTF0YzI5Zm0wTUdMUnBTZUJVSXByelhCV28zTGlQb3llR1RSLytodC9mSkZFR2xxTzRCWDU2YmR5Y3hibEpDZFhjMVB0S0hXQ2tTTytvK1plc1hmRUw1QUNydDJMSDF5ZlNmamJLNjliOUhXdWRxeUNQZExVZU9sNjBLM2hDNjJyRTRQSGhpSk1hQ3hpci8rWGR4M3puUzB6aDE2aTM3ekV6Y2RPTG9vZjMvZ1RrZUh2Ky80UGY3ZGZLbk1KNVR4Y05qZk9LSktoNGVIdU1LUWxRd0lZQjRnaUpjaUc2WFVrbEFnRUZNWGxDdHg3Z20wZStEbFVZaW9MV2kyaTZHbENYdGIxM2RNTmFzUUhWd0xtc1ZJT2llbnVidCs1TEhDa3h6U1VSeDErTGFUVXMxUWZTOGNIalVqVy9XVktlQ1NlUnI0bkRYem0yalhEQ2xxK3BuQzJBcVFaMVdockhzYlAvQVUzR1hSUG5BN0Z1MGd1alpaZlVHcW92bUtDMm91OFhzUVR6L0JmNVZXbkRYNEhCNDJKZVpQeVV5ZkJrWDN1czZFMTg3SS9mNnZ6eTg5eCsvcHJWN1RTdjdDd0NtQTdnQzRFclpxdUFOQmpzbEhic2UrYlRXNnJzQStnL3UrY2RzN1labnhxYTNGZFU5NEROMDFvcXN2T2w3QWY2a05ET3MvQW16Lyt6U3VaNTR6c3FtcnU0ZmZBSE1ydGJ1OU5pMlJHbk1vcXFIYjl2Zit0aVBBTTRBYUJqZ1lVUS8vaVlBRndFOFUxRVRyR1RTQzVuNCtaN0c0UG14WG9PSzZxK3RnbEJGd3RiL0hIOHhsOVE1aXhuK3pIMDd0K3hadUd4ZFFVYTJ0VElTVnE4ZTJoTk1FV1ZLcWpjc1lCYTN1VXIrSkYxUUtTNE9XbjdIS1lOSkphN1NyM1kzYjM4ZHNYYlpzTzFLTitLMnd0SU9JYlBrb2kxUzhsa1FGYVdtRVlzeUJUNU1KblVDVHlxUzh4ZHE1VjVKVGlKbHB0OWEvdlBiT0hYcTBPWGZnV29RajNGR1gxK2Zuam0vZE9SbkdGNUxaUStQOFlqNG9CK0FoNGVIeDM4bEhHK3BUQkRLY1JMdmdacEVWR1JtMWtUS0UxVTh4aS9NSTc4WFdqc0FNS01xNkdjcC9zQ0dmQXA5M3g3bEppaGJ2WEU2a2Y0TUVmZTFONW50eVdNVk5Scy94ZzVPbXF4dmRnQzA3eno4ZXJ4TFRKelNsZlZWQ3ZJbTBueW1ZMmZEYUVHbGR0ME1BMXdCclEvWWdtODgyeit3STE1eXM2UnVmYkdBbU5ycG11MGwxU2drSWNya3BRdHRVUmZHR21uQWY1ZnJjbHZYOEN1bnArUm1MSGNpd3lrT21WdHFnaE91TDdwenVsTDJzRlkyeDRTYTF3RjgrcGFhWUlGQitxNExJYk5GYS9VbWdDSUE1ZG9OejBIVXhmT3ZBUDQrVCtkL29UOFMzbnZ3eGI4OXVhRHFMMS9JbW5QUDRpUkJCZGtGMC8xYTJUTzFkbWJIbXNNK0IrQmZBS0NpdHY0ajJoSVhoV0VkajJsWldRQW14VXArV2dGVWwxZXZLOUpRaXdYejZ4MDc1S0gwOHhOYnA0b0Yzek1jc3IrM2IvZjJTd0JRdG1MOWZNMUM3ZHZac0dkRzFlZjlNc3U2YlRBc2R1N2ZzeldsTTA1ZytWZG5XVUpzN0JmeS8zUzFCTStrcjUxNWsxTktrbTUzcGY1NWR6UjBtQUVndzVkL3B5TDlkay9yWTZjc2tYbXZqZUVYMzJrTnBvYnFybnc0ajF3c2s1cUgrc1cxRnpxZUN3NGplZ0ZhRWhrK2R6amxRS1QvTTA0VkQ0OFBFcDNXRnNzVFZUdzh4aUdlVThYRHcyTjh3YXhCQkdZUTY5eEVwb3Bra2pFSHVsZis0ekd1WVVERTJ2K3dxOW1KZHZwUjlackZycDdHNEtuMC9SZXMyREJGTU5ZdzgzTWRUUTF2akl5c2tZSHFlUldhK1FxaWdhNjZzM0hMYTZtemc2SzgxbDRnbUc4QzBLOHRZMVFXeGkwMXdRa0c2MFd1MDcvVHlNaGQ2bENvS3k2b2xGVFh6M1RKS08zWUdmelp3bVhyQ3N3TTY3UHRPN2QrTXo2M292cVcrVXFvUy92M05Kd3BXNzB4SUxRNHIxWDRVN0hRV0FUdURXWWk0bjdDVjFpMDU4N2ZxMStiMUZJWlJYVVArREpjZDRWMmpLWjNXb05oVkFXM0xqU0hXbUU3OW9HOTMrb0NFQWFDb3JMYVdhWVU3ejNhbW5PNWZPWEdXeDFXVC9jZmVqTGhtS2lzM25pVEMvbXlZNGNyU2FxcEIzWi84OWxvV1ZGUVZOYXFTczNxbE1HcXYreXVyMzZsbzZWaGQrd0RMeEh2aExOd3hicWJoVFJYYStKMzJuWTB0STMxbXBYVmJGckVRSGs0N0h5N3QvVnZ6Z0pBNWVyZ2RjeHVjZHZPTGY4R0FBWFdqWXNOVjd6WjNScE02YlFVcU5sd1BTQSt4V0hqZ2I3V1lILzY2N09vVGkwQ2VCV3pmbTcvYjdhZGpwK2JYSlczeXJIdHQyRHFDNVcxbXo0alNEelowL3lOSWFTaHBWbEo0QnVISXBjZjcydDlQQUlBcGJYMVZacjVkZEo2WXZJdEtQTnZENnIxOFBnZFJJUEJTWG5MM3IyVmg4YzR4SE9xZUhoNGpDdEVJaU9DUktZMW5MajQwVVFHWWtHMnluT3FlSXhqa2k4TXJKeENZWkwvZjdDcldyc2FOKzlPMzdlNE9HajVEUEZKMXVLTmp1WXRieVNQTFZwUk5FdEFTNUI3UXBvMG1TNmU2MGlmWDdyS25TVllsZ0xvWnhWcGpic1lrdkd4ZXh0SUh4Yis3T1hzMEtIZUhWSFJvR3pWMmhzc2dla2RPdzc5b3FndW1Pdkx0Q29jTmZ4LzR2TVcxMnhhUkJ5WkdEa2hPOHByTmkxakYxWmI0NWJFWXdpc2ZEaVBIUFVaQWI3c0l2eENhMXFvYW9IT3U4UFJxcStqTlhnUldDTXJqUEJDay95REIvWis2N1dvb0FLVXJZak0weENSVHRkNEsxQmpsOElFRGt3NGxtZ3hYVnE3YmdZVHlrRjh4c3F3Y2cvcy91WXo4WnlXMHRwd2dGa1RzeVJJLy96UWFhTVZnQUxneEFXVnNqdldUL0laY2pXRGozYnVhUGpOV0s5WGFlMjZHUks0ZzFpL2ZLZzFtbk5TVVIxY29GaFhEcjk3NUZrQVhGRmJ2eHFNNGJiZHdlT3BzNE1DTFA1UWFmMWM5SG1tanBXdGNzb3R3c2NCMnRIWnVLMEhNZGRTcnM1ZkRESU9SMnljOFpGL3FRN0x4amQycGdzeVFFVnQvVndwNkM3cHFxZDZXeDhmUkZTUXlaVWE4L3ZGMVgzUzlPY0JZdVFtbENpY3ZvYUh4Kzg0REhCeTJMSjNiK1hoTVE3eGZ2RTlQRHpHRlJ6ckxrSEVobU1iaVl0NW9mVkkrWThTbnFqaU1TNHBBc0RFOGRSUUxpaFlWQVhvQzUyN3RqV050WC9HVGU3RHpIeThzK253S0llSmFScmxpdFI1ZytUdFErL0sxem82bmtnVlRJclhXSVlVOXdENjJzWEk2YWJrTGp4eEttcS85cWVhY1lRMTVodU8ydHV4NjY4VDdaZUY4SDFrK0lUeEt2Q2t5bWUzS2d4MU9PNlVLRnUrY2JvaW1xTXZYM28xOHlhbmxNbDF1NXZOMStPQ0JxcUNCcHUrZTBCd3I4aitaOUlkRm9GVjlkV2ExY0QrM2I0K0FGaTQ0cGJwWkZnVE9wdGxWM3lma3FxMVU2VmhCbkpzMlZHZTVjNW1UZE03UTJZN25veVdOaTFjdHE3QWdGeXFoSDZWQkUwTGh5NG5jbVlxNmphVm1XemtNZXQrU2JKQVhEajdZbnFubmVMaU5aYVJiZnd2UVRMVUVUTDJqSFgrUzZvZm1tekErR09HZXJ1OTZXZ0hZdTRkUmU1MW5TR3hzN2YzU2J1aSttdXJGTlBwcnBhdG8wU3RpaHIzWDZDNXE3dGxXOCtvc1dxNzJKRGlFNjRUK1hiN3ppMko1MTNnajVSSnJRWTZtNEo5V2RuVzdYQ040Nk1GbVdod0w0QUhISTJmdGNVQ2d3RWdXK1V1SU9LT3ZKQ1ZZMlJlVjhiZ3hQdXQ0SkVNSHcrUER3MUpPV3hFWGxDdGg4ZDR4TE9vZVhoNGpETjBCQkJnSm1rWlNhSkt6S25DZ0JaQ2VpMlZQY1lscnVzU2pGZ3BIQWtmUzNQS2tNdFBwTzgzZGVtREdkZmxaWDhXMEgwZFRWdFRna2tYTGx0WDRNOHhQcW1WK3dJZzUrOXIydnJEOVBtQmU0T0ZjTlRuWE9qREV0ejFUdXNQVW5NNEF2ZWJLQ3hjNWpDL2Jwbkc5UVQwN210dXVBUUFnYXF2RkNJalk4MjF0NjUrTHp6SmtPWFZHKy9WTHQ0NnVHdnJTY1RLaFFUc0JiaHc5aGsxWWZJTVU2c01jZm5TcThBVGlSdWZDcis3REtDQ3MxY0h2NXZVMGhnQWFGSE5wbUlXN0hidTNQNEdBSlRVcloxcWFiV3NyWEhMaitJN2xWUS9OTmtReHNyMnhzMC9LSzFkTjBNb1kzNW55OVpmeGNlTGk0T1dMOU8rVlFtOEtsbmV5ZHA5SmViVW9FV3IxODhteFJPSElwR0RtWmE1c0g5dytQVWpIVStraUFrbDFROWxXVExqaTJCOTduSmYvMC9ROSswVUYwMzBlVDQ0d1lUdlBnQ25PcHEyUFkrWWtDRVpzNkdkTjlEYTRKYlZCWXRacWY2dXBpMHB3Y0NCUURDVEN0MHZNTVMvZGV6YS9ITDYycVcxd1JrZzlWbmw4UGU2ZGowV3pWaXBxakxLTTI2dkVFeStLOGExenZMYURUVkM2MU9qM1M5Uk40djBxVDkwWFg1cS82NHRoNUszRSt3OEphbFhabWJkNlY0NmZ5aTVwVFBqUHg5VTYrSHhRVUhNS3Q2SW50bHJxZXpoTVI3eG5Db2VIaDdqRElyZFFMR2hESHVrL0NkK0lVVEVybkE5cDRySHVJVVMxd2JhR1I2KzhPdkRzZERURVlKaWNrN21TaUlhYW0vYyt2UGtrY0RLaC9QTUxHTkpTUEZ2d0hLYU02eEczYkF2dkh0ZEFVWGNLbUo5Z1FRZjZtamE5bDc2UHJwd1NqR0JoaVR6VEcycksvdDJCSThDUUZGZE1GZjdNa29OR0QvTnk0dm82L096RnlzU3h6dDNOU1RhTDF0Q0wzRWk3bjVuNHVTcDBzRE0vZ3pWMlpFa1dsVFUxbGN4MDEyMkN2MHluczBTcCt5TzlZV0c0QnZEN3hvdkEwRGwzY0diTGJaSzJpUHlaL0Y5U3FvZnl2S1J2NXlIK1BtcFN4L01rTXFZRXc0YktlRzYvcHZjNVNDNkJFMkxYRGJhNDgreHBHN3RqWmJ5VFhNbHY1WHBzNVlveWQxSFhubHNJT1hKcjFrakxjcXNaYVlyL1FQT2ovdkdDQVpHVmREd0kvcytKaDVzYjJ6NEx1SWlTMlpPTlp4UVo4ZXVSNitWMXdTTHdQcjZjd09EbzF3b21PRGNEYzJYTzVvMlA1OCtGS2hlUDgrQSt5VjI4Sk9rODBxbDF1MkxtUVh4aGZPdlpLdmNBQWw1cHIxNTI4RlJhd01vek5CM0NaQ3l6NlJtNUV6d2hhZEtLYktralZLV1lxK0tEUFdQOUZNR0dGNVFyY2VIRHdZU29pZUJ2UStzUFR6R0laNm80dUhoTWQ2SVg3Ukx3NUdKaXgrT09WWEFyTW4xeW44OHhqRVV1elpncU11WDNoZ1ZURnUyQXZPSWFFN2J6amYvTlhVa0tGaVlBYTF4TEVPSUwzVTR4cDRETHo5eUpYMis1UmgzZ25qcThFbnpGMTA3dHI2YlBqNy9qZzNYUytJYkFYbTlDeHpxMkxYbFFId3NGMDVkeUZWZGIrd005a2Z5QytlN0dsZjNONDA0SVNwcTYvL01VT3FnTktFTlFsVkh5Tmh6NU5rUjBhS2ladU5pSXZIeGErTHF0cDdtYjR4cVN5d3lqWTlkZy9GNmIyL1FYcnhpL1VSV21NY1hqRllrNWEwSTl0L3A2TWl4cnBlMlg1aWNuL1VaT0tITzNxVHcxL0s2cjkwcnRUN0xoc3dTcnRQZDNSaDhCd0NLbGdSemZkcS9LandVN29CQ0JWKzhzS05yNS9ZTDZZOGhNRERuUG1ZOUdlR2g1MGNKTHZGOUxQZUxUQkFtV2M4aTVnREpGRGwxUSsvSVp6cGF2M2t4Y00vWHA1RlVWVjA1YjdhbUMwZmwxUnZ2SllHWjdTMUhmNW0rN3VMcStwbE04ak1oSG1wSVB1K2xWZXVtRTV0MlYrT1cxM1QreE5tU3pIREhqcEh4Wkc1Y3ZINGlnYXZiSXVMSDZTVk5nb3dWR3NMSGNGczduZ3RlMUlDVkV2Rkoyc3RVOGZnd2tuQzNlaTJWUFR6R0o1NmE2dUhoTWE1Z2FKc2dRU0REa0NNQmlZSzFCQVFJOEZvcWU0eHJtRUV4Snp2TWdjeVVVcmlLMnZxNUlQV1hWMkY4TmIwdGN0a0t0WVJJc0NFNDBOWjRlRjM2ZUZIZEE3NGNsYk5jQ0w3QkZYZzYvWVliQUVxcWc1Tjk1SDVLYVdvRkdEM05EVkZCb2k2WW04ZTZSaWoxNnVIZDJ5K1ZWRzlZWUFreG83MXh5N05BMUxsUllVYVdzRXV2UnNMdW9DL0hmeXVmUC9zVGREeVJFRVBLYTlZVk1kRUtOeVEyOUxXbXVqK21MbjB3NDdyOHJMdGRkaHI3ZG03cFgzajN1Z0xseURzMFJWN3A2dGdleTRJSmlzcHEzS3FGMDM4cG5IV3lmSFg5UFFyRzN2MnQzNHpuaVZENXl2cDVwUGk4QXpGRWpzcnQydlhvU1FBb3JRcm1TOHY1NkJYUi83UGNyTHk3cERSZWFVc3IrUWtFN2pkNTh1UTdpREhERm5pMloyVGRCTVhGUVN0enVsN0J6Qm1zSXYvNlJzdGovUUJRNkhkdmRWenM2KzNkYkJkWGZmVTYyS3E4bzduaFgxSm5CMFhacXNnZFFvcnE5cDFiSGtoZmU5Nks5Uk8xNUQvU0xqOTFxT1h2RXQyTEFqVWJyaGVRaS9YRk0wOHZXcjEranFIbHZMYkc0Sy9TNThkZlAxTzZEZTZndXhFdmJVa3BXUXJVYkNnbkVqY3FFai9aSDh2UElXSXI2b3lLeC9qQWM2cDRmQmdaK1Zrbjd3TnJENC94aVBlTDcrSGhNYTZJQjlVeXNYUUZ6UGgyRFRKajQxcEtMMVBGWTF5VGNBNlk1dVdFd0ZpMmZPTjBCdTV6SW5welgxcW5sMEJOc0p3c1hjalFQc2ZXTDZVTEtxZ0tHcmtxNzNZcHpXV3MrY1d4SENxTFY2eWZhQW0zZ2dTNkpMUXZmRW9lQU1CRmRjSGNYTGdWRWExZWIydmVlckp5OVlaU1M0aHA3WTBOenlhT2IwV0t0T0ZUSGJ2a0lYKzJjWmV0UkVkeXljL2MyOWZtQ0pnZlZ3cFBkYmNHcjZZZWVZMmNrcGNaZ05LSHV4c2ZlZWVXbXVBRVF4bDNnUFFieVU2UzhscDdnU2JiMXhFMlh5L3dxekpvZldKL3JDd0pzZEloWVlvWnJvWnRtWmg3WVdDNERRRFBxQXI2aGMrOU5hSzRNVjhYMUFyQzIyMDdnbWZUenpsUG5GQkNXaXpVTG43VDA5aHdaS3pYeFRjdEV0Q01hWER0cDdwYW9sa25wYlhyS2xsVHFMdmx5SEVBeUxReXlvYVVlaWw5Y21CbDZCWXA1SUtyYjExOWFOUll6WWJyYzB6ank5ckJudTZXYmQwamM3NCtqVWtzN1IrTTdNVEVpYk5NTFl2YUdvMW54bmhzS0swSzVwdmsvaEVVZmJmcnBWUUh6c0psNndvRXhLZWcxSzdrYzBhQUJScjVlWk11ZWFLS3g0Y09Cbzg0VmRqN3dOckRZenppL2VKN2VIaU1MK0tmaERJTTZZNDRWWWpZaXQ1THNuS1ZIaFVLNmVFeGZpQkszMUpjSExTazZYd2EybmgyLzU3ZzZlU3gwbFgxc3dHZEIwM1RhRmovYXY5TG96TlNGdm1jY2lsRTNZVVFiWDJuZGR2VjlIRUEwSklXYTgzUzFzNXd6NjdIOXNVNzllUzRkcVZOZFBSZzg5YVRaYXZXM3VDNGxObmRiRFRHNTVYVnJaOGsyS2hvMjRtZlZkYXB2OUtoMEE5U1hSNUJrWk9uLzhrZEZsOGFMYWdBaTViUHVVNUErdHFhTngrY1VSWDBXNnlYdUVQdVM4bWxTN2ZVUERoQk81Z3krTzdBaXlWRmViTklJNk96ZWR2cnlldUlUUGtuV3R2L0pnMmpaTitPSTcrT0MwdVRNdlRIdE9PODVEZU41ZUhod1pjUHZ2aTNKOU1mdzV5cXIweVUwbGhENUh4dlg5UDJvK25qaURwdFpra3lWam11L25uM3JrZFBJSnBoczFEQ21ycXZlZk16QUxpeXJuN1RKU2Z5RDhkM3AzVlNLbDVqQ2RQM3h3TzJzejA5bzZXMDZzdjVSTWFma2RiZjY5eTE5ZTJSNXh5Y3dPd3NPbjl0ZU9la2JMTkFDN3F4SzJ3MEE4RXhuWHlHcGU1anhyc2R6VnYycFkvNXNxMlBhOUxOSFR1M3ZwZzJaQ1czb0hWSWVPVS9IaDg2Q0pTVXFlTGRXM2w0akVlOFgzd1BENDl4eFVoTFpaSktPQ1B2Z1N4OHNlMnVvVXhQVlBFWWw3aXVTMGFTVXdXeDBwaXNQTGRPc2VqcnRIRTRlV3plaXZVVGhSUUxDT3lENnp6WDhkS2pvd1NWc2xWcmJ4QkMzTzNhN3ZmZmFkMHlTdFFJQk80M2FkTGtWVVFpaHh4MXVtZlhZNjhqMXFFR2s5MWwybGFuRHU3ZWRySnMxZG9iQkZtTHp3ME1OUUYvcHdFZ1VCVXNKS2hQRDUwNC9IaDUzZHdxSitRKzFaMGtxRVM3NktndmFqdXl2YnYxc1ZISFhuajN1Z0xERlhkRzlQQ3ZVUlUwQ2l4bnNVSGlSRmVTb0ZKUy9WQ1dRYjQ3dzhwK0xXOVd6Z1FpV3RMZVBOSUpLQkFJWm1LU3Zsc3AvU3RUR0VYYWRYWURUNnFpb2dkOGVUUHo3dVNRdXgrV3VGNng2QjFMVUZtd1lzTVVuMldzVjlEUGR1NFlXMUJadUNKNHN5RDNTOHJSUCt2ZXRmVXR4TndsQkxwNVgrUG1wNWN1ZlRERHljdGFOUlNLZk9kNDY5K2tDQ29sZFd1bm11emJva0wyMXNPdGo2U0VEZ2NDOTV2c3kvNER1SGJydmwyUEpBUVZWQVVOdjNBck5LR25RUHI4UkRLZ3crWkx5ZGt5STZ5UkZkV3pxNG1vWVBqazRaOGtkL09KUGM1eVFHYzZLdnpLNkxuQ2wxeHV4bkE5cDRySGh3NUt5bFNCbDZuaTRURXU4VVFWRHcrUGNRVzdPZ0pUZ3BrTklaS2NLbUFmUUdDR2NzMGhUMVR4R0w4d2k3aFpSUlRNOEUvSnoxbW1IUDFtNTY3RFI1UExlcFlzQ2VZNmxyTlNRQ3ZYUlVmY1BaRk0rZDMxODZINTg4enFwMTI3ZllmVHg0R2c0SW51SFFCUGd1djBuUnNLZHlJbVpJRHN4WUE0MXJWNys3R1M2ZzBMU09CR21FYnpxZVpvOEdwcDFaZnoyYThEb2RDbGYvRlBuMVBPbWk1MXR6NlNVbFprU3YrZnNGYjdPM2RsamlxbkNheDhPSThjczBaSnQ4VTgzMitYVC9KL0JLeDYycHEyOXNYM21icjB3UXlMZkxVMm1XOWtHSVlGOE1LTG9STWpBYTlWUVFtcTh0OEFBQ0FBU1VSQlZFTllUb1h0NlAyR0tVb2RxTGJ1WFk5ZUE5Ykl2SnV6U3dYUmFjY3ZNd0hvN2d2bmV0TWZRMlgxeHB1MGxKOEM5STdPblVmMmp2VnlWRlp2dkVrTDlVVlg2ZTkxNzRxVjVsUUZEYVhkTWpMVXF3RGc1R1V0MGV6MjlyYitUVXBaMGFMbEcyODBHSjloZHJaMnRqN1NsNzQyRlU0SmFvSG05cVpqS1YyYUt2enFEN1YyMnhXN0lWOVc1bktPaUwxanVYd0FvS3htN2wwTUZGKzlLcjdUMS90a1NrN09uS3BnSWNPcGRZWHhWRS9qTjRhU3g0cUtIdkN4MlRaVnVhRkVwb3BGMG5PcWVIem9ZTENiVk1WbS92YTlQVHc4L2p2aWlTb2VIaDdqQ2lQaFZJRlVpa2JlQXdYN0FRS0lYVWY1bmQrMmhvZkhmMmVTYlNwNWVYTUt5SFplN1V4cnF4d0kzRytxZk9lakJCcFFtdDd1YnRreTZvYTliRlh3QnFuY3o3bzJIdS9hczIxVWhnb0FsSzkwNTVLZ2VZSnh2SzNGOXhxd1hRT0E1SXdLVjdtbjkrOXVPRlphRzV6QjdHUjJoczNkYUJ4eFNwaFc3aDIyclRwOVpzRThjbFZ1Wjh2V2Zja3VpWXFhVFZ1WmRYZEhrN1YzakpJVmNpRnZOV3k1cTZ0MXk2V0ttbzBmRWVISXEyMXBvc1Rrdkp6ZnM3WHVqUFFQWDdOeXJEc2lnKzZyNzd6OGc4U04vMElabnFaSlNOTTB5alhMOXU2bXJlOEFRR250ckp0STB3UklHUkd1dnE2eldUd1BQSkh5R0tZdWZUQkRROTlETGgxb2IybG9TWGQ0QUVCeDhSb0xVbnpDaGZQTC9TMlBKTEpPeXYzT3ZVejZTTmZPN1JjcWErcHJIV1djN1c1cE9KWSszL0xoVCtIeXMyMHRvd1dWeXRwTmZ4RzJkZE9CUFZ0ZlNqNTJaVTM5U2kxd2lNNzV6eGlUM05yaHNHaEs3bTZVVEtDdWZoWXhiaDhPWC81bTN4dVBwK3hUVlBlQUw1ZmR0UUMxZHU0SXZwVStOK2Ztek9YOVozMnppTUlqTFpWSmVFNFZqdzhkREZMeEgyS3YvTWZEWTN6aS9lSjdlSGlNS3hnVUlRRE1aQWhLZmc5a2Yyd0gxNHdvejZuaU1YNFJJN3JLNmQ0WEwxNiszTmVmdWtOUThDUzluTUhNcmo3VjFkS3dQMzJKUUNDWUthVDZmZGI2Wis4bnFKVFVyWjBxTks5UWpNTWRUUTI3RUJNYUp1ZGtMV1hDcGYwdDI0OEdWbjU5R3BRN1ozRFllUTJ2YkhVQllFYlY1LzJGR2RQdWNqV2ZNSVNZQUVGVE9wcTJQaDlmZDBaVjBEL1JjajRCNk1NZGpWdWZIT3ZZZ2VyMWM3V1EvUjI3Y0xtMGV1TlNsdUo0ZTVxZ1VyNnlmajY1YXNpOGN1R2NuRmg0SjlzNGtweXpVbG05OFNaTllqa0xmWkFWM3Vwc0R2WWhHaHc3dzRDNGxhVm8wOHFkM2RuYzhOeW81MTc5VUpZaE10Wm80SXJTb2IxakNTcUJsUS9ud1RJL3I1bjc5dS8wSjg1eFJjM0d4UVR1MStjdnZWVmV0L0ZXcFdtb3V5WFluVHgzM29yMUU3TU00MHZNL0VaN3k5YnU5TFhMcSt2dllhYUJBM3RTTTA1S1Y5WFBkZ1U1WFRzTzkxYld6TG9MRHJwN1d4dkdGbFJXUGp5TmdFODZURS8xdHFZS0tqT3FndjU4N2F3aHdwVzJ4b1lkNmMrTERkK3Q3SWF1SjZLOCtIWm1xRWdrTXVvOGVIajhya09nNUpiS25sUEZ3Mk1jNG5YLzhmRHdHRmVNMU95elpFR2pNMVZBYXRnZjhVUVZEdytBTWpLTVVUY0lsVFh1Y2dGTUpWYTlYUzFiMjlQSGkrb2U4RkdoMnFnMU90cWIzM3B6cklVWExkOTRvNCt0enhMb2NOZkY4M3NSRTFRbTVXY3ZWa3FkNm1yYXNyOTBWZjFzYmZEc2tHTzhldVNWeHdhaU00TmlnalgxTnFiSUtlaklCU0Y1U2tmVG00M0pheGY2OU4wa2hXelBQZnF6c1k1ZFV2M1FaQWh6b2RLaG52SnFkN1VrRG5mczJISWdlWi9TMm5VemhPUTVqb2gwMGVUSnE3WGlZeDE3UnB3Z1phdUNON0NnTW1MMXVtRHl4em9WWWRIeWpUY0tiU3h3YkhvSldzeTdIREZheHpvL2x2QjloQmgrRHN2R251YlVzcGo0dVdERC9DUVk3NGJlTlhiRW5UYUxsbSs4a1NFbnRUVnUyNk1McHhRVENlNXMycExTNlNldzh1RzhMRU4rQm9KZmFVOFROQUNncktaK0pZaUszSWhJRVhzQ2dmdE53OEFpQzdLcnNtYnVLZzF4dVczM0k4ZmY3L1dEWVQ2a1dUKzN2Mm5Mb2ZUeFNUNTNHUU5aa2JEOTQvUmprR0dXRWRSMTJoMCs3OXJYVG8yTXNrdEVucWppOGVHRGtSeFU2MldxZUhpTVF6eW5pb2VIeDdnaUhsUUx3Q0Nsa200WVk1a3FZRGN6SEhZdWYxQVAwTVBqZHdqYkZDbWlTbG5kK2p1MVVyT0Y1RVB0TzdaMWpqVW5qL01iSEVkL2EvK2VyYWZIR2krdStvdHN5MCtmZzBKWFc4eWhBZ0NUODdPV0N1YlRYYnUzSHkxZFZUOWJzTDY1czlGb1NTN2RLYThKMyt5eU9kU3o0OUVEZ1pwTmY2NHZudnR1Y3M1TG9IcjkvMlRCV1REazQzanl5VEZibzF2ay8xSjc0K2I2aXRyNjFVTGowTDZtYlc4bmp5K3BDK1lxclg2L3ZXbkx0OHJyTnQ1cWgzR2c1NFdSQU5uQXZjRk1qcmpsanMwZHBrLytjZnZPTGRzUUUwSU1VNVlhUXJ3b1NYMmxyVW44OVZobFJ6a3FaemtrM2R6UnVHWHIrNXgydWk0M2N6V0E5OXAzanJTTlJsWFFNQTFkYlBOdzI2TGxEOTVBeExNNmRqVDhhdFJzWVg0S0dtOTJORFUwcHcrVlY2OExTRUYvMGJaenkzMmo1aFZPL3F2SWdQdUVQNWRMTmVzckhjM2J4M3g5QXlzZnppT0QvZ2VieHViTzU0SVgwOGZMVjI2OFZRRnppYkMvcC9XeFV5bURoZGRWZzNRR01iMTc4ZXp1QXhaOGY1NW9Oa1Z3UWNJVFZUdytkREN4aW1lcU1NaHpxbmg0akVNOFVjWER3Mk5jb1JHT0FOa0FTR3BLY3FvZzdsU0JlK3JVRkJjNDlWdFc4ZkQ0NzRuZjc5Y3VjSWFZajJyQ3l6eW9FaTZLeGF1RGMxenR6aE9FdDlwMk5LUzN4Z1hXckpHQi9ubWZBTk9POXhOVUFNQnZGZDZ0WEgyZ3M3bWhFVEV4WWtxT3Y4YTIzWjREdXg5NU8xQWRuS2Roejd6c25Ia0IrRUZDbEFpc2ZIZ2FhN25RNTRSZnE2ajUybWRERUw4ODFQR0VnNWo3bzBEbjNhR0pUUkVLLzZTdDlXK0cwNDhiQ054djZpbVRsa1lpN3ZjcVYyMG9kUldmYjI4eFUwcVRpb3VEbGxMMmtvRWg5N3V4dkJDL2U4NUlFVjJVNHk0V2tpK2FoT1VYUS9KdkFRQlZWY1lrWDlidHJOUWxHMnJWcVlqNU4yTzFIaTVidlRFZ05BSmhXMy9uL2M1UGFXMzluV0JjZHpGc2ZEZmw4ZnVkVzBsakNFQ1daV1pWdFRVMmZEOWwvTjVncG5hY2owTFF0VXZEY3RUcnM2QjY0MDBrc0NwZFVJbDFYN285NHRJT013c1RYVWRRVjh2UlVRNGt4RHNkU2JWR2FmMUMxMmhCaFFMVndibEN1Z3RaNGR4VjBkOFdIeWdxZXNDWE15dnZEaWJYMVd4Y0dhQXJyd25taVV3b0dBbFVnVXVlcU9MeFlZUkduQ29nOXU2dFBEekdJVjc1ajRlSHg3aENBVkduQ3JFaEtDV28xZ2NBVEtTQURxLzh4MlBjTVdYS2xDekh5SHlBTlNZcXBubzE0SDcxNHNVakE0ZzZWQ1lwNkRvdzlTYTdTNUlKRE03OU1yTWVDSjBVWTdUT2pWSlJXLzluZ3RoMzJUWVNHU3FUOHJNWGs1QnZxdmVPbmFxb0RkN3BrcE1yTGwzYzlVN3JTQ0JzMmZLTjAyR2E1ZEt4WDJNclk2SFM0ZDJIbW9JSlExbU96cnREQVRNakdrK25oODNHNGNJSjA2VW1ZUm5XZEJCbGlzc1g5cWNMSHhuVG5NWEV1SkNaaVJ4bVVTTEo2T3p0RFNZNjJsVFdicW9VSkhLRWtqbEttN3ZmYVEyR0FhREN2NnphSUxvR2t6SzFnOWN2akJIc1dsYXphWkhRK0lTajZhY0hkMjg3TjlaakxLK3V2MGRBVjdxUndaL0cxd2FBOHBwMVJRUXhsVUR2Q1dRV3RUVWQrVkh5dkpMcWg3STQ0dHdyV0dRTlhvczhsenczanAvRUg5bGFQelBxdk9STW1LNUFFZXYvc25mbThWRWNaL3AvM3FydXVYUnhDVEJnRGlOQUZrYUFCbUhqSzdJNUJIYWNhODF1TnFjM2h6ZkgrcmZ4SnJITllXZVd5NDZUYkE1dkxudHpaNU5zbkRzT2tqZ2NmTVdITGhDWHNURmdqR1Z6U2lCcE5EUGRWZS92RDlXSW1aR0VjWnhkc0ZYZkQvTVpUVmQxZFhXUDFIUS8vYjdQaTlSQmdjRDBEa2MyWjBiL3BKbHg1U2VIMGdpOW5EUjJOMjlZKzFodWU3UXFObHhML3hKZmM2S2J1aDdlVzNOZk9pcFFGRTRwbk0wRUg0b2lmbWVxYVcvTmZVbUJZQkRBTVBUNHFXeGh4aDhwb2ZxSVlSYkxlUS9UNldzR3RnK3NMWmJCaVAzRHQxZ3NnNHFrMXFrd0FEQ2tPSDN4STFqREpRRUFuT3JQTk5KaWVhdHorUERocmtsRFI5OEdRY1dLMVM4UEhkclpJMXFVeFFKQysydVo5UithTnF6cGN6TU5nT1lzWG5tWDF2N1RUUnZ1cWUybkhRQXdwM3JscDhGQVE5M3FYa0hnZ3FLQ3kxTXA3NlhtelhjL04yZlJYVXZZVjRlMmJWcWI1Vzh5dmZyV1lTUlFqaU5IL3FTTGl5OGw2SVBOdGZlMnB0c3JsdHoxRDBLcmdHYlJ0R1BEbXBjRzJyNGc5MXF0NlJWUWFuZjlocjdWY0tMVnl5dFkweENuTTk1SWhmbTNQRk83NnQ2czlpVXJKN1BXWTZDcGd4MDYycncrMWdvanRDalNKNFRTSTBpclE5c2UvbUtmS0ozb2twV1RpZWpESEUrc2E5bnlsVDRwTStnUm5LckFYTlpRdXk1N3V6ZkVJdVNycTl2Ui90K0Z6cEIzU2lrZXloVTlBaFJaTE1BRno5U3QvcS8reG80dVdma3Q5dmwzMnpmZTNhZXN0UWpLZVNuZC9SdkhDYStzcnhVcitvdXdLYXY2Vkw0YkhuNUhTc1ZYdFd6czZ3RURBQ0tzM3czbWxFcDIvWDdubHEvMWxsK2V0VGcySHNvcmRpVFBhTmk0ZGwxNk9URUhpY1FJQUJEa1RBOFdUdmpEN2owejJvRStGaTBXeTNrTlFYdW5uMU9UdmJleVdBWWg5Zy9mWXJFTUt0cUVTQXdCUUVTT2hrcWZBeDBpNDlqUDFIMU9KMml4bkVNMDRUNEJyQktRSHhzeitaS2FnT3M4SlozTlhaS3VYdkZNM2RxSGN2dEhvN0dJTHRidmhPWTlaeEpVS2hhdmZBK0FSRVB0bXU4QlFGbFZMRDhZOENvVXhGRVJRRnZGZ3VYVld2Z3ZOMjFZdHoxNy9KdGRwbkNsRDdkWkZvK2FBMUN3dVhiVkhxUlRmdno4eXhRVVNLQzlxV1oxWTMvYkxpbTVKVmh3VWY0TjJrKzFhKzBkUC9iY2t5K2pwQ1E0THBFUVdtdFNTdEdveVcrZjVDVTdweDVyYmRrMDZzSVoxM2NjZSs3WDQ4Wk5IOGFzaVBNMGhRcW1SbFNpL1ZLR1RqREUwRlBQUGRRMHJLU2tjT1NJT2NOU3FjNXhraHpQQTNWdDIzeHZIMlBlOGtXeGtXQlZyUlgvZDlNQWdzcnNKY3ZLV0dPbUZ2b0hPVTBrdk1SMEgrN3VvVHprblRvWmY3aHh5MWQ2b3puR3piczFQS0lvOG5abUxvTHYvelozM0xLeVdDQXlUbjJBTlpvYU42N085bGlwcW5MbWhLNWVxdUZ2Y3hDNktrbnltLzBKS3RNVzNqWW1Ud2JmeGNBditqUFZMVmx5UzJHaExsZ01wVTZ4NE4xYk13U1ZzcXBZdm9DNlVoSzVwMDZsN3N0Y3I2dE5IY29iTG40TnhzZEJ5a3NtajlmM3QzMkw1WHlIbVB4MHpUUWlhMVJyc1F4RzZDejZXQ3dXeTFzSm1uVHhMTTNNVE1RMzdkL2Q4dU14WThaRWdvVWpmd1RDamN4OC80Rm50LzN6dVo2a3hYSXVHSE5SMmZoZ3dHMEFVYkhXK250Q2lJOEM5UHorM2MxVGMvdE9yNzUxV0Zqa3Z3K01ZNitlN1B6OW9TZS8ycThnV2JINHpwc0U2eUVkbmQ3MzlqeHhiOGUwSzI0cktDZ0tYZVlsMUM1bXluY0Rvc1RyaU5lMy9PWExSM0xYalM2NC9aUGRKMTk2a2dYR0NDbkhubnExdVprRjhpVTVlWUg4a2JNbHlWR2FVT2gxdmJLSHdVRUc4Z25JWTBhRUJQSUJJaUlSRWpJOGhwaFpxZTRqRFBiQlRPWWFpQUNRY01LaldLVk9na0FrM0NKV3lUWUdRREQ5U0FRRXVRVVFNcXo4K0V0ZzFnQXBFbTQrQ1NtSlpFajU4UmVKV1ROUlZ2cWdsSUdoRU1FQzVYWHNaYzFKSWlobWFDSjREUGhTdU5JSkRaK3V2SzVkS3RXeEg0d1VpQk1NU2tycElwZy9iZzRyMVpWS0h0L0hYdGR4QmRaRVlLS2dFOGdiZGJIajVFMUl4bC9aNGlmYWppZ2lKaUpOcERWcDBxSDhDNmM1b2FLeXJ1TzdmcTBaSGltbEZaRW1Vam84ZEZxcEk5eUlWc2xUZ3FYcTZIeCtGeWU5cEI5Z3oyVk9PZTRRVlRnc09sT0VDcThuN1h5bmFkT2FQb0tSRWRYbVNkYWxMT25SeHZXcmQyUkcrbFZXci95NEpuYTloUGVIbGkzM0hwcFFPdk5mV091a0VISmpTc2M3QXpMeVl3S1dNTGhkYTMzendUM2IreTJCYmJHY3owd3NuZmw5SXZxbjlPZjl1N2U2QUd3YXNjVXlpTENpaXNWaUdYUk1MQzN2SmhJaHJmVEhYM3l1NWI5R1RKdFdrQzlDUHliUXU1ajVHd2VlM2ZhdjUzcU9Gc3M1UWs0b25mazFRZlF2bVF1MTB1dGVmSzVsUmZyejNQbkxobXRYM2dpbW9vYTYxZmYyT3hLQW1kVjNUbmNGM3NkZTZ0N0dUVjg4Q1FDejVuLzJYVjNIZDNoRW1NdmFuNXBLSGpzcUNFTTBZNmdBaGpJd0hPQ2hCQm9Lb3NELzh2NWFYZ2NNN21KR3R3QVNJRW93Q1NHRUc5Qis2aVZBZHdDY0FGRTNtQlBDaWVRN2dTRlR1N3RmK1IyUjl6OEhkKzNhT2FsMDV2TWdLa0dQajBvckVjYjBqczE4L3dIaDNZSmR1MUpubklURmNwNHhvYlQ4ZmtIaTQrblArN3Zid3pod29JK3ZrY1ZpZWV0aTAzOHNGc3VnZzVrNmlSQ0M3REdualhRSEhJckFCUUZnMkFzaHkyQkdhZUx2RXVNS0lwcWRYa2hDM0Q2eGRHYVVtUjkwM1JGYmxKQ1R0VW8rKy9MZW1tZkhsMHd2WXhJalNGS1JBUElCS2dCaEtEU0dkYnk4NldLd244Y3E5YWRKRjg4YXhVeGpUN1p1RG1kdVVKaVN1cUszc2k3TysyYyt6S3lKU0RQREk3RFBCQVVtQldJZkRBWVJDWko1ckZXY3dmMm10QkE1WVJBenMwcUMrL0Z4SWhFZ0NJZmhkNFBoRXVBeXlBRTRTRVRucE5BQWdmS0lrTmY3bVRWWUpVR0VjYWNEZjNweUlGZ2w0SFcvQ2dtTVk5OXRSbG5aODZ5eG14anRESXpORmxTZ1FOU05YV0hyWjJWNTB5RlllSm1uckJHZFFmY1k3TFdFeFRLWXNLS0t4V0laZEJCeEhDQ0FlOG9vcHdMZFRnaDVEZ0VBMlFzaHkrRG1wZDB0T3lkTUsvOGNnWDRBd25qMCtnUlFOUUZWdmpwWjA5YTZJYTVWS2o4U2trT0pNUlRBRUFZS2lCQUdUSFNKQUZpWmpDQWpuQkQ5Nzl3ek0wTVIwQVZ3a2drOXFUTWlXS2gxc2hYTWNRQkpFQ1dnT1FrZ3lVREtEUmFPOWIzNFN5VElsekpjNUtjNjl3SXF5VUJLTUR6aFJJSWlXRFJKaUVCZXN2UEZHaWlrbUNqaHVQbUZidjZvR2REcVZQZkpmZlZhc2s5YUtDS2xsUktLUUp3L2ZQbzdpRGg1NnRpekd3aXF6MDZIQ3laY0VnZ1BuZHZkOFhKdHF2dG9hMjY3SThPaGNOR2txdTZUKzdjbzVTZUVJRWNwNWNoQU1PSkdMcGpsdWdVVkhjZDMvb3FZUXl3b0RLYXdJSlhIRUFXQ1pMRjA4OHBZZTZ4VmQ1eVpDZ0V1QkpCUFJFTUE0eC8xdnd3ekowRm9BMk1mbUZMWXRjdHZuempyUS9uU0d5RmMrUUVKOFFWbUhBZjRFWUMyYTEvOUdOanEvVi9NeldMNVc4TFFQbVVVVlBYemt4TDl1aWRaTEphM0tsWlVzVmdzZ3hEcVJJOWZRaEFBUW41QWtwcytIN0lWVlN5REhYNXhUOHZEWTZaT2pRWkU2QThBelNZaUNXYlY0ek9pM3NWYWdRaGdCalBBQURFUnVNZFBnMU1BZ1prMWlEUUFKakQzUkdNUTl3U0xnY0hjRHFDTndNYzEwQzVZdEd1Z25VbDBnZjAyTU1lSkVBZHpYQXVPTXdLSnZQd0xoamlCNFNNN0U2ODg3blVlUElyT3puaHJhMnRPR2Q2WW1MUFlmM3ZxVk9LcC9ueGFBT0NTK2N0SFJhU1lma0tlZkdJSUQzbTNJbjl6YzgzZFJ6TzZVSFRSeW5jS1FTZDhKWCszcCtHUHZjTEh0Q3R1SzhndkNCejFFNTEvZWJiKzkrMDVROVBzaGN1dWRxUWJxYTlkZFZ0LzI2NjRmdVhGcENpZzRUK3c5L0VmUGRsUEYxRzVjTmxWdmhJUDdIenE1eTltTmtTak4wZG9XREVkUzdyM0h0enpzMzdQVmRIcTVSVmdNYjV4dzVvKzVaTU5vUm1YZmVnYWo3c2k4YmE5aHhsNmhDQXhESVNoSUJvbFJIQ1NWa2tRZURnQjQ1Z3dncGdraUlsQkFneEJZQUVpQWlDWVdmUjRmMU5XZUJFUkJRR01CbUUwT1hobzByVHl6ZnYzYkYxUVdGSTJWa0Q4RXpOckFEOCs4T3kyMjZ6L2hPWE5EQk41bWIvOGtWVEF5VDB4V0N5V3R6WldWTEZZTElNUFJwY0oxUTBDZ09jNGpzdmtFZ0hRWkVVVml3VkE2M1BQSFJzL2ZzYjFGS0lxSmwzQ3dINW1rbzdnV3hnNERGRENSSDEwRVhPWFpuU1NRSmRtZExsdVhpQ1ZPdlVTS1hRcHBrN2hvbE13dWhKK1p4YzZPN3NPSHo0Yy8rdEtsemUvWm84NVM5Uk1LTDF2SUVFRkFOd1U2MDdwUERQVUhYS1pZdDdXdkNsTFVFRjB3ZTJGQUwyaVdSMXMzdmpzNGN5MnZIQmdIQlAyWkZhNVNUTnI4UjBUcEtaSWZlMnFXL3JiYnJSNitRWEM0Mktubyt1Qkp3Y3c5aTFmdEx4TVNVbzJiMXo3WW01YlkrUDljUUMvUDlQK045YXRhd0xRZElZdWlVRG9vdnJ0VzJMSCszNEhNUUhzcE55U3pXUEdUQjBoUW5Jb3BEdk1FUmpLaEtITUdDNFlRd0FlRHFJaWdQUEJpRENRUjBBZUF4SDB2UEpBeUFQUlN3QWduTUQ3QVI1SGhELzdudnFtRlZRc2IzYUk0V2VtLzNnQng5NWZXU3lERFB0SGI3RllCaDhFVXhhVWdnQ2dYVStDZ3ozblE3S1JLaFpMbW9NSHQ3Y0J5Q3pWNjF3dzZlS24vRTQ2ZnZUb3JpU0E4eTVkSTVGU3JUczJyenQ4cGo3Tmo5MTlGRlV4SitySm5VMWJZbjBDOVJzM2ZmSGt4S3FidGgzWU1qRUZQSmpsaVpKb2RWN1l0U3ZXcjVtcTlMa3QzdzlzSEZBd1VzclZiVzBOVHpiZVAzRHBkaGxvYjZxSjdUalQvTjhvamYzc2N3LzlselJ1YlgzdUdIRG1oSVp4NDhhRmhSZ2E0bkFxRE9XR3dTSU1SNGZBSWd4QllZWitCUURBK2pDQSsxS2diNzI4ZDhjTGY0UGRzVmpPS1N6WXB3eFZKZUJZVWNWaUdXeWMzMDV3Rm92RjhyL0FwTktaRDRIb2VtYis2b0ZudC8zYmhTV1hUSFljNStjZ1ZMTG1qeHpZcyswSDUzcU9Gb3ZGWXJGWXpuOG1scFovZ1VqRTBwK1ZyeVlmZkg3N3ZuTTdLNHZGOG4vSk9YR1B0MWdzbG5PSjFud0tBRUFJQTRBamhjUEVEZ0FvYlNOVkxCYUx4V0t4bkIzTTJTbHN2cUQvRXpOb2k4VnkvbUJGRll2Rk12Z1FkQUlBV1BlVUJsVktTdUtlZEVoQjFsUEZZckZZTEJiTDJjSGdMRkZGZUJ3NGQ3T3hXQ3puQWl1cVdDeVd3UWZqQkhxcXZPWURnSmFldzcxbFJyVVZWU3dXaThWaXNad1Z4Q0xMVzByYVNCV0xaZEJoUlJXTHhUTG9ZUEFKODJNRVBkRXBMcWpuSW9nRTRtZGMyV0t4V0N3V2k4VkFsQjJwb3NpM29vckZNc2l3b29yRllobDB5SFNrQ25vaVZZUlBMakgzVkFMeTBIbXU1MmV4V0N3V2krWE5RYTZuaWlCWVVjVmlHV1JZVWNWaXNRdzZGT3NlVHhVeW5pckVBUUNCbmpiUmNhN25aN0ZZTEJhTDVjMEJDODVLL3lFaTY2bGlzUXd5cktoaXNWZ0dIYjQya1NwTStlaTVBSElaRkFRQTRTWnNwSXJGWXJGWUxKYXpnbGlvek0rYUhCdXBZckVNTXF5b1lyRllCaDBCYWFyL29DZFNoY0FCb0NmOXA5UHp1czcxL0N3V2k4VmlzYnc1WUNDVitibm5tc0ppc1F3bXJLaGlzVmdHSGQwcW5qYXF6VVBhcU5hay83VHQyMmZUZnl3V2k4VmlzWndWek1oTy85SGtuTHZaV0N5V2M0RVZWU3dXeTZEajhBc3ZIR0ZtQmpnZkFGZ2dRa1NDV1hjQTBPZDZmaGFMeFdLeFdONGNDS215SWxYWUd0VmFMSU1PSzZwWUxKWkJDaVdJU0l3WU1hMkFUUlVnQUczbmVGSVdpOFZpc1ZqZVJMQ2ZIYW1Tam55MVdDeURCeHVlWnJGWUJpbmNBVkRZeWFmaHBMZ0FFZ0RvK0xtZWxjVnlYakp4WW1pVUxDeDAyU3VTUWJmQVorcDBRU25GM1NuRm5PcjJmYTlONnlRT0hFajFHKzFWRlhQS0VSL2RzdVhlUXdCUVh2N0J2SlpUajZuaXJvaVRseGR3dkZCQytsNUFoZ0tlOUQxWEJseFBLdCtSZ2dJQlppWm1KYlJVVWlvcHRWU1N0WkJTYXFrVk9WSTZCRlpoc0FpQmRSaUNRc3djSm5DUWlCd21PTXprRU1GaGtFUEVEakVjQmh4bWRvaklZWVpEUkE2Z0hSQTVZRGdna2d3RWlGa1NRektSdzhTU0FKZVpIV0tTUkNRQUZrd1FBQk9ZQkVBQ0JBRm02bmw0UllMQWduc2VaQWtpRUJpQ1FRTEVvc2VDb2JjUDlmUWhCeGo0YVRjeko4MXhOaS9TSU5aZzBnVFdJR2htMDhiUUlOSUFheWJUbmw3R3JBblFqSjcyM3ZFSUdzd2FJR2FDSmpidERFM3BzUUFOWXMxTW1ucTNEMmFZUHBvMWlFMGJORFA4N2phKzVmRGhsaVNRWFlMV1lua3p3eXl6SWxYRUdmNTJMUmJMV3hNcnFsZ3Nsc0ZLSjRDUndVaHdLQ3ZrVWMrTmlvMVVzVmd5bUZoYU9wRzFlejFKVVFIR0dDQjRBY0NqQThCUkp1NlNDSFU1aEhqQVJieUlFS2ZTbVYzTTZHS2dFNFF1WXZaSkJJTGllRjJvaTl6aEUwdkwyNWlSMTZuM2pKa1FIcG9VSVIwRU9PUWlHSEJkdUlTQTZ6cmtNZ2RkSVRrQTBoRmlGa1RrU0RndUV6c09uQUJMZGtHT0t5V0NSQ3hCNmNEYm5uY0M5ZTREQVNBNi9UTkE2WDhnMDBDOTNVVm14NTQzeXVpZkhzRXNROWJXTXBkbERab3pvOHl1V1J2SzduTUdpSHFxbGVVczdSMG5hL05ubWlkbHppSm42NWx0bExOZXhsaVVzU3lyaTZDc01ZbUE4RER3eElMeUJ3N3NiWG5xTEhmVllqbnYwVEluVW9Wc3BJckZNdGl3b29yRllobWtjQ2RBWUorSENlb3ByUXl5NlQ4V1M1b0pKUmRYQUlGZmtNQ0ZCQW9oKytaNVZNYjllN1orQU5haUp3cENnWWdCWDJqZkI5QU5JdEVUMmFGU1FpRDNwajUzTE9xcHEwR1piYjIzOHNoY2tSbUtDQjFhY3ljUnVrSG9rakt2MkZmeC9jVHNBZkFJOEpqaFFjQmpKcCtJQ0ZySElaQmloa2VBRDRiSHhMN3JEaHZQeEFtdHVnNjd3ZUVsaWE1WG5pUm1uMWw0UXNBamhzK1NQZEtrRlZnVGFVMmF0Q0xTUW1nRkVDdE5XZ2lob0xRbUFpdkZpZ1JwSXFHVlVycHd4Q1ZYU2VrV0plTnRUVjBkTCt3alFacDhvWVZRMmdrV1I5eFFVWDRxL3RLKzNPL0ZTeVlDVWtxSFdZcEFxTGc0bm1nOTZjSWhMWlJrbGtJeUN4WkNNbXZCVWdxaHRRd1hUSmllNkRqd3ZBWVhFcHhDQWhlUzBJV0FLQUNqaUlrTENWUUVvQUNFRUpnRWd3V0loR0M0REdabWt0UVRXU01Ja0JBaUFNM0VQU0U1NlVnY21mR3pBQkFpeXZqdFlOd0VoMlpOS3AyNW14bUhRUGp6Z1dlM2JRS2djdmZUWW5teklFSFpuaXJRTmxMRllobGtXRkhGWXJFTVNnalVVK1dIYURpREN3Z0VzdWsvRmdzQXlQR2xzejRpQ1BlalI3QTR5Y0IrZ0UrQmVUOXJPa29TVnhKb2RrODdhd0o4Sm5nQVVnVDR6UEJJU0FjUWtyWGZnWjZVbHdDUkhFSlFIak5jNmpGemZGM1hJV1piY1FBSkVMckI2SWFRV2dnbnhIN3lFQkc2d09pV2JxUlFLKzhGTUxjNmJ2NHdyYnpEdmtvZEJuRTNXS2RDd1JGalFDS1pUQnpkdzR3VU5PSWtwQS95SVowaCtjR0NjYkxqK0k0L0Znd3RuWnRLSEgxRWFIRVVhUTFIQXd3QVBvRUJDQkNVQ0RtU1U3NWtnQldSRXl5TXVJRmdmakp4dkEwUXBKbkpJUkFraUZsUlhzSDRDU1RsQ0swVGJhblV5MjFTT1BsU1NJRUF3T3hLR1NxNlBKazZjWVMwSGd2bUVBU0ZBQTZCS2V3R2dpR0FRK1FFUnpGMUR3czRUaHRJUktRV0FRZ09BU0pNNENBZ0lvQ09rSlJEa2wwdnVVTEs4R2tqUFFKNmNoNk5ScFlicFpJdFhGRnZSQXFCbVRXSUZGZ25tWkFpaHM5QUVvQkhSQjRESGhpZUVNSmxKZ1g0N2N5a1FCQUFMaVdpQ2dBVlJtcTVmV0xwckIvN21wY2ZlbTdieTIvZ2Q5WmlPV2RvVG5reUl6aUZ0RTMvc1ZnR0cxWlVzVmdzZ3hJR09vM2h3VENReUFjQXpkcEdxbGdHUFJOS3ltY1MrTE1BQVl3V1FQOEgrL3FaazU3elN2dUJiWEVBYXNLMEdlK0ZFNm9NaElaUFlhOTdaekxWdmhjYWNTTEVXZXNFU3lkVk5Lejg3NzN1RTA4a1RoN1l3NDRXb2J3TFo3SndpbE9kTHo0SDVoQnJDZ2NqRjF5WlNoNC93TXB6bUpCSFFKNXc4NmV6U2lWQW9waDFNZ0htTUFGNVRNZ25RaDVBK1VpYlN4TjZyRDQ0QlFpYW1JNmUwWDQzWUF4TWxOOEZBSkFDdldLQ2wyb3o3VVpta0FEQVlCYWFWWWZxYXR1UmtvUlB4ay91QWFDN0tUZThQd01Ha1VOK0FNUkpCb2hBUXV0NEhwSWRLWWNBN2xGc0JVQkV4anZGUzd6c2VvbVhDY3dRQkFncEJNQU91SDZDYUFBQUlBQkpSRUZVQUJBeC9QakJIa2tqSzRVbU8vMkdWUXFNRkNpOUQ3MzdsL3ZPcDZOL21GTU02aVp3a29rU1lFNzByRTlKWnQxQlJOMWczYTJCcEJzY09sV2xUbTNWckU2Qk9FNk1MZ0s2cEZ0VUtKMUlYakxlMmdRV2NZWk9rT0J1WDRsdWwveEVpbVFpRUJoR2thSFR5cng0MTg0OURUL2RCOEFENEV5WVZuNDdnQThBbUVwbTRrVDRrQ09wY0hScDZhMnZQdnZzZ2IvRjc3REY4bitKMVBEU0dpVmcwMzhzbHNHSUZWVXNGc3VnaEhxTWFzSE13NGlRRHhBRTVJbHpQUytMNVJ6amtLU1BBNWdDd05PazduOXg5L1lmd3dSbnBDa3N2bjU5SU9JVWd2VEd4cnJuYTRGSHN0STM1aXk1OHo2dCtUZmJILzloSFFDT1ZuMTJoQWlGUjljWDdMa2ZEN1lvQUpoVGZkYzdvZmpMRFp0V2J6T3JpWXFyUHpORmhJT1ZPdFc5MHlkUmRIam53MDhEZ0I3dWswcWxCR3ROQWNvUE11bUNrUmZNL1ZmdGQ3NXk2c1RlWnNtcE1FTVVTQ2N5emcwV2xxZTZYOW5qQkVkYzZ2dWQ3YXlTaWhqNURNb25HUmdGS0FudEF5U0xpQkJpclFVUlJRQzQ1a1pmRU9EMjZCSU1nQXJQWkhiUzA2Ujc1SlRlcFNyYkxpWEhPK1gweW4wSDdpbjNqZzRBWFNDS0UzT2NnUzRBM1QxUk90enRCRWRNOWxPbmRrZzNmNFNYYkd0Z1Foek1jV0xFSVRoT1RrZ1ZGSlgrWStmSkY3NlZYMWh5eWZGWEczNFZRdmhrRzlwQVFyQ1Fra2xJRmljY0hqZnoyZzhyclhZSlRRVW45djEyNHdISDRZcUxidndQN2FudmIvM3p3eHVCYld3T2hBYkEwY1VybHA1c08xVlhQS3F5UXZzNDNMUnB6ZTdjZlloZWQrZWxVT3JBamtlL3V5ZGpzZi9pbnBhN1IwMmUvRURZelhzQW9IZGs3UFE3d2doMmpSa3o1dWJXMXRiNHdFZmJZam4vWUNBci9VZXo2TWZ6eUdLeHZKV3hvb3JGWWhtVU1LaWo1MG13R0Fwd1BnQXc2OEVxcWdRQXpBWFFBdUNVV1JZMi8wZDAvSlZqRmdDWUR1QnZaVWhaQXVDRWVaMHRSUUFXQXFnN3czNWNBS0FLd00vZjRQeW1tRzI4K2diSE9hZU1HbFVlSk1KOEVBa3dkMmxPL1RaWFVKazM3OVp3TWlLdkk4SHREYlhyL3BUWkZyMGhGa0ZLdlk5Wk56VFZyYTFOTDllaHZKbWUxczE0OEVFRmdDb1czVmxCVWlUcjYyTE42VDR6cnJ5amlDUE9GTS9oelVMa2wvc3ZCallmUHR6U2M3TnlPTjBySm1aZjZ3MFJMcjBQb0tkT3RyYy9kR2pQTDArWjlZZUdDcHlQNkNOSFBpakdWMVpxTFg3VnVHbjE5dlNhRmRWM2xMQ2dzZUxJOGIrSUljTXU5S1VjSjQ0ZmZiS3g4WDRQQU1vWHI1em0rb21vU3NVUEtLZ2hiZnYrdkUzS1VJQ0lneFRrQUd2bmRQWU1BS2V3ZUdRNE11WXk5bFU4a1hpNW5qM2xoUXJIemxKZS9DVTNQR0xteWRhbTN6QzhwT2Y0U3FTRURvZEhCdktIbDg0bjRZYmp5ZGJhSTY4MHZ1cDBCdFd4UUlkQ1lLcWVVM3JsdFFRcXFhOWQvWTJCdnArcXFwalRHVWhkbzRUc2xGcmxNMkZIWTkyNlZ6TDd6RjU0MnhnaFExZmc2S3RMUjF4UWRYVkswZiswN3Z0eG45U2F5cXJQajlialEzK3ZQWCtUZEdoVTQ5RG4xMC9VTjdselF2NEhHTFJ6NjUvdldaL1p2M3pSNS9JQ0l2Z084dFRUdzRZWFR0WEtpVGR0aW1VSkttVmxzVUJvZlBMdHhNaHZxRnYzNDM1MlFRKy84SVB4U05qL1NWdnI0M2s2MWY0MkFBNFJDV2E4TjFCUS9EalErcDJCOXQ5aU9SOVIydld5QWxXSWJhU0t4VExJc0tLS3hXSVpsS1RUZjRoNEdMakhxRmF4T3AvVGYwb0IvQWpBelFDMjViVE5CZkJEQUg4QjhMRy9ZdXhMQUR3R1lBbUE5STN3TWdBZkJmQXZBSDc3VjR4WkMyQWFnRWx2UUpoSjR3QjRIc0JhQUN0ZngzcVRBRHdJNEdJQXp3N1E1OE1BMWdCb0JQRGNBSDNHbTJPY1N3T0FkTHJDQXlZRTRXMnZZMzduSGQydUNvYmhqTytObitnVE03QlVwZ3JEbnhKRXp4OUxPQnV5bTVaS09xVnUxTVFubW1yWC9pYTl1R0x4OG5JcGxOZGMrOXhCQUlndStNS0ZMRlZSL2ZwWWJlYnFicjZZSzRsT3NpZm1jRUJzM0xVcmx2WDBGd0RLRjZYS0hDSG5hT0x0cXJ0ank5Nm43enNGQUpjdWlSVnE3VjhxNER4QW84Yk1oRkpkalp0VzcwaXZOL1BhRldNSmNscWlXendTR1RucUVsL0pnc1BIV3h0YWphQVNYZkNGOGNSK3FVK2hlcEVYdW5CcnQ3TUJoNTRic094ditaTFl1QUQ3WTFoUUsxSml3NDRuZjNxd1l2R2RINERHMDQ3a0MwK2NPUG1OZzN1YjB3SWxvdEdiWFNvZXVZVEJRZC9UNjU5Nzh0ZFp2MnN6NTM5NEtoTXVWdkQ3RXlKNjZReWtTdUU0aFZLcENEbmUwdzNydjVRbDRzMWFmTWRFcVFOVE9qM3Y0YnppNHZjbE5UM2E4dkNhUG9KS1JkVWRKUndJVEdKZmJ4UU9qZlk0OVF3ZWZGQ05xSjc2TGtESTQ0bVh2cC9adjJUSkxjR0FDbHllMHZSVTBIVkhLS1ZVWTEyc01YdlVtSWhjcUpjUXkrSDFpY2QrME4vOHg4MjdOUndLK0hQQktNb3JtUEM5am1OdG8wQjBDVU1mQk1UakN1SVBaOXAvaStWOFJBVW81MXhsSTFVc2xzR0dGVlVzRnN1Z1JLU05halVQQjZFQUlFamhuTStSS3U4Q01BdkFpem5MaXdIOHlqZ3FmTmhFWEd3ZVlBd0pZR2cveStlWTk4TUFScGlmdndQZ1FpTVdiTTBRUnVMOTNXcjN3MWNBL0JyQUp3SGMreHA5SXdEKy9nenQ2UWlCY2dBM25hR2ZBdkNUTTdSTGM3d3krUldBNVFBK0EyQlZUbHZjUk81Y2JRU3QvUmx0a3dEOE00RC9BaEExWXNyU00yejdUY0dRQ0plbHkvVXk4M05lWGpqcmlXdDAwYlNiaWJpam9kWjVDSWpwekxhS3pxbnZoVUFoT2M2dmV2c3Z1TDJJU054UXYzN1BQY0NEQ2dDRXkvUGE0TlJrcmp0bjBmS0ZXZ3RYZ2QybW9tY2ZNaEV0V2N4Y2NzZnNBSnd5NWZtdm5QQmJIem13NVllSmRKdlcvbHdtN0ZlK21xRWNPTTExcXg5TlI5aVVYSHBMb1J2RXV4dTZ4WGZtQnRWMHBXbEk4NGFkajZiblU3TGtsaUNEWjZJNzhVUWdGUG5RTS9uUGZoMDFmYmVmWnRvVnR4VUVsSjdCZ2lwU3A3eHZibi84bnJiS3hYZCt3Rk9KcHgxeUo4WlRlREl0OXFTUnhhUG1NTk1rQ0g1MDIrYTFXWUxLcktyWUVPbDZuL2MxZlcxYjNkMUhCOXB1eVpKYmd0QTAyMWVzNUxHamYyZ3dnbER2OFY5dzI4VVNJbHFmRXIrb0RNb1BIazA0UHord0paYklIYWQ4VVd3a09XcXVWdUlaSWRXOGhzTG5mNFlISDFSenFsZjhIUWs1TEpGS2Jjbzh0Z0JRa01xZnJGMGNkbjBlNjB1U3piV0J4M0lqbUdZdlNaWXl5N0o0d3JrUFc3YjBLMGlOTHNxN1ZJUEdhOUk3Mnc4MjdaRVIrUjRBbHpCVHk0dCs1MGV3ZDdhUGFLV0xuSDJ6V001bkhCMzNJQ09uRnhCYlVjVmlHV1JZVWNWaXNReEtHTHF6cHhnRkRRT1FCd0ErKytlenFQSk9BQnNCdEdjc0d3RmdrNG1RbUd1aU9INEY0SG9UdFpMTEZBQjkvQTh5YUJwZ2VXWloxeThDdU1ORWY5U2Z4YnpYQWJqckRPMGZBUEFNZ1A4OGk3RVdBN2oyRE8ySjF4QlZKcG1JbC83NHBIbGw4cjJNeUo4T2s0S1U1bGpHejU4ejd6OHlFVU81TkJsaDVyem40SE83SGg5YlVuNGhhUjRxSEZFVUpIWEIrSktaZVVqcDFoR2w3NXhOQk5GUXUvYmJtZXVVVlgwcVB4UVpWaVVVRjN1dWZuRGJIMWZIWWFJU1NEb0xraDMrdDRBSFZVLzZTUGdHajhWVGUydGpwNk00RnR3NUEwS1BBTVFKWXI4bFYxQXBLNHNGUXVQVURLSDFSRVgrTVhhNTZjQ20zcHQraWxZdnI0SlFudEpPU0VwMm0ydldiT2tkT3hxTDhORFV2SlJLL3FEQ29TbGFVRDZPdlBwNFdsQUJnQ0VZVXNiUVNSa0tYYStPeXUrZ2RtQkJaZDY4VzhPcHZNQjhDQjdwa2Z6aDlzZmx5ZG1MNzV6bmMycTdKR2VZRCtyYXNYbnQ0Y3gxWmkxY09VVkJ6d1prUzJQTjZ1Yk10aGxYM2pIVUNhclBLY1cvMkxaeDljNkJ0anR1M3EzaElTcnlRUUs2WkVwdWFNd1JIZVlzV240SmhCaFJYN3ZtcDlIcXU2N1JBby8yRVZTV0xwWGxKNmRjSEJEcUVwWFFUemd1VDZtdlcvdVRraVczQklzV3I1Z0hMWVpyVCszYXZ2bWVyRExPbGZOakYvbXVLbWVsOTVJRE5OZXNmaVIzZnJPdlhURkJhbnFmaHYvRFhWdldkT2EybDVYRkFzR3hhaDZSSGlWQisvV1JvNDErYUhpUmxKMWhWaDRUNDhxTHdxTy9OV1QreE44MmJmN1NRd01kQjR2bGZNUS9wVk51eHVNS2dqV3F0VmdHRzFaVXNWZ3NneElONnBROVBwRkQyVlFTWVovUDEvU2ZVZ0NYQVhodnhyS0pBUDVvSWkvbUEyZ0Y4SzhBSmhqeDVTYVQrcExKQzBaWXlTVFArSjc4MUFnbUFRQTdUZVJHMmk5anVobS96Ynhnb2o3eWpKRHcrRit4VHhlWkZDUEhqSjEvaHI2T3FSNXk3MW1tLzh3MXI3SG04L3RORk01T0FPODJ5eTRGOEhRLzYxYVlsSjRUR2FrOXI3V3R2emZIYm1zLzdaOTRzLzFmKy9MZWxrTmpMeXFOQ0JGOEVKQktPTndtSWtQV0NvRUxPZUZrcDNWVXhaeThvSDhaSzB6UWNCL2E5bENzTjlWa1ZHSDRZaVh4NHZiSDcybERWY3h4eUwvS1Y5eTRkV09zOTdpV0wvcmNTQlpVUXByRHBKTzdHemQ5OFpXYzZTQThUczBtVUNFRUVmdmU5dWFOOS9aR2M4eGV1Q0txU1FyMjlLdkMwY01iYXQxSE05ZlZ4WHFlaERnUTBPR3A3T2c4UHVJMFpRb1NzNnJ1bUtnMXBqaU1PS2RTZFkyTmF3ZU13aW9yaXdWU0JYNDFFWTN6RmRlMWJJeTlQSFArc2lrQ1FoTENRU0ExYkd2SzNaaTVUblRCN2VPRlFCVWt2ZnJLaVk2bmNzZHpJOTUxRU5qVFhMZHVvT2d5QU1Eb3d2QlNJdUg0NUc5bzNoTExGUFF3ZS9HZDh4U0FveWM3bjY1Y2N0Y05TZVh2YjZsWnR5OTNqTGtuU2laN3JpemdMdlVJNVRubGdzU1RBRkNrOG1leGxHUEp3ZkhHOVc2V0dGdFJmVWNKUTArWHJQZXhZTjFZdSs2SjNIRm5MMWxXTEprK3o0SysyN1QrbnIxOUpyOTBxWXgwcWtyTktxUlllQzdKNXZyRys3MFoxM3gyZ3RmeDNCK1NYUWVuZ2FpRVdMa25Yamk2NlV6SHdXSTVIMG1FZkMrY3ZjaEdxbGdzZzR3MzFZV2V4V0t4L0sxSXAvOHdNTndZbWdLSjltT3Z0ZDQ1NHFQbUp2OTM1bk0xZ0o4QkdBTGdkaE9CTWNtMGZRL0FEQUMvTkZFVC81WWhoSGdBY205NjdqVUN5YjJtTFdTV0h6WVhocDhEOENFakd2dzNnTGNiQVNiTjR5WUY1dlZ5bVJGVmNwbHZUSEl6U2FmL2xKanQ1M0xRbU95bVdXQlNldExyL1p0SlZWaG5YaFhHSithVEpzMHB6UkFBM3pKbXMzTk10Wk16SVV6L2ZRQldtUFNqWEc0QU1PbzF4am52a0VJNlJEUzY1eE9ORFJkTyszdGZxYTlzM2JJbSs0WmVKcW9VT1lWU3FSMU5HOWRrL1c0UmlYRnQ4UjdmbGRtdU40czFqbTNkdURZclVpZ2dBMUhXZW54SGwvLzlQVS9jMjhkN3AzTHhYZk45MWlTaEMrUGRibTFtRkVUNW90aElJZjFobnRMUEI0V1lXMSs3KzFmQWc3M2ZXYlQ2cm11SU9PSDdPaXhjTWJTcHh0MlNtYklVamQ0Y29aRHpiZ0sxK0lwYm03Wjg2WXdtdzZIeCtob0JMazE0L2krM2I3NW4zL1RxMkRBQmZhbW45ZU5CNGMrdXJ3djhMblA4YVZmY1ZrQ091MUNUdUxEeDFWZC9tSnZTRWhybkx5SWhpcmc3L3NzemJYZld3dVd6TkdnY0hUMzhwZWFjTWFMVmQxM0R6SDVUblh4aXpwS0NhdWprdnBZTlg5eVZtNW9UWGZDRjhWcnl4WjduUHhVS2k3YzNKc1NQc0NYbVZ5NktYYTdoanhRYWlXTkpVWmM1Lzduemx3MEhCMHVUT25IUWRad0xHMnZkaDNMSExWbHlTMUJBM3FqWWU2QjUvUmUzb3g4cTJpWk4xWklMQ0dJNmpoMzV4dE9OOTN2UkJiY1hkYmEzZkNIWjhhb0RnUXNJZ1BLNzl4MDQ4TU0rNlVvV3kvbE9leXFWR3ByMXZ4YlpTQldMWlpCaFJSV0x4VElvWWZBcEFvR0lSZ0J3QWZqbmFTblBRaU9xUEdQRWh2ODBLU21iQUNSTlJFa3VPd0RjRHlCbTBvWmlBUHFyS0hJemdNK2JWL3BtdDhpODMyT2lYcDQwWGlHL0EzQWpnTzhEK0lWSmYvbEtqcGp4ZW1nMTYrL0pXZjRqQUNPUlU2SVNQU1ZsMzk2UHFCSXhjOG8wNkUyTEo3TUFOQnZQazB5ajJpWUEzd2J3ZFFCYk10cisweHpqRC9RanFMZzVrVUlCYy95aVJwekpGWUs2amNnU05HbEpieXFFRUpuN3o5SUpQN3gxNDkyOVVRcmxpejZYRjBEa2NvWjNpaG1PWnAwUnBiTlVWaTR1L2NlazVpY09iSWtsWmwrM1lvTHdhRmozeTg2V3pHMVVMRmw1TFVDVGZlVTkya2RRcVlvNTBZaUtlcjdxbHNSQkphbGgxNVpZcjZBeWI5NnQ0YVQwTGdXakxVaWlzcjV1MWY5a3JFMXpGaTJmemtLNEtmWmJYYVppSERueUdIQy96aHlmUW42VlpucVp0ZWMzYjdyN1RHbHhtRk85WWk2ekxrMncvdDMyemZmc2kxWjlkZ1N4ZXNleGxQelpzSUJlb0gxdk03QW1VN0J4S1Q5MHJRWkw4cEpmeVJaVWxzclppMHZuRXFPQ2ZYNndhY3RYQmhSelo4eS80eUpIaW9YeFJQTDd1N0xHaUlub29tUWxNNTlxMnJDNnNXTFJuVkhXNm5CRDNSZXpVNGlxWWs2bG03cUVIYjZnTStVOVh1aUtxNStwWGZNOVZGVTVzNnZ2bkFtZGRMV2tEa2Z6Y3dlMnJFcGtyc2RPb3BJNWxReTRnWEgxTmF2Nk5aQXQ1S0hYTWJpanVTN2N2NkJTSFN1Qjlrb0ZXUHZKcnU5dE5ZSUtDZmZHVk5lclIwandSMDJKYVI5MFZsNU5Gc3Y1UjJ1cmg2S1J2UjhaMWxQRllobHNXRkhGWXJFTVNyam5wdDAzTjhzQW43Y1g5TGRrbU10ZUNlQWZBSHpLUkZqd2E2ejdKeU1jNU43VWg0MW84djhBZk5Xa3dTd0hzQWpBRmFiUGl5WnRKalBjL3lLVEVwTTAwUnhwTDVGakdSRXVaOHR0R2V2bmNyK3BPblEyOUUwMzZKK2dpUnBKOHlSNm9wUXVNYTlwWm4rL0JhRE12QURnOStZOVpLb0VqVGZtdFVlTWNlNWVJOUI4TzJkNzZVcEs0Yk0wOWoydjhLV3ZYUFFVQ1dWUXN1dlEzZ2RPdHk2VnJnak9WcDczc25DY3l3bnFUNDJidm5neTNWcXhxSFNXWm1wcjJiQjZmL21pbFpNa1JFV0s0clc3ZG4yNVZ5aXJ2QzQyaTdVZjFZeW52TlpRSHkrUnlvQTMxL000N2twNUNiUitwSEg5MnBjeTI3Mml2UGNKbjU0bHdlSDZ1bWQvbmJYdWRiRlJVUDQ0MXFralV2Tm90QVhyY3oxSVprYVNGMEdKaTFpcjdjMGI3KzdqRVpKSnhhSTdveUMrZ2pVOXVyMW83L05sVlovSzUxQXc2dW51aDRhN29hdWxVczg5cy9uMC9nT0FHREZ5dmdaZjRHdXVhOW1VM1JaZFVGcEdqS3NZNnJHbVRlc0dGSFBLcTJMajNJRCtmNzZ2djdrcko0cG05bUwvN1g3U2VXRWJ5ejJWQzVmUFNwR1cza3VCUHVsbk00TnFHb01DRFRXcmF1WlUzL1ZPbGVoNkRBQXFuQ3VuRU9rQ1g3b08rYXFyZnRQYVExbkhNS2pldytRa1NISjcvWHJSYjJwU1pmWEt4Y3g4c1orVTM4bzFMUWFBMlV0aVplVDc0MWhRTndqN3QyNzUyc2xvOUdaWFNMZlNJMzh6c3k0aDZxa3p4UXdQck45b2xUQ0w1VnpoTVROVCtoZmFwdjlZTElNT0s2cFlMSlpCaVFSU0RDVEpuQWNaM01kYzhUeGdCSURQR3ZFSEFCNENjSTFKOGZubm5MNy9hWmIvblRHcExRQlFZMUtGMGlXWWhSRmwxaHFoNXYybWxQQnVBSjJtYXRDbkFkeHAvbjhZWWxKcFlBU0lUd0hZZ0w3Y2FsS0lYZy9QbktGdFhNWjJYNHZjQ0pHQktCckFSUGI2akorN1RBV2xEMmNzRzJ1TzBiK2FZL3lzU1hmNnN1bTNEOENqSmtWcXYvR0d5YXhzRXdady9Dem5lTjRnZkVlbHJ4QUlPTFIzYjAweTNSWmRNbTArdEhOTU9HcFdsKy8vOXRuTmQvZnVYN1FxTm9KSVQyeW9XL1hyMlV1V0ZVdk5GUTNyVjJXSkhwZk1YejVLYTNVNWdWNXFxbHY5V082Mks2dFhMdkNKdWh6V013NjJkdi9tY011WHV6TGJvOVYzWGM4cHZZV0N1S0crWnMzWCs0aUxTaS9SVExzWU5MWjU0N28vOXJkL2poTHYxY1JQTncvWmUwWS9vSXJyVjE0c0ZGMEx3bCthTnF4dUJJRFFvaFhYYUVYUE9pSlVRZVNjZUdiam1xeHFQdEhxNWRkQVlKSlFlbHZMaHJXWkZhTXdxK296UStCZ29kWjZkOU9HZFg4ZWFMdlRxMlBEZ3FRKzM5V2R1RHRYVUtsY3N1TDkzU205YWNlZjF4Mk9WaSt2WUJManR0V3U2Uk5KTXZlNjJGU3QvY2tOdFd2L01IZkp5aFZJZWQ5NVpzdFhqcytkdjJ3NHUxeWhQYjlGdURTNWNkUGFMTkVrdW1UbG9pNnRENFNKeGpTc1gvdG83cmpvOFlxWndZSSsxbEN6K3NiKzJtZGV1Mklzc2I1UUVsd21PbHhmdTdvbklxMW81SGdGU202dHZlZkF0Tm1MeTFLSm5sMGp3RlBwaW16bkQxOEY4RWhHMnVXWnVONUV0OVdjUmQ4SWdNa0ErbzN1ZVlOTU5sRitMNTFGWDh2ZkZzOUVNSUtzcUdLeEREcXNxR0t4V0FZbERKMGtsdDJnbnNvL0p2cmdmT05McHRyUG45TVZpa3lVeUV5VGNwSit1bncvZ05GRzJIalFtTEh1TlY0ZXJ1a2p6RGlYRzNIaFRoTnRBcFBDSWdGODB3ZzMrMHhxenM4eXhKS1VpV2haMGM4OHoxUng1Ni9odXRjaHFrVE9vczg3akRpU2E0WjdvUkdZN242TnFrZ2xSampKNVVmR1JCZ216V2lIRWFJeXlUZUMxWnNLei9HVjdQM3F0U25qSFJNVkM3eTVRa05EcHpRTDJwc3BxQUFnSGZES3RPOXVCNVpLUjh1b2h1NVRoU3JneW9VTW5HcXNYZjJMcklhcW1ETW5yR1lvc0hhVUpnWTM1d29xUGNhcG5JY2dydTErVVg0clUxQXBYL1M1UEljQzEwUHdQbUlPTnhZOHR6NTMyOUZvTENKRzZ2Y3orSkRxN25qNlRKVit5cXR1R3llVXVKcFlOOWZYcm5rQ1ZUR25NdUJkN2d0OVRQcE9pSWdURGJXeFRIR1FaaTFjV2NLZ21heHBmOE9HVlZuN1ByMDZOc3lGLzA3Rk9PVEYxWUJpVGs4WmF2MXV6ZlM3YkVFbEppb1crVlZhcWNZZG0rOCtNbXZoeWltQUtHcW96VW5OV2JwVVJ0dEt5N1RTRngxTE9uVVYxU3NYSzAvK3BISHptdVBSYTFkT1ZnNWQ0eW41QjBmUTNLYWFOVm1Dd2N6cmxrMkZvaEVSNG9rTk5XdnU3MjkrTTY5ZE1aWWNXa3pkaVg2anljb1hmVzZrS3lpcXRHcFh4S25HMm5YMVNKZHlGdDVjclZLUHpGbTA4c1pqTDI5NmducitOc0VFVHpLZmIrZmdEeHFoOVd4RWxjOGI4ZnRzUkpXZm1CTHNjODdTRER1Tk1PZVRJVVlVSDJiZW53YVFOb2orcmxrV2ZSM2o1ckxQbUplLzd3Mk1NZWhnSUhXNjZvLzFWTEZZQmh2aUxQcFlMQmJMV3c5RkNSQjNwejhTblplaXl1VW0vYWU3bjdZdFJnQjU2Q3pUUzdTcFJETVp3TWN6QkJVWVFhRFpDRXNmTkg0dE0wMTBSNzU1RFRNcExZZlBzSTIvRmZkbmJQZTFYbjJxbkpocVJjc3pVbkpXQTVocVNrOW44ZzJUOG5TMG56RXlXV1pTcGRKRVRCUlJVY2F5TWFZaTAvaWNkZCtVb29yc1VPbm9LREQzUFBXZU9UOVp3bzZnbE1lNzJYRXVPSlowcy94MExsbTBZcHlFekhQYVcvZlBXWHp4VFI0NXp6YldyY3VxNWxPeDVLNGJCUEVFWDNmL05uZWJjd0twVXNVSWtSWmhKZHpPaGczUFp3bGRzNm8rTTRUWVdTZ0ZkUjlwNy9ycHJsMngzblNpc3JKWVFJckFaUkxpaEFZSDR3bW5JYmMwTXhBVFBOeS9Wa01YaXBULys2MWJ2dGFPQVpoeDVSMURnNEhnZXpYOEEvcllrVWNBb0NMc3pmRVpjZEZGQjRUa3NmR0RUcFpvTXF2cU0wVlMwZzFnM3R0UWx5MTB6TGp5anFFUm9hL1FvQ0I1M0xqOThYdjZyVFFXWFhCN0VZVDdQaEI3SjBWYnh2aExaZVVTLzZNNjVlOXIzSEQzbnRuWHJoanZ1R0ppNEZSMlJTRUFtTlUrWlFaSkhXNm9XL1g3NFNHZW8zeG5YK09tZno5WXVXakZoY0xGcE1hNjFkOXpwTDZVT1pWVlFuMzJWY3VLSFpiendSem5vMGQva0R0dUd0Y1Y3NGVpdjlSditWS2ZjMEcwZXZrRkFSRzZUR3Q2R1ZKVFkvSXZqL1VjbTlnUVIzb0xKYm1QT1NKUWxsRDZNZTNITS81MjJkUG5ObEpsbXZGZ3lueEpJMHpuTGgveEJyZTEwcHhEYmptTHZvVUFYakhuRUFYZ3BFbk4zQXJnWVFDL05sNVhNRkVTbHdIbzEvL21MSWtZMC9QKy9zK3huQUhLOGdHem5pb1d5MkREUnFwWUxKWkJpVWNxNGJJVFQyZEFNOVBKMTFybkhQQWg4eFR5SC90cHF6UGh4dWpuUm40Z3ZtNkVtak14ejBTeERFUVRnS3ROTk16UHozSzdaK0krODVRM2t6ZWEvclBNbERsdU5wOHJqYTlNN2sxYm5ubTZQTkRUNG5ZemwxeiszYndlTVVJVnpQZlJIMFBPMHlpb00rSTRUcThnd1l4RFpXV3hnT3Q0TStLSjQzV1I0UEJsRFRXcitrUXNoU1I5cU9OVTRodjVJMGRlejlCYnR0YXN5anF1MGVybEZZTDRwdVNoeElkYWNpSlE1czVmTnB3bHpYU0FRMHJ6cTAxMXNUNEd5RzZrNEhabzdORmU4dEZEVDM0MTY2WXZiMVQzRk0yQlVaQUlOSzVmM1YrYUYrWXU4aWRvS2E5S2l1UTkyemYzTDJyQW1NeUtmSGU1SXIyMXFXWmRIUUJVVnNWR0srV1BhUGFjMmprUjlTK3ZuT3I4N3FGZFg4MHlVM1lpaFo5aGpaMTBYRDZjbFpKVUZYTUNybCtwbUljTHlLYUdoMk12RExEZENMbUJkd0kwTnY2aVdMVjMxMzA5NDFkVk9kSFExSnZyYTlaOEN3Q2lWWjhkZ1lENHU0YjFxLzZqenhnTGJoL1BKTVkxMUsxNWFNNlNPNjhnUHlXM2JiNzdPUUJnRXRjY1M4cGZWaTVlK1c3UDkvZHQzWGh2NitrNVZqbE95UGszMXRqZGV2endodFljRDVvMGxZdFhyQWJUdnZxTnEvcVVWcDUyeFcwRlJLSXlubkFlam9UVnh4cHE3dTVOelJJaC85cWtqdGN3NVYwSmo3ZnRlSGpkNGZGVFpyU25IKzMxcFArb2N5bXEvSThSa25QNVdJNEpOb3dZb2szRnRJRkt3Ujk0RGZFbGFGSTRjOU00TTduSWVEZDl3WnluVGdHWWJRVGpxNDJnZkRKRHRGMWt6bW45cHJ5ZEpjWG0vZVhYNkdmcFMrYjV3RWFxV0N5RERDdXFXQ3lXUVlrTGtRU2RmaHBIT085Q3oyRUVsWUZZblpIKzgvMnpIRzk1UCtrcEFIQ1Q4VmZaYmRKWi90bjRnMlJ5RFlCNlU3VUhSbHo1UkU2ZklnQmZNNldYTjVsbEkwd2EwMCtOWjBzdXUvcFo5a2JUZjc1a1BGQXVOTUpLeXN6N0E2WjlxREg2L1dQT3NZdWFwOGgzbWxTZWZtOHN6YzNVRDB5RVVIcjc3OGlvb0FUamFWQm8wcklPRFRET2VVdkNTYWx3K3I1QTBDdmhjY25yaEJRdmhrTERGcjE2c25OTlRuZXFYSHpYdGZEOVB4VkduTW53OVlINmpldXloSVBLK1hkY3BFak1UL3J5azdtQ3lxekZkMHowNFZ4SkhyWXhkRjdUcHJXTm1lM2o1dDBhSGxrUWVRZHI3RTk0cW1aSGppbHNSZlVkSlJydVZRdytVQjkzTnFFZnhrUnZqbWlpcGNyM0g5eStjV0JCWmR5OFc4TlVsUDlCaG1wc3FsbjNDd0FvdSs3em83WHZYeWJCalJVaGZVTkt5NTlsaWpyUkJiY1hRUWF1WjEvdDErdyswZHdZeTRvY2l6cmVaWUl3VkJFTzVxUUxuYWFxeWtGbzlQV3NPUUQ0Mzl5MWExMHFQWjlSNGJ5clBKWDRGUURNWG5qYkdPRzQwZnFhMVRtQ3lsSlp2bWpLeFVJNmsrcHJkcSt2V0hSbmxEU0g2emZldlduMnd0dkdTQmw2VzFLbS9qaVNNRnV4YnR1NmNWMnZxVzFaVlN3L0hQTCtEc0FlUDlueGg5YkcrL3RFdmtXak43czhZdFM3bWZYeGhycFZmYUpZeHMyN05WeVE1MXltTmIwY0NYazN0QjV4NzA4TEtoV0xsNWNMTFRyQ0l1OHk3ZVA1cG9mWHZnZ0FMTGc5YmU3SkRFOTc4bHllZy8raEg0SDJ6d0IrWmRJaU16bGt6aVY1R0poOFkzTDlvUGtzelRucE4yZVI4bk1wZ0RzeW9zbjdTOE42UGlmYUVLWTZtV2ZPbjlmMXM4NjJzeEJjSnB2MzF0Zm9aK2tEcDA0SFE1STAzL21BNllVV2krV3RoUlZWTEJiTDRDVGxKUkFLZGFldmdmak5GMDN3ZUVZcDRMT3RMdE9RODNrRWdQOHdnc3E5eGk5bGl4Rlo1cHZvamdyak83TFlWTDlKK3d1ODJJL3g2NlhtL1NGVGRoa21KZVpMUmlEcU40S2dIOTVvOVorME1lK0ZHY3M2TStiK2F3QnRBRDVpS2hlbCtWY0FPODMrbnFteTB0R01ZNS8yVk5rUDRLQVJaZzZiZEtBN3pEaDludXFmN3lUOGZDL3NBc3pNa2NLTHhvRGMzZHBIc1kvNDQ3bFJJcFdMVm96VDdJZTA1cFIwNWNoMk92bGtud0VEOGoxUTlIRExodGlSek1XekY5NDJCdXlVcUJTYW5RQ05QSElxM2llZDVZSWgrWE8xNG1FSlQvMW14K1oxV1NrbnN4YmZNVkdRZTdWcnFzVVpBQUFnQUVsRVFWUml0QXZmZXhKYjF2aTU2d1BBMk9KUi8wOHJyNmw1WTZpcHYvWTBJd3NpN3lFZ3BZOGUrelVBekxqK2pxR3U1OHdCNmFlWnhEUWkzZEt5WWRYcGZhaUtPU1JTYzFud2hRN2MvMzY2SnBaMU0xcTU1TTYzc1ZJUnhaVHFPcFdxSDJpN2xhR3JQc0RnaEFjOHVjMmtUTTJiZDJ2WUc1Sy9WUGx5VTh2R0x4OHBLNHNGSE9sZjFvYSt3dEdjUlZNdTFwTHk2MnRXL1hIMi9HVmxnaEdxMzdCbTA5ejV5NFlyeUV2WVQ2NTNGT2Q1VWtXYTY5WmxpWnZCUU9vcVppSGk2UHo5emdGU29sVHhzRm1TOWJEV1kwZjczT0JIb3plN1ltamVlOW5YOVNSNWpJTGUxR3FFcGJuemx3M1hURE9aL0JQTWVrL1RwbnQ2LzE2WktHazhva0lBdktSS25jdElsZHpTN2pBM3hJZE5xczFmdys2TWM4NlhUUFcyZTgzNThXL05TSk1HbE13NWQrWWI4ZWV3aWNaNUxWR2wzTHlQK1YrWTQxc2FBaVZQL3d4Q1NZbUR2WHV0cUdLeERCS3NxR0t4V0FZcElrSEU4ZDRuUzh6blkvclBtVmlmRVc1OHR1ay9hU0xHVitVTEptcmo3OHdUVkppVW95Wno0ZDlseWhBL1lVd0xmLzBhNHk0MTczMXZxdnZuMCthcDcrOXpsbzgzSXM3WjdzdnJZYlNwWkRUTWlEZjNtNHBHOXdDNHlvVFF2MWFwNm9IUVJwUVNHWjlqNXYvYWQ1bGoydTlOLy9sR29WWUVTQkNSSjUxSWlKaW5wR1J5ZlV2Tmw0OWs5MXdxUGEwbU8xSWVkVnhaVlYrNytsdTVZMFVYcjF6bWEzNnUyVlRQeVVTSzBEejIvUDF1V0Y3MXpQcFYzOGx0dnloNmN4RXozZ0V0djc1ajg1b3NRYVY4MGVmeUJFSlhBaXJTWEx0NndHaXRTNWZFYnRTczRvMGI3K212Y2xVdnM2cVhYMDlDenE2dldmVjVBQnlOM3V6Q0QxenVRVHdEeHNpZ2hHNVluNTI2TXlPUUxHSHBYcVc2VTk5djNMSW1LeUpwenVLVjAwaXgxSUx5L1lUNzVKNG4xdllyR2xSVzMvVlBuYWZVdzVFaW1yYXRkczFPQUNoWmNrdlFSOTVORFRXcmUwdDE1MDNRSzQvdVByVHV3SUVmWnBWSWowWnZkclYwWmpiVnJQcHZBQ0FwWmpjY1AveExBUEFEN3VXK0VrKzNiRnh6Y2s3MVhRdVNNdlZ3MWh5clY4elZRc3lXU3Y5azU0YXZudWozd0pUY0VuVEkvWWlYMG12NmkyS1J4YVBmSmRzNmZwRXN6SHNiQWM4MzE5emQ2MUhFanZOcHBmR0lkSENxc1daZGxnQXFGZnR3RUFjUUlvSkhlZWU4K2s5dHp1ZENrM281SjJQWjArYTgrVnI4MEZRTmcwbHZUSmVQZnkzVDI0OEFhREdWM09MbVhKZ1pkVExidkg4b0k2M3dpSmxqMEtSNDNwN1IvOXZtM0hQQldjd1p4ak1HeGovcnJyTmN4MkxNbGsrYmRyRW9QaGx3ai9hSVhCYUxaUkJnUlJXTHhUSklDU1RBM0gwNldwZmViSkVxOStaVS96a2JwaG9qMmsrWUc0Wm1FMTJTV1NWbG42bE1zZDQ4clZ4cElqZGVpd29qa3RTWktKYXpZU21BR1Via3lLVGFlQWFjRFFWbjJTL05xd0NxekhZL0ErQzN4bXVsMktSVVBYd1dZNlRKOVZOSUdLUEk5SnoyR0crQ20wMVZqZ3Y2Q2RrL0wxRWhQVjVDZ2hsU3NZcjd3dHZRVW5Odm56U21tZFdscFlJd0VlQVRmUVNWNk0zdW5PTGlHNW5RM2x5N05rdVFLNnVLNVVmQy9tTDIxS3NjUVBFejYxZjNFVlNpQzc0d25seDlxL2I0L3FaTi8zNHd0OTBWd2VzRVZLRStjdmk3QSszSHJJWExaeW1vY1NuZC9jQ0FPN3QwcWF6b3VIaUJnQzVyUjl1S3RLaW1oeGZQMDRKYktaVWM0cmp1eGZYclZ6Mll1ZHFjUmNzdllTSGZwWlNxM1ZyOFFsWUoyOHFxejQ5bVlMSXZPS2dWUDkreUpkWTNCYXdxNXN4eDFhV0s5WXQ1QmZ5Mlk5MHYveEpHSkNFYWVyV09pd2VScmdZa25hbzJpQy9uQ2lvVjFYZVVDT2xjVmI5KzFROHJxMktqT2FnWHRyZTMvYjZzWUV3d3NuamxFcTFUdTA2bFhqMDFaOG5LRzcyVTE3Szk3blRxVTdSNmVRVUorUjdCK2dmMUc5YjJXNEozNXJVcnhqb3UzYXBJZm0vYnc2djcrR3pNV1hMbkZha1VINkNDZ2lxQVc1dHFWcitRM2dkZFBQcHFCVDVJamt3MjFNU2FjOWNWSXFUQnlnY3h3SlE0dW50WFYyNmYvMk9xVFRuNmRLbGpaWHlWMHVrNmIzOGRvbWhhUkZsdHpxSEtSTHo4bXhGYk14bHIwaEY5STlyc3lmQnh1ZHlVYjArVExzbjFoUXp4OStVTTc2ZGNnWDNpQUdiZS9VRUFGcHI1UlUya255M05mUGIwZXFvd2tVaUZPOTB6ZDdkWUxHOGxiUFVmaThVeUtEbUE5Z1R6NmJRWjdqSDhlelBSWC9VZjM1UlEvcjBKcVVmR2hmZE1rN0p5cThuem4yTDhUOUs0eHNma1A4MEYrbVhHaUhXTlNSdjZ0REZPN0kvcmpZZEtxcCswbmZSTlNIL1ZFTVlQSU1BOFlMeGZ6dWFWNi8yU1NlNHh5Q1J1UktrdTArK29TZGY1aFFuVHo2WFEzSEFVQWZnbjQyblFrckYvNlczVkcySG00UXl6eDh2TVBOOFVnZ29BT0V6bUpvM0o2MnB0MkZwN1R4OGZpTEtxejQ4T0NMNWNRQ2U3dWF0UGllQTV3MGJOMVV5aHhwbzEzODVjSG8zZTdJYUQrbTNKbE5Na0JNYVNyL3FrL014ZXNxd1lVdjJqNzZzZk5XMWEwNmZjZFVYMXlzVWdPU01odlo4M0RtQ3FPbTdlcldFcHhIdVNLZThQTFJ1K1BPQU5lMFhIbE9rRU5kbFBPQS9zcmJrdmlSN0I0UnJKUWtudGRiaXVMT2srS0xLaXFXWmV0MndxaEx3Y3hEdU9kY1NiTXlzTmxaZC9MaytIQXRVRW5aUVFoekw5UzdLT1Q4aS9VZ2tPRTFEWUxnSy9PN0RsaDRteXFsZytGNC82QjFiK2pzWXRzV09vaWprZzk5SjRNdlgwM3BwWWx2QmJ2bWpsSklZenNYNzluaCtYemw4MkRFSE1TanFwaC96dzhGUWtySzlTZ3JjMTFkMnpkMFJvM0NMZng3YTBZUzFPRzlyZWtGVDZ1dzIxYS9wTGZjR3NxdGdRTnlqZVQwTDl0bmw5TERkMUVCWFZLeGY3akpTUVhBRHB2ZGhjdHpxZGRnZC95UEJKa3RXbDBOamVWQlByOC8wQ1FHVGtqS3NnUkJJQXVLZWM4bDhiSWZhMzVFRWpPbi9DbkJ0cU1qNC9leGJycHlrRThFc2pxS3cya1hmbEpyWHlHWk8rK2JnUk1MNWl6aVBYOXBPR1ZKdFQ3ZXlEWnZua2pHVk41dHo3V3dCbE9ldGZQRUNLWkg5VUdDSDlCeWFONkVPdlkzOHRtVWExekNMa0RyR2lpc1V5aUxDUktoYUxaWEJ5NEVBU3BUUGo2TG1nWitqejBxajJUQXd6S1R3RkFDWUFPR0V1b0Q5dUJJTnJ6UVY3K2duNU5wUEs4emhPQzBqdk51OC9OLzBMemMzL3o4d1R5aW9qbUt3eVlndU0rSENORVVPcUFYelMrSys4QXVDZC9WekF2MnI4VEQ1dEx0UVQ1b2xvdVNuZGViLzV1Y0wwanhpZmtwdk84amdVR0lFbzNmL1BBQzR4RVRqcGFKZmpwc3p5WldZN2J6T2ZPMDJZL2hvVFN2OHg4NFQ1SDh6eCtvcDUwcnZZK0JJc05VYVFyNWpqK0tnNXZ0MG1jdWdYL1R5Rm5tUnVoTDZOTnhFc2UwUVZJaEplc3IyZmt0QXhFUTZxZDRFaFZKZmF0UE94N05TUjZBMnhDUHRxVWJ2bjlhbFFneEVqWnBEZzFxQ2pQdHIyd3FsVmUvZmVseHNpVDZURXU0V2tweHJyK2dvU0ZVdFdYQ1lZTjc3YTNuRkxycjlMbXFxcW1OTVZWdi9GU2YzMTdRL2ZNK0NUK291cmwxOGd5ZmtFcGJ3N0c3ZkUyZ0dnZk5IeVN3QUh2aWQyaWlCZjF0R1JlbXpQcmpXOU4weWw4NWNObDc1YjZRdVYzRnF6TmllZFk2a01YaEQ2UkZ1WCtuRkJucHozLzlsNzgvaTQ2bnIvLy9YK2ZNNDVzMlJ0dXRHU3RnRktsN1MwVFNhVlFsbENseXdvSUNvcTRMMmlYdEd2eWxlNUYwdFhuVXRYRmk5OHZlcjFxbHl2eTFWUlJMMUMyNlF0UkdncDBDUnQwOUlGU21sTDk2WnJrbG5PT1ovUCsvZkhuRWxuSmduVW42Sm96dlBSeVV6TzUrd3puY3g1emZ2OWVpVVB5QmQ2MlN4TnJWbHdGUXR0a2hKU0dNWkxlMVpHejQyZFBxY2dITEp2YTE2MUxOWEtkTnR0OG4zbjFFZkIyTGlqNmVFc1FXN3M5RGtGRm5GbGU5SjhCcGpBZWNLTkpBVzJiM3RteGVtS0d4ZGNCMDE3TjY5YXVqOVNNMitjZ2pxeFpjM3k4eWJLMVZGRFMvZDJLSDZtYmMzU3ZrUkpFcGJ6ZnFYeHh1YUc1Ym50ZkZSWk03ZFNLZmVZYVJneEpTbThlZFh5YnNQcDZ1cW8wV2s0bjJISTFhMk5EL1JvK1FLaVltcWQrOEZrMTZFelJKS1pGVUJaeVNsL0R6em12ZDkrMmhNcDRIbWUvTmhMV0p2dnZaOTgzSHZQK3N3RkdOajJ4UjhBclBHRTNac3pZdHd2OHY0MjlDcHE5Y0lkM3YxUHZMOHZud0h3NE45S3krSmZIWTFrUnBxVk1HWENGMVY4ZlBvUnZxamk0K1BUWDJFd3pvRUFJcmdzK0VMTlh0OHJkSGtpZ09tSklqLzFMdnl2OXVJY3U3d1VuMHdmaW1keTFqSFJ1eC90R1NrKzFVc2F6elBlN1JKUFlKR2VtZXNpVDJ5SkEvaW1GekhjbXllRDYrM25ROTU4NllZcngvdXd2OEs3dU1qczM1L20zUzZVaUhlRGw4b3gyTnUvcEJmWjNPNWQ0UHpBTTZodHlqamVUQitIZi9mRWo3dThiNWpMdklxVTMzamZMbS95V3FaeVJZQlBlOGYvall6alN4UHpsbis3bU9yM0hBSjBVZmRqb3R6UENqUzF4cGtHRXNKSk9DdTN2TERpUk9iZ2xOa0xMNGVqdnVKb2ZtVHYydXlrbmtqOXdzc0l1SlJBU2EyU0QvVW1xRlRWTFB3d2lCS2JWaTMrUSs1K1RhbWJXeVlVWGNXMk1iY3ZRYVdzT2hyc0NOaWZZSTNmdFQ2N3JQZTBIYTkxaHJYK1BGZ3RmMlhkOHBQd2pITWxNQ3paWlRjSDhvMnIyWlhiZDI5NHFQczFVbDc5aGZ5UUVETkk2S0JPbU5rZVE5VlJZMnBJVGRjT0dvdno1ZldzOVlZZE82SzVZb0dZWEx0by9QN2RheWJiaWM0aEpTV2oxKy9kOGR1amtVZzB6QVgyMWNmMjdsME5ZRUlrRW4xVGQraXJOT21XNW9ZbFdjSkh4ZXpvY0dtNFY3UGpyTm5YOUpwVFZYTjVyUlk0MUxZcWVyQmk5b0lxVW9LYkd4YnZycWlmTnhpYUxrc21yTzd6T0tubXZqeEx1SGREaUQzTkRRLzBxRDVKVTFVenY0NklCbW5sL0hldVVGZzVhK0U0SVZVUUZEakdiSS90b0k1dTQ5eElKQnJ1Q3J1ZmhjS0xMUTBQOUhqK1VGMXRWQVdjU2xmeFdhTEFLR2pWRG1Ba3YvY3UzQ3U4U2pqeXFrSnNyeDFtNndVc0M2KzE4UC9selA4Y2dHV2VVSkgyc05yd0p3b3E4RnFINEFuRzBoTzVmNWZoUzNVaFJ0bjUzbjY4NFluRmVkNzcvaDJlRU9UekRsQm1wUXFSY0czaGl5bytQdjBJWDFUeDhmSHB2eERTU1JkSmFOSHJCZHA3aEM5bXRHdHV6N2h3dnpKbnZuTi9wQmd4enhOa0xzUkg1TTJNYWhVQVdPNEpEcXZ3enExVFQzaTN2bmpJdS8wNXlmWFErSWxub0x2N0hkb01YRTk4K1pIM3U1T1JaTlFYdjdpQWVmNm1ZTUxROUl0TTYyeFJKVEpqNGFWYTBEUk43dW90VGRsdFFWUHE1cFlSK0dOQzg0cTJISitPeXRyb2FDSm5zdEprRzFwdGFja1JYQUNncW03Unh4UnJzeWhwL0t5My9UTEkvQ3hML3ErV3BtaDdiK01BTURDZ1p6S1RhRDE1NGpkOXpWTlJQMjh3UVg1NDg1b1ZON0IyNndIY09ucjBQZnNsQmVyaUpIOGJ6Rk1mcGtUaTZlYW1oNDk1RjZnM0E5Z1pNSXVXdzVENUx0dXJ0alF0eVVyS3FUU2NLdGRGRjVtWWxMUjViVzVTRVFCVXpGZ3dRaklOUDMxMDU4ZWN4Tm5yenh6ZGZuUHBWZmVHUkxGN1oweGJ2MzVyOXkrK0J1Q0xyKzc2MXE5S2padVc3SG41aDFudElCV3o1d3lYWkUrd2xiMnFiZTBqWFpYMUMyNEMwMnV0cTVmc3JyaHh3WFZrbTNackF6YVVWMGZ6QmR5UHEyVG5UM1kwTFV0VkdsVkhEWXZVcDVqVmF5MTV1M05OV2J1SjFDMjRCb3dhSjluNXIxdWFIc3Q2amlwbXppc25RaWtVSFJiU3ZydzlicTNiMTlRdGpCRU5jajZzWExtM3RYSG55bDZxdGxBaHJ4cWptQWRLZ2NGZFhTZGUxT3grakloQWZjZVgvelVJZWJIdzBudXZlTjVyaTNFOXNmVkMwTjc3OUNjOGdlWnFUL2cxUGQrVVgzc2l5TTNlZStzUno4dGxueGRuZk5hck52a3ZyNlZ5bWJmZXRLZktHeG52WSttNCt5MWVKZUhIdk5mczdaNmZTdHNGN08rWHZOYkd4ZDU2VjN2djcxLzNXcUxleTM4ZjN4TXd5RTYvWnpLek1FSkJYMVR4OGVsSCtLS0tqNDlQdjRVMXpwSUVtQ2xKcE4vTEh4cmZMYitYOWovU21EVVQ5MjlNU0hEL1NFK0U5OUpGM2w4ZXhwQzBkS2RKZDM5V0tMM3EzaEFGc0lBMS9XVHo2dVZaVlUyVGF1N0xNOWk4UXdHLzM5UzRPRXRRdWVLYXVRTUVPVk9KMFdrSS9kYW0xY3Q2R0dCV3psb3dqYlV1M2R5NDlKSGNzVWprYmxNT0dmcGRGL3I3cmF1V3ZwRTducVppOW9JcVFGZEtaZjRQK3ZCYWlVVHVOcUhsUGFlT3Zmb0NhM2VaVjcyMGY4RGx4ZmNjT0JUL2oxSER3OWVvcm81bk5yM3cyRkhQWitkbWI5SHhCMTliZDkzSXkydS91V1Z0dHBoVVdSZWRaRUFQWTYyT0paUnUyYjV1ZVE5QjVkSlpkeGRKZzJheGRqWW9KekVDQUN4cjRKNWhBL0krdm1ubGtyUUkrSkJoaHE1TWRMWGZ2dWZsSHc3MmZIek9uM3RoVFlyRGVPWFZobVZkazJzWFRWQU9EcmF1WGJ5N2N0YkM4VkRFcld1akx3RlJrUmZXdDIxYWVmeTd3UGx6VUJGMnJ0WktkclUyTE11dFdPdG1VczNDU3dDNmhkdmxnaTB0ajJWVjcwMnBpNWFaY0tiQ1VVOXJVMTdaSERjYTBSVHRyakNaUEd2UkZBMHVQQ2RQL3hMNFZZOG8yU3RuemgrcUxYRzlZajdLcnZ1NzJMRmQwc2lUY1JBaDFRUDBWK2NtcndydlFjOVVPdjAzNFJPZVllMGhMMm5uN1RDODFKOUpHZE1PZUVMS0Qzc3g4ZzU2N1VEWGVyNVgxM3N0TzBFdjdsNTdsWWZLaTN6UFpJaTNyMm1oUlhzaStmL3g3bWQ3MVlUdnhBaFBMRHFXMGFhb3ZXVi80bFVSenJ1QTlmUjNNcXZTU0RpT0w2cjQrUFFqZkZIRng4ZW4vMEo4TnZWbElpZEFPbkVCUy9qNDlBY0VnVXE2Zi9FcVZTYlVSa3VDd3Yyc1ZuaXF0ZkdCNXpJWGlOd1VIU1JjNXk0RitkTG1WZEVlTFJLQmZPTmF6YVNnY2JpMWNYRVBuNVNwTjg2ZndscldrVmFQNTQ1TnFmNUtNWVVLUHVHdyt0bm0xY3Y2OUllSTNMam9DbEwwUVdibjk1dldMZW5WUjZYaTJubURrU2YvU1RDZWYzUExiMGFtS3NERWJ5cHI1aytIMGs4TUx3Mk10eldmMnZKQzhUSFBBMk1KZ09PRExwNjg2T1NSVng4NXNYL1RKMDdzZnlWckh5TTE4OFl4dThOZHVOdUl4QWlyL2VRYm5oRFRuV0FsWkNCODlKV25MOTRmUDNYWUNoYldhNVc4R0FCa3dGamEwdkR3WWMvalJ3VHpCZzBEc005MTRwZDVuOUVlOFpZUG50citpNHZqUmNOWG5EelljcXFxYnVGWVpocHkwaFViSzI1Y01JcVV1QWlXZURsMUh0UlVLTHlTSmFqTVhsQWxGYVlsdSt3K1U1QWlzKzR2QXVGbTFzNHZXbHNXWndrcUZiUG5EQmZLSFJPUHEvOE41QnRYa1RCYU13V1ZTTzM4U29EZnI3WDkrSjZHSGkxZG1GSTN0MHlCcnRLYXRpUHBIbWxwZXZEc2dFc3ZMU3BDUVFLcGJvbjNnb2o1dEJjdi95VUFIL0lxMW03M3pMMXY5MXIvM2duWGEvMFo2MVhGa1ZmbGt1WmE3NWJMWHUrMnpCTmxTcnhLbFRSeHovOHBrOUdlcUpMSnQ3M0t4aWU5NVh0RW5PY2d2ZVBNODBTYnpPZjlaOTYwcjNyaSs1b0xPUDcraTJBN1hVUktSRklKK0tLS2owOC93aGRWZkh4OCtpOGFaN3ltbWlUVWU3cjl4OGZuTDhhZ3NXUHpRQWlsZnhjQ1JpUnl0d25oZm93aGRyUTJQdkIwNXZ4VHFxUEZjTjFQTXNTNjFsWFJIb0pKVmQzQ0d4bGlBSmkzdHpZdTdtRmNXamxyNFhoV2ZEc3IvbW56MnA3UnZoVEl1d21hM3RyY1lEMlhPNVltVWp0L0dEUnUwS3hlYm0wTWJPcHRua2sxOStVSnlJOUQwN09iR2hlL25QWVlHamhpMG1iU2RNSXg2Q0xTVkdnZkVDOEEwVnU5Yi91ZEFVTW5mTGxzNHZzdHc4eGJlblRmaTB1OGk4c1BBVmhUWHYyRmZKQjVHYW5rTmpLdDZsajg1Rk03VWhVeU16SXJDN1JLSW5idU1BQWc3cHpYYitNZHgyN04zTWRFVjFaWFU3VjNTeTNmY1FTeGppUGZxSml4WUJTRW1BZ3BWZzFtWnpCclhCMUx0djkrUjhOM1lwR2FlZU5JYzBpM0gyL3RQcjh6NTA4U1VuelcxbkxSdHZWTFQ2TTNJbmVid3JEdUEvT0dQRHVZSTRwRkRXbTRWM2ZhNnJtOFBQTmp0bzQvMWJiNmtlNktqYWt6NTE2cUlUN3ZPdnl2VzU5OTZIRHVxaWZVUmtzSTltVUFvTFhxMk5LVU1nNDJPb0tLUzJBVEFDWjJLMlpIaHljUG9UMDRRbjJ3dFdIeEwvdDZydDlGUHVBOTU0OEMrSzBuTnZ6Q3F4cDVDc0QvdlFDUkFwNTNTdnExdXREelczcTdsTEkwSTczMXQvVGhUM1Vodk9hMVpIN0EyLzkzcXF4NUdFQU5nSFVBY2dWTjdmbGhiZkxPdzR3L3dsT20zOEVNbTdvZHRaZ0VrUytxK1BqMEkzeFJ4Y2ZIcHg5RDZaNTBBdmN3R1BYeDZaZmtDWkdmRllFdFJKQ0dEUDBpTkU0ZE8zZmVsQlRwVnBxQStnZ0RtMXRXTGU3eFRYN1ZyRVVWR3FwRUVMcGFHcGYwRUZRaXMrNGZTUWJxMk1Ydlc5WXUzcFl6VEZVekZreGxFcU9hVnord3BLLzlqVVR1Tm9uRmpTQTZnWk1uVmdQZjYrSGxBUUFHQjJwQWVLc2xKYWdNQjFCTEpBNlVqcTAvQ3BOakJva3h6U3NmK0xWbjhQd3RBQ3FZZDlIbkxxdjhrTVVraTQrVzFYd0QrMTQ4NExWRVBBM2czbkJnUUlmanFHZE4wN2l6ZWRYaVRGK2dPZDRGdGJoaStqMDNkY1pPYjg4cktLNDZzcmRsOWNtREczOEVZQ2FrK1NrbzUwa0FFRWJnNjlwTjN1ZVpObWY2bll5OVpNcEhMclZaYlQyMDlUZUhTeWQ4eGhLV25ObTg4b0ZmWFhITjNBRm1nWnpTdW1ycHp3Rmc0c3d2RHlVeWJtNWVmWDQveHMyY041Qk0rY25tMVlzLzE5ZjVBNktpYXFEektXWWNhMjVZa3VXMUVvbmNiV0lJTCtUang1ZUVoMXowMFNQSHhZOFB0enpTWGMwd2NlYjhvV3lLRHpQMHQ3WSt1K3hRajFYZmRwc01uVTNPVU5Ka1RmemFsdFhucTVTRU1KaEVxczFPeXNBQUtkMnF2RkVVMmJScTE0VzByUHk1cWZXcU8xWUR1RDlqT2dQNEY2LzE1MXRlYTg1Y3p4ejJweGU0N3ROZVZjazc4Y2UwSi9iRnh3SGM2RDMrakNjY3J1eGozcWhYaFhNd0kva25sNjFlNWMyM1BhSG9wZ3MwdnUxM1pCclZNcFB3UlJVZm4vNkZMNnI0K1BqMFcwaFNvZmNveVBMOE4vTStQdjBaUjV1RmxxQnVVU1dRUDJvR05KNVZNWGRWWnVMT3BKcjc4a0NCZjlDczltL09mNzFIMHN2RW1nVWpORkVWaUdMTnEzYjNNSTJkZW1QMEl0YnViRER2YlZtN2RIMzJhRlJVMUNldkJWUDFrUlB5NGI3MjlZcHI1ZzZnUEd1R2h0WmdlMU5ySHo0cWxYVUxQeVNZOHBzYkZxZVRURDRKUUlZSGxENHJrbmlCRFYzWnN1bFhqVjdFOTJjQk9LYVo5OW14VlI4TkpXT25jUGlOMWwvajRNWWdnTjhEdU5zelF2NzI1bldQUEY4MjZkYk93b3N1eXpWaXRzdXFvNklrcUs4SDNHMGxCWVdGMEhyRHlZT2J4NlcrOGFjalVNN1BBU1NyYXVaUDNQbktUNFowblhrTFh1UjRKNEJTQUFzQWZQYXRuUTIvY1pNZHZ3S01xMHFHREJ5Y2ROem5VUjAxVE11ZGJ0djZGUUNJVlAvTElETHlybWx1ZUNEclhPVlo4cU9PVWovRTIxQlZvMmV5RUFaT0hQdlB6T2xUcXI5U2pFQjRPcHpFdjJIdzRDdmhKRm9QdHp6VUxhaVVWMy8xSXNzUTlScGlUK3RxWTN2dWVzdXJvL241WjkxcVI4QW1Wc2RiWTJaV2xZUFdMb0V0bVpLempTR2F1T0Fjem42ak56K1d2d0JMdkdqaTIvcUlFUDQzcjNwa3NDZTBKTHhibWdHZTJleTdoWld1V3NyZzRwemZ2K0lsa0szM1JMMm52T1N4dTd3S25EUkJMK25zbnp4ajIvcDNxR2o1amljbXpmR1MwNkplaGN2Zld3ejJuMHBHK2crRWR2MzJIeCtmL29RdnF2ajQrUFJiTk90Q1NRSUFCNkFwL05mZW4zY0o0ZlgxZTdkeXdtaWJ5bHlYWE5jbHJUVXBOWWkwZG9sTEZDbkhFUUJRNE9ZSnJUVnh2aUxXbXJUT0k2MGNFV1pOSEdMU1doTnprRmd6c1haRklCQWdBSENTQ1VzSVlTb0JVeXBoYUVHR0lES0pYSk9GYVpCU2hpQXlOWkVoR0FacmxrUmtzR0FCSnFHWkRBZ1dnbGt3a1dSbUtRUUxacEpNSkFXellJWmdJaWtBeVF4QnhCSk1ra0dweDZsdkNsMlFkZ2pzTXBOTkVBNFR1d3c0Z3VFd09IVXY0REFvQ2RJSmFFckExUW1iUklJRXh3TFNpQU5BMG5ZMGtXQVN4RVFKRmduQlFrZ2RFNEtKWWl5RVlPb1NMS1dwaFpCOHp1alVaa2RZbWVZcGZmRGdVQmRvMFo3UjVOOEVoc3Y1c001WHFqQXJOdzc1OUtzdkxPNXVTUmdlaVlZdHFUNnJIZjNTNXJYV0s4Q3ZlbFNIQkVpOG4wa2RTK3czbjhtOVVKNVVjOThRYUx1T1NGaGRDWE5kN3JLVGE5VjRFK1kwT002M0RyY3M2VFh1ZkhUOVBZR0FzcVpwVmtFSjdON1V1S0pYSDVWSS9jSVBhaTN5bWh0Mi9vODNTUUwwV1lEUjFYVjZPY0pHL1k0TjMzMFRIU2VlQnpERk0rd3NkcHl1SDIvOXd6ZDdQVWZDRExWcEoxR3EzT1IxYjdRK0VRRjRoWGZoN2UxclZBd0lxZ3E0ZkVCSUttQVdUa3ZqMGdRSjQ1ZXNRUURmQ3lBWnFZbU9nM0FIZFoxNWE0KzM2aXJQR1BYREFBd1N4dXR1c3VNSkFKQ0c4YXR0VFkvRW1QV1lxdHBGLzJnelhrZ25ESEV3TCtJa0VpOW5KbHRWMVM5Y29CVzJ0alcrdnJQWGd3QXd0WGJSQkJiNmZYRktQcjRqUjVBeWd2bFhKelMzaFdSb0tyTnpybVhBbTYrbHh5cXVuVGZZQ0puWGEraDh1OFArTGJBaTYva3ZMNy9OeWd1NDB6UkJDd1g3cEdOdXlmUmdBUUF1VVpUNi8wb0FPM0JWY3MyZXhuOC8xOWUrdnN0OHdVdFc2K0VIazBHbXAwa2RnRmxlSlB0b3o1aTJyL1kwQzhBSEwyQWY4dDltYk1EYnJIK3dseWIwSWE5TjV5N3ZPSzcwaEpXZkFmaEhyMzJwMkl0SUh1Y2xEWDNBTStkOUorNEgwSVdVb0xMRVcxOGt4L2VsbjhQSmJrOFZzQ0MvVXNYSHAxL2hpeW8rUGo3OUZna3FBZ0FRQlZub3YxQ2xTcmsxZE9oSjA4NHJOUUxpckJWd1RNT1JaRW9oVENuSWRGMllVcENwQkJtQ1hKTzFrRUtRd1ZwSUltV3dFRkpvYmJBZ1Nab01GaVJaYTBNUVNTSnRNQXRKQkpPWkJBUUl6RUVpbUZyREpJTEpZSlBJTWtqQ2xFRnRHaUNUQVpQWU5FR213VmJRSXNDQUJVdVFNTUdHQ1FHVGhMYllrQ2JJTUFrd0piRUZJaE9DVE1BeUFRNEJnQmtJZU9jMjlVTjJIN2YzK1ZLbXBnaWtKQjRTNlEraEJGQjZmZ0pTTWFzQXBZMy92TlVRblgvY1BaM1MvM0RlS0xCN0s5M3pFN29mZEQrbTdpVmthblpMSU5pOTl0VDFxV1VaTVRBY0FteEcwRUdJSEEwNElXSWJuSmVhWGdBSFlJY0FweEQ1TVJyQUhZeUJuYVBHT3VjZ0puY1FxRU16eDhDSUVhTkxDOFJJb3d0S3gwbHd6Rkc2QzRZYlEyZG43UERody9GM2lIMStWeUZERklJUlRKK3V4TG45TCsxdi9uMjNvQktaZFg4UkcrNm55Vld0cld1WDl6U09yWTRhVlFGMWh4S3czUTdWdEdQSDBxeHZ0TWRPbjFOZ2lFQ05KaTdRVUwvWTBiUWs2OElzTXV2K0lrSDRoS3Z0eDF2WHJUaloxMzRXT29VVkVEcFBHREt4YWVVREwvWTJUMlg5Z21tc3FiUkRuUDUrdDdBanpUdWhuRXNBb0x6eWpwczNyM2x3S0xUOXVQZVpxQUVJZjdwd1VPbURXanVXc2p2YjQ1MG5zaW9RQXFIaWdVVkRSaDgyemFMMXg5OTY1WEVuMlRIZWk2SzlLUjF6WGpIREdVR2FCcEpGblZxTGkxc2JWdXdoWWJ6TTJpM3hFbGFlS0svKzZrWEtTVjY2NVlWLzcvUVNZT0JGMkVJWVZsdCs0ZkQvUG5kcTMyT29qc3FJNVg2d3BYRnBQc0RIcStvVzNraU9YTisyTHZvbWNKdXNyQnMvaXpsNXRLM3BvWVBwODE4WnREOEJGKzJ0YTVZOGpUNm9tTEZnRklpK3FraC9mY2ZLaDQ5Mm4vL0kzU1lOSEhLTDQ2ZzJ3elF1WXNCdFhyMzBsY3puQjJaZ09pdVZKNVR4ekxiMVMzcjR0QVF1SGpOSlFaZEliVkR6bWdkNmpWTWZPdVRxRWNtemU4WXJwd05hSmVOdGpZKzhrLy9IdTBtdlBqeHZROUJyQzRKWG9kRFVpMmxzbW55dlhlaWRHUFEyWThjOU0rUGU5dU41QUFVQTd2UUVsRFFIQVV3SE1OOXJXZnFjRjdWOG1kY1c5Q212VXVWQ2VjRHplL2xQQUEvNWdrbzJ6RWgyLzIxaUVvTFlGMVY4ZlBvUnZxamk0K1BUYjlHQ0N3UUlZQTVLUVgySkt0YklrWkRITlhBQUFDQUFTVVJCVkNQemxHWGx3VERDVUNJc0NmbXNSVmdLQ2pNaGp4bGhRWlRIaEREUS9Yc0lvQ0NZUXlBS0VpSE1ESU9JSmZNd0dTSlhFdWRMTmxsYVRJTEFrb21rSVZpQ1NCck1BakFsU1JZTUVpUlpFSVFBU0xBUWdnaUNCQWtDQzVaQ2dGa0FRcEFnd2N5Q1JMYWlJRksvblJjV0JOQTlTL2NQOURTV29WNGZJa3ZaeUlHWkV3UzRERklFT0F4MnZVb05GMFF1bUYwUVhEQXBnQlVBRFVMcW5xR1pvSWxKQTZ5Sm9VRFFER2dRYVdaV0JOSmcxa3hRUktTaFdZTllFMGd6eUt1STBBYUlEREFNZ0F3UUREQWJBQXd3VEJBWmdQYzdZREZSZ0RRSFFBZ0NGQUE0U0VTV2Q5eGg1QWd6M1QrenpsdjJUMHFsUUhTZkYwbXdRYkFaY0NSZ2s0VE5VdG9BYkV2Q0psZzJGNGFkc3NJaERvTlBnWEdLZ0hZSU9ncm9vMkJ4MU5heG8zSFhQWEo2Nzk1M0syWWJ4RlFFY2I0ZGpnU0o5T1BKTStlTmdTRS9MSWxlM0xSbWVZK1dIK0EyV1dYWk54Q0ppeDNGUDkyK2ZrV1BDKzY4QW11MllFMXMwOHJOenk3UHVxaTdzajVhcWxqL1g2WDE2dGJHRlh0eWwwMVRNWHRCbFpDaWpFaDM2V05IVi9jMno5U2FCVmRyeG5WSlYvMXd6N3BVSWszSjZEc0x6N3o1NUFQcHNvcjJVM3Nhb2UwUGV5TFdIS0Q2MGFyYTZaVXN4UWJTdkt0NTlaS216SFZPcVp0YkpyUzh3Z1Z0dHdSUE83Um4zUVN2bFdncGdIOEdnTWszemh0amFKcW9YT3pVcmlyYjNMaGlLTUQvdzVwRFhwWEFENnpnZ0FWdnZQejltbVQ4ekFRQUF6TTJzWEx3eU1oL2w0NnJPeVpPbnRqWWN1cDdpQVRzU2UwSGQ1MEZ1TWl3OG81cFRjZGExMFgzQXFDcE5XT3VaT2hrYzhPRDNhMDFsWlo3bllDMG10Y3N6bXJueVdSU3pYMURoQkMzZy9uaHpTdVhka2Y4bGxWSGcyU3FTRUluWDdVTW9RazYwTHg2MXd0WjQrUk9CMXdEeE5zM3JWdmNvem9vbGNLRWNrWHEwR2x4ZW4zdU9BQk1yVnMwMVhFNnhpUzA2MTJZaS9kaXBlRGJpUnkvOWY2clM4L1F0UzhSZElsMysxTjRKSjBDMVFkMW5tOUxid0tKNHhubC9zQnJUOUplZEhPZjFVdnZ3RE9lS1BOMkZUMzlGT28rSnd3SVRYNzdqNDlQZjhJWFZYeDhmUG92ak9KVVVRUUpyVkJZTm03eXp3Rk1JVVkrQytRVHFEZzlhM2ZGaFpFOUlWTmFvQjRQc3NVSElvQTU5UUdjUUJyRVRBek5BRE1SRXpqMTRaeWhtWWdCWms3OXpwUXkxV1dBTlJGVWFoa3dtQmpNVEFDRHdBQ1lpSmc1TlM4RE1RRk9nQ2dCSUtuQlNUQWxDSlFBY3hMZ2hBYVNJRW9JY0FLYWtxbDVkVklSeHlWUkFvb1RVSlFBNllSTElzNmtFaEJHbkcwbm9TaVpjRTVUNHRTcFBZbS96eDc3c21CWkdZSUloNE9zakpDdGRSQXNRZ0hBWW9rd3RBNnhFQ0ZBQjRsRkVJS0NSTWhqcGtHQzlRQUdEUVR4QUFLVk1LZ2cxYW9FQVlJRUl3QWdER0pCSUFsaUFTYnBsWTVMVHQxN2dvWUFDQWpJTUFJU0tCby9KVWJNaDVseEFNUUhOWENJTkE2eXhsdGs0cENBYzlMVjJySGRnR3NtbFJzTEp0MWdMT1llTGk1MnNXT0g4M2FWTUN4VVdMQXcwNjlkMW13QVFFWHRvc2tTdUNPaDliZTJOeTdwa2RLVG1tZmNSQ0pjRjJQNTZLdU4wUjRKSnBXMUM3OUlHb2ZZRUZ0YUdoYS9rVGsycVNZNlJHdjN3K1M2amEzcmdrMjV5M2F2bzJadWhJRXdhMDQ0TGxxMzl1S2pVamxyd1RTVzRoWVZsOHUzTjBYUEFFQjVlZFE2Y3ZySnVWb2xSNlhuTzc1NzNXSHZHL2pWQUw0c2paZCs5K3JHSGNQY1pPeVVrK3hzQi9CNWI5YUZVMnNXSkJYSkt6anV2QlFJeThpYmI3N3lCd0FiQWJSNm5oUHVwT281cFVMSmtUcHBQSDlrLzlyUEhYbHpmYnA2eGZWYUtMNEg0SUNkT0YzZ3JmZW9KN1IwQVBpaU5JSUR3MFdsNXViR24yd0REZ1RLcHR3eG9mM29ybEg3WDMzcVpnQUlGdzdkMVdyTHJhbGpYRGpPaFdGc1hoMDlmNjVHM3hNZ3lkZXdZYnpkUlRnc0N0N0d4SzJiVmkvSmF2MFlFRlFWTEhET1pObE9rTlBqKzQyVjZRcWZsQ214K3prSHRGWXFaMmhyWTdBNWQ3MVZOZk1uc3FLUkpMVVUwdHE0NS9jOTQ1VWp0Zk52VUk0NkNkWWhyZTIwTDRubGxaYjFhakw4SHVhOTBOYjMyZ1hNazJraS9QOVhVRW5qQ3lxOXdvbnpLanNMWXIvOXg4ZW5QK0dMS2o0K1B2MFZtYW9tOFNBVWczQXBnY1psRkNBQWdNc01CNFFrTWRzQWJFNkpCelpBZHNyeG41UG5wOEZPdFluQVlZSkRnQU9HdzRCTlJBb01tOEZKWnRnRWJhZSszV0tiR2JZR0pRRmxNNU10Z0NTejRRanB1SnJaMFZxNlFyT3JOVHRDc3F0TjdSak1qdU5hcnUyNnJoWFVUaXhwdTZGRXdqbDgrTEQ3OXlsdy9EWFlsOWkzTDh1UThrOUJEQm8wTmk4dlQrUXJRK1N4NEh3cHJEeDJWWjRRTW8rQmZFR2Nwd2w1eERvZlRHRW1GSGppWHpHWWkxTDNLQUpRek1CbEpHZzBRTjN0VnVmVnY0QXJDU2RDSnA5aXl6aGRxT1ZKRk9TZHVrVGpGSStmZkVJem5SS3NqalBoZUJMT0VUNXRuVGgyckswTEtZL0ZmTkI1VHhVaHJiekpkUXV1RVpwdnRKSDR4dlkrMmpRaXMrNHZnc0F0ck5RVHJ6WXV6aFpVcXFOR2xhVnZTTEw5VWtDWWx6ZXZ6RTc2S1MrUFdoYXBPaVkrM3J4dXhkcmNkYWVwbUQxbk9JUVlKQVZyc0Q2eHRYRjVqOFNacVRQblhzb216V3lQeTYvdmE0cDJQM2U2YUgvVm1aMDdQd05RUWtqem9GWjJPcEZGQVhnZHdNZTBzcDFFNTZsVFhwdk9hTS9Mb3RBSTVuK1hCWVZiVnk5ZFJJU1JGYk8vZWszNzdqWG5QTUVrQWNBZE8zMU9nUkd3Sm03ZjhKOUY3Q1EyT01tT01RQWd6T0J1N1NRK0RtQkxaTmI5UmE5dmZlcUhuYWZmT3FYZHhGb0FWM3VwTWtRa1ppczNjZVgrYmI5TGU3OWczNWJ6M1J6U0NCNDcxNzczNjJpS3VwRlo5eGVSZ2N0akNUeWJIaDg3ZlU1QlFVSGc1N2FLZjdwdDFkSmVmV2lxcTZOR1YxQjlYQVBjc21weFk4WVFYVEZyMFVTcFZYNnlVKzhLNUJ2LzFMeDZ5WG5UMitxb1FVSDlrVE1rZmxqSTdpeVhnK3VCYUpZQU12WEc2RVdzbkxFazlMaE5LNWNzN1czN1ZYVUx4N0tDS1FLNDl1eUpYZi9MMnEwbkloQllsSlplRlRoNGNLTWZiZS96dHdtZEY1dUlTVUQ3N1Q4K1B2MEpYMVR4OGZIcGx3d2VYQjVpUnJqYmI0UDROakFHQTl6QjRDNFF1c0RVeWVDWVlJb3hxSXVCR0RGM0FkUUZvaTRtamtIcExpMUVGMWpGaUdVWHMrcGtFZ2xBSlZpSUJHdzNvVWttZEZjaVlkdEluaXBCRW52MnZHdmY5UFhvdGZCNUw2SGIyM2QzdExlajQ0OVlSZzRmUGp4Z1dVT3NHS21BUVRvZ2lDeEJSa0FMNUFuU0l3VkVLUk9QQUhna2dVb0pLQVZSS1JHR0FUUXNaUytUVVRHVmFrVnlBQmtIY1N6SWdSaVZJRlkyWVBJUkJyZHByVWNTa1puK3YyRllSZGZCWmRjUjlQMitmQzhtMWR5WEp3enpDNjZybXpZM0x1dGhmRmtaY3FvMHkvd0E1S0RZQWZucjNHVk5zbThCVVZBNCtwbStUc1NVNm1neG1XNGxLZDJsbEpDYkc1YjBpSGFkVWplM0RHUitpSlg3NjMxTlM3b0ZsY3FhUlpHZEwzN3ZTOHhxU0NoL3lMZmpuY2ZMTW1OdUx4NXp3OFdIWG5zT1pyQ29aVUwxNTIvZXZLcTdMV2tGZ1B1SGxrWXFBVHdqaERGUWF6dlEyckJpVDZheGFIbDUxQXJuT3pXYTlPdUZKU092YWovUU1vWkl2bGswNk5ML09YUGk5YThCNENuVjBXSWhuR3N2bTNMbmc1dlhSQTk3bmh3UEFSZzVwanI2cjZaNy9MNmRMejVlcW5WeWhEVERBNjFnNGFCNHg5RTNwUmtLRmd3WWhUUEhkODBGMERtaDl0NFNEZU1HZFM3eHdvNFhIK21FRjIxc0dmUko1Ymh6MnRiMTRVMFN1ZHZzRExtM2tNYkFrMGtqc3pXSXB0WXRxdEpNK1p5ME5nZkR6alduOTV6TmN1aXRDcnJYdUFyTlJjTDlBTU42cGEweG1yV04wVmRHQzFrN054Q0pRRkxGSCt2MSthdFpjRFdBWWlMTnlYUDZaNmRPN3RGRmdRSVhxZkk2Zy9OVkdJQXZxdmo4VGNJWjdUOEFDNTJxdnZMeDhla24rS0tLajQ5UHYrVEVpUjF4cTdoOHNTbE1RWUkrU0VTVDAyTUVLdkFlZEJ1b252ZlE2SFlsU1kxSm1Tb09vUFRiYWZyZTY5b0llS1VEVmo1Q0FJb0FZUHdVSUdWc0YwZXEraVZKbEZFQncyUURuSjZXQkZFU09sWFZ3a0FTNENTSWtnTHdLbVRJdStja29KTU1KSVVtVzRFU0FyQUJuUUNscHJORFNaQklNRlRDdEN3bm1Vd3lTSEJXdW8wUVRISGlHQWttTCtGR0dvWW1LVmwwQ0JaQzhsbHhqa2tJRmxJeW5aSnNtbWUwRUlJTncrQjlocEYyZUdYc0NISEsyeENjMFhLU2VmOVhNMlQ5QzBCOTNPZE1pd0NJRThxOUtiWk5BRkRtdW1UYnRuQ2NZbUVYeEpWeW5FVFF6Yk5WMkJHMm14U3N3aFJTN2dFVlVFSzdBWkZPWVZLT3pvZmdBUUNORjRMSGcza2NCTXFZYWFRZ3l2TzJZb0pnRXFpd3UyS2RNSkZBc3pQY2hRRUFyblBxaG5NSFYrMVRRdmZwZTJFaGVMZFc0cVhOalRzMzVENm5rMmN0cWlDbUVVeEl0TWZOMyt6YkVUMWZSVlVkTlN6aHppUlFSVkxISDI1YjkwaXZ4clNqNis4SkdGQjNpYVJhcWFVNWF2UEpvejNhZ3liVlIwc05yYjdzT3U3M042OWJ2aXM5dmFwbS9rUWxWTEhyeGpVSmMzKzg4L2kvZUdrcEFJRHk2aS9rTzdIWUJBQ3dFK2VPWndncTNTVGk1OXBUbFVLc3dOeWo1U004U24yQ0hXT3RJSHZFUmVQcWZ0QjVhdjl6WTZiOTA4QTJOL2c3TkVXNXZQb0wrVExvekU1MHFyWGIxaTlOYTUvZjlGSlU3cEQyVzhmWUd2R1kxc25POHZLb0ZSN2gzQlJMbm00SWRiaEpHanhrdHB2b2ZISEw4VjJkWmRYUllKamM2a1NuKyt5MkZ4L3AxbEFEaHJ5VmlGOXBYcmQ4UjEvUFVlWEFra2tBWFhUa1hPZjNEbTU4dEZ0d21sSTNkNVFMMTlqY3NMeXBzbTdCQjVQYTNMQm56L20ybmFsMWl6NmhiZDVvbXJnRUdqczJyWW5tZU4xVUd5VUQxRDhwa25GaE83OXNXL2RJVis2MnA5WXVuR1c3NmdDa01acnQ1TXB0Njc5eGV0RFlzUVVNSkx1OVBjK2Q2ZHVveWNmblBZOU9wa3NGbVNCSXNpK3ErUGowSTN4UnhjZkhwNytpRHIyK1kwdloyTW12SVNWd0hDYWdSNElJZzBYcUFwUU1ZaGlwOUJ3WURKam5UVkRaVEkzQkFNRUVrd1N4SkNiSnhBWXhKQk5KWXBZTU1zanIxaUJDQ0JrdFNObWVMSlE5VFdTWXlpSzc2aUI3dW5kRkxEUGY0RFA2UXM0M2RRQmdXSlpwZStheERzQXVFSFFJY0RnSUp3dzRERGhFZVE0QWh4UWNEcE1Ec0ZPSVFwdVlIU0p5ZVNCc1lKRERKQnhpVG80Q05ERXIxcVJvckt0QWsxTUdzMFFLZ0dJbVJhUTFXQ2dJMk5DWkYrRWFMTmlGSWlZaW5mS0owYXdCVHBuWEVoTTBnMGhyQXArZlQ2Vjhad2lzTldsQU0xSStOQmNBRXlCSXBOS1NCTE1RRENZd1NJSXBGZmNzaU1FQ0RQS01Xd2tNWW1ZQlFZS1laUFlhV1FvbW1WbzJ0YzVVTkRRTFFCQXppM1JVTk5nbEZwYUFaa0dBZ0drSVpoSWtTVm9oRGxwTVFZQ0RNRU5CV0J3U0NBWk5nNE1nRG9MTm9JUVZsQ1lId1dZSTRLQTBjN1NiM0FTbFB4SUM1NEh3SmVId2k3M0VyMUpsM2RkcW9MbXJwZUdCSHBHdmxiVnpSMHZXNVFyY3pxNjdiVi9UUTFtdFZCRkxSUWlZUURyK25UN1RYNnFqUmpIY216cHQ5eWRoYVY2ZHNNVW01UGlvVk5UUEd5eWhQcUlaUDkyY0lTeEVhdWNQMDJSYzdHaTFZL2psMSszYXYrM3AvOHJ4aEJEQjRLRHB3ajErT1FDQTFaV2V2MHJxNEVoTVlOYUl4MDZlWWtIRjJyVjdWRklZWnFoSTJlNUxFR0tJUVFIZTlldzN5b0lGQTc3V3R2YWhWd0Y5TFFEeHhpdFBESGVkcmxQS1NVelBXZnhncUdCb2JPZUxqdzlLR1pvS3VmL3dEOGJIZDU5NFE2dms5ZUhDWWFPZHRuTkhIYWVyQmdETzdIeWlmZURranoyWm1iaFRVYi9vZXNFUW0zSk1kVE9aVWgwdEpyZ2ZkcEw2MndjM1B0cDlERmZXUndzVjI5TmlDZXZwcXJvRkgzZWhOclkxTGswOUQ3ZmRKcXZPWGo0am9kMW1FUllKeTVXOGFjM3VyTFl0M0hhYnJEbzM1aGJOMnVoeTlDOTNyVnZlUXhTTDNMam9DbGN4RENsbm5vSDhuejFOM3pnSEFDUWxFd3Vkc29waUlRdkl2d2oxK2R0RlU3SmJrR1pJNlBOL2JYMThmUDcrOFVVVkh4K2ZmbzBHSHlKR093R05uU2VkZTNxYlJ4WFpvdERORjQ3ckNCMTJoRkpCRVZLdVVBRWxtSU9rbFJJQlN3bldwdEN1RnF5VllNc2laazJtMGtJekUyQVFtMHlzbFRCMTZxcFhhemVzQUVzUVd3VERJZ09tQWdkSXd5VEFJc0RTWUl1QVFLcXFnQU9BOEtiREFqaEFFQllEbGdCYkFBS2NLam0yQUFxd04wMEFGcWZrbEFBQUMwUkJBc0pJR1RsWTNyUnNzYWEzTktDTWlwMnN1R01BZ09pZUpyejdyRlFoeWwyM09MOXljWDRUek1URXhCQXBRWVFJREVoT3FWQ2NFa2xZTUFBSUJudkxNa2gyVjc4SXdhRFU2SVdSMm9oM01JSzY2NUdJdlZvbFN2MUluYVB1RThWSVQyUHFUbHZxUGxYcENpZktpSUdtN3ZQZ3JhdDdiWm5uTTNzNm5SZlpNazhvTWhmTWVuTEFyQk1FNm1TZ2s0Rk9Bam9aM0VtZ0RtWjBBdHlSSGlkR0owdnUwQXFkeExwVENZNlpNTzRCMFFkVEhza0FNVDhIb01OUjFKSjc2aWJYTHBoSzRBbWR5djFSN2xncUtVZGN6a0lvclhqdmxqVVBIYzRjbjFxM2FLcldPa0lRVGE4MFB2Sm1YMDlQWlVCZHhRN3RMcEJpbG9hemRVZlQ4cU9aNCtObXpoc28yYmdWbW5hM05vck4zZHV2L2tveHM0Z3c4Y2t3bzJyN3R0RHlYR1BSY1ZmZE5VdVNMdW82MS80c2dLaVgvVjJjZWpxRUNhSVFHQ2dhZU1rWWFhc2Y5VkZaeFpBMFNrcDlqdXprcnZ5QkZ5ODRjMnpYRFFCdVNNK1FqUFdaREkxNHh6RUFtSmI2VGFQcnpFRUFtQWtBc1hOSHN1YzlkK1RYTFkxWTFuMXVhaGRkSzRDYVRhdDNmYTJ2OVY4eGMrNmxocW4vV1VOL2IrdXp5N285YUtiVXpTMVQyb2tvd2V2Q1FiZktjWFRMMW5VcjlxWEhJMmZIVldraGozVWtzRytRb2Q4ZlkvRmNkeXkxUjBYSCtHb1FEN1RQeGY5NzE0czlxNHlxNmhkTlowWEZrcFh1VlB6TFBZMUx6cVhIU29mTkhOblIzalpDMldjQkVrWWdQR1prZGZYdHg1dWFvbTZmSjh2SDV6Mkt5QkJyaVNCQWZ2dVBqMDkvd2hkVmZIeDgralVIZHJkOTB5dkQ3NXNUUUk4WWs3OFRTa3RMUTBJTUNNYUZDaGpFQVlJWkZOQUJJbGhreUNCWWhTQmxBS3hEa2tWUVFRZEppQURBUVRDSEJGRVFvSUFHZ21BRVFSd0NZQkdSd1F5REdDWUJCaE1iQUtXcWV3Z0dBU1lURzJBS0FPY2plNG15NmluU01zSDVhWnpiUWtPNTA4a1RTVHhSNUkrRmtibUZubGZRR1ZPeTVzdVl6dW1rSmpDQjA2bE04Q3BudkdRbUFHQWJvQVFCdG1iWVJEMk1rQk1FN21TTlRoTFV3ZENkcE9nY1Mrb1VyRHMxcUVORGRTaW1UdExVR2RPZEhhZjM3dTM4MHhKSnlxMnlzYmk3V3dSS0hVamp2bDFiVitUT09iRm13UWhUaUMvR3RieDMxN3JGUGY2TEdDd2pKR0VvaDdkdVdidms5Y3l4cWJQblQ5R3NMb2N3VG5RZUVEM0VtalJWcytkTlYrUzZNTXpoQ3ViTzF0WFJYWm5qVTZxanhUS2dQa2theDAvTDA4OEMvNjdoZVp5WVlmMUp4OUVyU2FtUjZwVFZrQ3NJQUFDeEhLb1V0cjdaOW1RNlFlVTVBQjhCZ0VqdHdzKzFybmw0QWlOK3o0bURXN1ljMmZPSExORmc1T1RiUngzWStuTUFJRVBJOXE3OWNtdmVDUGU2SVpkV2YrUE1zVjN6QVdEU3pIdnY3R3cvL01MZXJVOGN5RHg4QUQ4RFVDb042MFhsMmxjRGVLbjgraTg5RU84NnMvZk41cC91TDcvbWk1TmR6ZnExRjcrekRVQjk4ZEJ4cFNQS2E5N1k5dHpLZFdtRDJNcTYrWk1JZWpvYjV0TGVqaTE5Zmd4TGY5cU4yNDlzYVRvdm1FeXFpUTRSc01jZVBSZGJPYmdvT0lWZE9ybDEzZkx1NTJqeWpEbnZVd3A2aTQwZFZVSDNrNVIwbjN0MTNZcXM1M2hTN2Z4S3dicktadnl5N2NXZVZVYVZ0WXV1ZFYzWlFWS05RSXpYN1hvaHM0cmxOa2xHZm8yeU8zY0JtQ0ZJRmdYTTBNVk5UZEdYKzNvdCtQaTh0K0dNS2p3U0VIN2xsWTlQZjhJWFZYeDhmSHo2TVFjUEhvd0RCOTlMNXBBR1VDNVFGaE9scmt1TzR3aFZYQ3kwVXFUZGZKSHZPb0paa1FxNVFxdWdZTllVVkVyb1FFQXdhMkt0QkFjQ1pDa2x0TmJpQXJiM1o4ZFZwaXNON2RxdTYwckRWbkU3NUpvaDIyM3Y2bkp4OEtBTG9FY0U4SHVHMFRZUm1mbVprN3dXdUN3bTFONWJZb0UrZHdabjd0N1RrQjJiRzdrcEdpWlhmVVF6SFdOU0p6ZXZYWklWNFRxcFBscXE0SXdsTFVlMHJIN2d3VDcyUkVSbUxab2dpQWRvZG5jeE1UYXZ4dmFzWGIzeW5rSWpxRDlHV3J1YlZpLzlhZmYySTNlYk5NaXBqN3Q0S2l4UkZlL1VUZHRhb2xscE9DVE5FQ3NIaXRXUjFzWWx6d0lZbEI0cnE3NHJPQ2cwNHFOMlhEd1REQmZQaW5YRTRTYk9aaTAvdm5iK01DdCs5c3FVVWtKMGVzK1p0b0xMODYvU21rNjl0dkc3aDRDb3FLeFYweDFEUHJkMzY2Tjd2Y1VrZ0s4QVdBYkE5QXh6dndUZzl3QSs4R2J6RTNYeHJoTmZUclVzaWFFN1ZpODU0bzNOT25kaXo1RnR6KzI2Tk4yNk5LRTJXaUpJMVdudFBObjYrOTZUZm9EYnBCWFV0emhLTldZTEt2ZmxDZWpKdG9NdHcvSkRZelVid1phMUQyeE1MMU5STzI2aUVGemNza3F1amRRNVZ3dGhibjFsM1pLOUdTdW1pcG56eGtzaFAyWXIvbTViNDVJZVZVWlZOZEdKbW5UWWtPNFlkcDBuVzE1NDhHelcrUTFlZkd0SGgvTkxadlVsSWtCcnA2UHoxSTRkZitjZVN6NS94MlQ1QXpGTFpyOVN4Y2VuUCtHTEtqNCtQajQrN3lWY1lBZXdEemlZbm5Mc1dQZmdtYi9XWHZVVHlseVgyRUJlVm9rUGk2eGZJNUc3VFNEL280TDF5ajJyc2dXVlNUWDM1U0hoVG1jaFRrcXA0aWRpaDdLRWtQTHFhSDRBK25yV0VMR2srSFpmK3pHcGVzNXdTQnFVWVBtS1JhaGkxOTRBUEpnUjRSc3hpd2NVM3dobzZCTW4vaU5yNGNHRHJ5U21yaUJ4cFVONi9iYjFLN0pDc1NLMTg0ZHRlLzQ3SlhiOERGN2I5dlR6T1p1KzRjRDZuelh2MSt5U0VITllPVU42Mjc4Z1kwcFhvdXQxQUhDZCtMbmlTNHFydEhaMVM4T3lWZ0NZV3VOTWN5WGkyNTZSYVRHajJxdUl1d0lrVGhVUEtmL1hNOGUyZnhPSWlrc203Zmpldm0xUFRvdDNuYmduRUNvNTBQN1dGdDYvcytGYUFMZWs5Si9nWGdZOUN1MHlQTlBlc0hhL3dpNDF0SzVac2FlMy9RT0FxYlZqUDgzZ2VJYzgxMTM5a1lwaURzeFNDZFZzU2hvQmdwWHBoVk5WTjNhMDBycW9aZFZyNnlLekxpMFZaTWxYVnI2Nk9YTzlGYlBuREpOUzFtcnRmTCt0Y1VVUFFXWHFqZEVwMm5YTG9PR3liZnl1cFdsSnQ2Q0MyMjZUSmVkR1RHVmhiOSs5NGFIRFplT20yS25LTFNKbTg0K29MSXVZcGFQdHF3L3UyZmFIQzEvR3grZGRoQ2lqL1llSW1TMnZudEVYQ24xOCtnRi9sVy94Zkh4OGZIeDhmTjU3MkxZdENNakxucHJkUmlVR0RaMUh6TzJiR2wvTGJkVWdVd1FxV0hJZVNJWDFzUk1iOXpYOWQ2WXhMZVVGM0h1MTBsM0VhTnJSRk8zc2F6K3NRR0RHNmZhanJhWjBQM1gwYk5kekxXdlBWenFnT21wRWF1di9tWmhEaXRSVExSbW10UlcxQzJjeFU3NkdDTVNTNXJyY0pKOHAxVjhwRmhBZkVFS21UQ1JqN1hiV2hrRktDS3RER21hWEVHWUhzejZISElpa0pUUjFtSUh3VUFBUVJpQ3NKSFJydy9JWEFDQXllMkVOaEhBMnJ6UmJnZWhNQUd1OXRxSXJBS0Q0b3ZHUG5qazIvdHZ3eEplUzBySDdtUFVIQUhRbDQ2Y2UycjlqNVNOZ2RST0FKOHNtM3ZqZEs2Wi9QcUtkK0xmU1ZTcEZLUHFLbzFWRDg1ckZQU0tsMDFUV0xicUx3WG42eExFbjBzTFg2UHA3QWtKYXRSMW5FNDBzeVJLQ0N6WTFMdTAyNTU1VWM5OFFBaWFJa3ljMkFyOVNaQmpUdStLeUpiZTF5SkNCZXh5WG1yeFk2U3lxNmhkVnVLNVRDSENSb2RUR2xxWm9lK2I0NVBpWWk1aVUxYkx5d2UwVGFxTWxnZERRaVlEbmxRVDlkcUtLS0JrOXVuRFlKZU5IalJ3MytaNVI0OTBkcGluWGpodzMrWWNqUmsrODdHMlc4L0g1aThBUVdRSXpDUVQ4Nnl3Zm4vNkRYNm5pNCtQajQrUGpBd0JRYWhBeGRWZXF1S25QQ1NuVDRFamticE1HRHYwSERVNjJOQzU1TW5mWlNYVnp4Z2lJTWlYa21aYVYwZDlram8ydXZ5Y3dBQU0rcUJTMnNPRDJsdFZMM3VwdCsrWFZYOGpQRHczNmxBUG5GOFdETDVyUlpaLzh3Y0dOMys1dVR5dXJ2aXM0S0tBK3lxQzNITTJidGpSMGl5YWlvbjdlT0dJdUlFVmRZTnFSSzlxTXJyOG5JSkQzZnBBSUoySm4zZ0l3UG5mN2dieUJiMTN4dnMvZmhRQXVhMTY5WkNXQUZRRHVUeC8vcnRmL2Q3ZnJKZzZ3SWZQZTNQTHlCZ0FRUXBqaWhOd0tnQ0t6RmswOGZ1elY0RnR0VDEwUDRQRzBrQUpnUFVqR3dXcjJtU092YmdGZVZaVzFjMGRyVGZrdEt4ZHZCS0kwN05JMVh6dXlkOE1pQUFNQTdDd2RNNnQxNElBcFAycHBXcFl1MEtLcHRRdHJXYUY5eTVybGZRb3FVMmN2dWw0eGlwc2JsajZXT2IzSUtaeXFUVzRwQ2tyTGxUengyTmw0ZDhwUmVmVlhMd29Zb2ZwTkt4LzQ0ZWo2ZXdKVmRRdHVWelplekR5SG82K01GaFlWcTM5eGxWcTdkZTJ5emJuYm5WSTN0d3dzUndqQ0VMdkwrWFZ1aGREWTZYTUtUQWN6YkxhZkdqdDlUbjRJK29iVFR1ZHVJdExNQUp0TVpkVjNCUWZMaTRadlVzRURhSXFxWVplTUgybEtjeW9rWHlwQTB5SHBlaUlxU3E5VEV1NVVVbXgrUjE4c0g1OTNHMUlKWk9iUmE3YUFpQUJhL2dTUEt4OGZuNzhWZkZIRng4Zkh4OGZIQndDZ0I3b0ViZVdsaXRiNUtJaEtJWmlBcUVDSmV3TUR3WmFHOWQvSVhhNnlkdTVvMG5JYUU1MUpxcDdSNVBtcU1LS0pDNlNnOWsyckYyL3NiZHZsMWRIOHNHVmZ4U1IreFpyTENPNGJ1OVo5TzhzY3RTUlllaU1MdU9TcXRpMXJsblVicTBabTNWOEtKY2NBWUJidTN0YUdKUWR5MTErRW91dUprUS9iL2oxWXpjNGNHM1R4TlNYdGg5YkRUWGFjUUZCY2VnYW4xK1VzTHNUZ29WUEdsSHoyT3lRcHFHeTFYU1k3SEFCUWp0M1YwaEtOVmRiT0hkMXhmSC9wVzIxUC9SaEErc0wvT1FETElyWHpYOTMxMG84ZTZ6cWJDdCtwckpzL3lZQXg3SlUxRCswQzhIOE04Nkc3Q29mY2Z1K1J2UnNxQWZ3Y3dMU0RyNjFkZnZDMXRUY0MrQUdBWnlycTV3M1ZHcE8xVlAvVjEvTlhWYmR3TElQZkp4UEpuMlJPajd6L2F6ZVFxN3BVTXU1U0lIU0RqbmV1UGJqeHNUaThPR29ENWxSOTdPaFBVUjAxQmlBNURZcDNibjUyMmY3MDhtT256eW5JejNQdjFNQUxtOWNzeXowM3FKaXhZSlFBcGpJY09Heis3N2IxaTNzSUt2a0ZacDFqNDFsTlZuNStXRXlPSmVNYlhOVTFWQUFhQkxLc1lZT0xnc012VGlidE15T08vdXB5R2pmcGRtS2FRZ0tqd0ZRSVFGQk9Mamd6SkRIN0Y2MCtmM1drMWk0TG9ZbFN4dXNFWVpXVm5aVDc5cjJIUGJSOGZIeitiUGlpaW8rUGo0K1BqdzhBZ0pVaW9sVDdEek5PRXFFMFZTSGh6dEJFNHh3dGZ3RTBaVVhlUm1ybkR3T01zU1RWMEZpOC9kYzdtcjZUVlNGU1VYdi9aRWxpb3RhOFoxUEQ0bWY3Mm5iQVRFWmNsdnRJeFljU0JRcGJWKzlzeXZRanFLcGZ1RUJyOVR4VW9LdTVjZkY1cjVieXFFWFN2WWtaaDdxVWVtSFh1aFU5b24wcjZ1WmRCY1dqV1lzWG10ZGwrNENVbDBjdEozOS9wUDNRZWhpQmdpSHNKRi9jczdiYkt5WUlBT0ZCb3dkcDRvU1VWTWFtK09uVzFRL0VMcXY0eU1LT3phK0IyVDB6cVc3aFdDZ3VMeERCcHdITUFUQVJ3SGNBN0lwRW9tRWl0enJlZWZ3TUFBVENBMnAzYlBoZVVhS2ovUW9BVXdEQWRXTFkvZExqcndCd0pzK1k4K1c5VzU3NFNNZXAvWGNBdU5hNzZWZi84QjluM0dTc1FTdTdPSlZKbHMzVW1nVWpRUFR3dVhQSk8zZHZlTGlqZTNydHdsbXMrYVFTK3FBdzg5NTNCcWQvdjZmcHZCZU9vY3daamkwYXRyUjh6NG5VekJ2bmt1RE5hNVp1elZ4M1FYN2dWZzErYzNQRGdDV1Vzd0FBSUFCSlJFRlVrcDZDeXV3NXc2VkJVNWs1N0doelZWdGpOQ2NKS0NyQ1lmMCtzTHZlMFZaSE1PQmVZM2U1TCs5WS8vRHAwdEVUa3lRRlF4ajVVaGp2UDdsdmRRbFlmVWlTVVVTVUN2ZGlQbTlKa2ZrWUtlOEtvVW1jaFkvUHU0TUFJRkJlTHNwaU1XSGJ0bkNLaTRXeWJWSG81Z3ZYZFlRT08wS3BvTkJFSllLZ3VsdCtCQWRzMi9iYmYzeDgrZ20rcU9MajQrUGo0K01EQUZDT0k5Z0s1bE1xcmZva0FCaUJBWmV4b0tUV2RrTmI0NE5aRjh6bDVWR0wyWTFJUTE5MjVIVHMzdzl1L0U1V2tsU2tmdUZsQkw2QnRYcmRsRlp6NzF1TmlxazFtS1pJYWNYc1drSkdtbGM5MEYyTlVWWWREWllFMU0wMko1KzBLRmpadkRyNjgvVFlsZlhSUXNYdTV4eld6U2FzRTd2V0xja1ZWS2h5MXNKeEFyaUdXTGR1V3J0NFcrN1d3NlgybURPbm5DNEFzR05uRHJXc2ZmQTZBRE84aTZOUEF0QmxsODhvUDNWb3g0azMyMzV6SDhEL1lKaWh3QnRiZm4wWkFNaEEvaDVUWTN6TG1xWHBscWZ2bmQvM3U0SnN1VE82T2srL3BwVXpIUUNTc2ROZjhvWTFDYU1sWER4OFc5ZXBBNDhDY0NmWExwcGdrQjdWY1dyL0hBQUxBWHdVUkhlQmNZTWRPMU1DNEdJQWUzT1BvYnc2ZWhHRXVqdXA0cmZ2M3ZCSVYzcjYrMmJPRzZPSUUyZHhka2VSVzNTOWNPSXRhVUVsY2xNMFRMYitjSkpGUTF0VDlNelk2WE1LV01qeVpNeG9USXRaa2NqZEpnOGNYRWNDUTFwWExmbHg3bmF2dUdidUFCTG1OVkRJajVGZXRiT0hvQUpVMWRqbFlKbUlKYTJPdklCN1RWTFkyN2V0ZitnMFVyNFRReGxrUUt0aU8zN3dYd1FSVXBIbzNFTkFTVDJicWFEdjlCZ3phOEc2VDI4ZW4zNkpLQzB0RFhSWmxoVXlERk1TV1E2RkxNTk9ta0lJVTVCcEtYSk1JdE1DNnlDQkxRSUNnQWlRNUlCaURnaW1FQVJKMXNnVHhDSFdGRUtvS0dRRk9XUXhoV0NZSVJnY05Na0lNUnNoU0lTZ1VRQ1FtZDRKWmpJZHAxZ0FoLys2WjhQSHgrY3ZnaStxK1BqNCtQajQrQUFBTE1vUEVGRVF6RFlETVFKZ0dPRXlBUDl2YzhPRFczUG5ENDEwYm1IR3hjbVk4K1RCalk5bUNTcVRaeXk0V0lDblFlR0VEV3RUeTZwb0Q5TlhBSmhTNDB4VDB0U2sxWnVXRUJYTnE1Wmx0YmVVV080c0Nad1NzTVkycjM3K1YrbnBrVm4zRnluWG5hNkpENXZBaWViRzZQYmNkVSt0L3VwUU51bFdBWDdwbFRYTGVsVEpqSnp5b2JFa3hOQlVUUVRBN0NhOXowWmZTYzFCN1FVbFpZOEhCd3pkUzRHOFZvQ1hBYmpFZGVJR2dMTWtqZjhkTytYajY0NTFkRFhtcnJ1cytxNWdpVlU2U3pOMjcxci83VDBremJPc0hBRDBDc0QvRlN3YTFWaCs5U2Ntbm5IYzUvZXVmZkJzNWF3NTR5RjRhTXVxcGVsanRGRWQvVVZWME0zcjdHeC9iTmY2N3pvQXRnSG8wZTRTRHJxMzIweS9hR3M4TDZoVTNMaGdsT3RTYWN4Ulc0dk40bHR0NHBmYm1oNCtDcThkUjlqdWxScDZiVnZqc3VOWDFrY0xXYXNQSkxSY20vWlJHVjEvVDREMGdBOHdkTW1tVmZLeDNHMmlPbW9FZytvV3BiV1RVUHpNem5YTGp1WE9NbVgyd3N1MUVCZVRtOXdaRHByWGFkZlozdGJ3VURyWXl4QWs3eEdDWkk5MTk2YW41TFQrRUJHWW1TREVBMlhqSm44YWpCZ0lNU2FPZ3hFamNBd3NZa1NJYWVZWUVXSmdqaWtTY2RLSWtlWVlReVUwdzlhZ3BJSklKcFd3enhpZGNlelprK3k1Qno1L0pzVHc0WkZnUEFneklMUmxDRzI1Z3N5VTZHRlpnc2gwcEFwSlRXRUloTUVVQW5OSUVNSk1HWThaWVJDRkFBNHhFQVlvUktsN1FZQlJCRFlJSkpsWVNvWkV3SkpnU0FLa2hHRVFRVElMZzhBR0V3eGlNaGhrU0dLREFaTnd2cEduKzVXWGZnMW12QlM3WDVZOWFsTFljZ3NTc21kTm1ZK1B6OThqdnFqaTQrUGo0K1BqQXdBd1RDcjJIcDRWd2lvRU8wakdUcnk0ZTlYaUhzYWtrYnF2WHdQbzk5bmM5YzN0VGY5MktIZGNXblFsZ3daMGRDVi90SHZEMG83Y2NRQ29ySTJPSnRpQmxsWFI1NnJxRjM2RTQvR216UEdwOVl2dTA0N2RvRTF6MkZtY2JjaHNQV0poWEFkQmx5UVN5Vi91OE1TQ1hIUWdjQ2NyYm10dTNKMGJ2ZnZwZ2FXUlMwb0dqaG5Od0tIQ0laZWM5QzZMMHBmelZETDZ6c0pMTHgwMW5RMHh4b2tsWDN5MTZkR0RBSVpXMVMyOHR6MWgvTWZBanNNQ1E0Wjg1aXpPcmo2NDZ0SGNpM0FxQ1l5WVNvSjNibG0xNUkycE5RdEduRDd4eG5mM2JQdnQvWEFUNndGZzByUi92TU5KNmcxN24zM3c3T2o2ZXdKd3pYR240c2FxekpWVWhmVXRCQkYwajVwcjB1ay91VlRWTC95bXN1bm5XOWN0M3BHZVZsNGR2VWhBMVIvcjZQelIwTUw4VzltMW4ybkxTRkFxTEF4VWF1VWViR2xjZmdTSUNnVzNocE5HWTF0R1drK3hLcmdPUWc4NmZyYnJ4OENqYm8vdEJweC8xc0F4MHU0TDI5YzkyRU5RbVRoei9sQWg2Y3BFSXI0MllGbGozRTUzNDdiMUQ2YThWc3JLZ3FQeUw3bUQzRk1YcGF0T2NrV1RYSmk1dDNrSXdCVkVkQVc2cjNmcC9FV3ZkeTh5TG9ZTklPVW5LZ21BeUxRV1JSakFBT1FENDZla3Q5a0JSZ0xnQkJNbEJSQm5JQWFDRFVZaU5ZWUVBd2tRSndCS0VsT1BjNVYxSE1TS0dBcE1pa2xySXZ4LzdkMXBkQnpYZFNmdy8zMnZxcnNCRUNSQWdvdTRTNkpFRWlKQkFBMlFva1ZLRUJjc3BHVjVvejF5eGs0bWk4NDRHWG1paVNPSkJLaHBFeUMwV0k2ZEtPUEU4aktKWit3NGRweEVra1VzQkNsSWxHU0pRQU1reGRXaUpXcWx1RzhndXJ1cTNydnpvUUVRNkc0NlBtY1NSM2J1N3dOUnFGZjFxcnNhNTREMXgzdjNCVXhrWU5rU2tXRm1nNkd2UkdUczBGZGlOa1RLa0dWamxUVmt5YkppeGF5VVl0WlFUTXhLTWRQUU5tdkZTbzFzcDQ4bE1HdFNyTUNrbUtHZ1NCR3pBa2d4WTZpZEZCakVSRnFCRlRNcEp0WUFSd2dJQVFnQkZHWWdUSUFMY0RpOUQyRUdoYTRjZ3pCQUlZQkRBT1VURGQ5dWcvQ29qOUFGZ1BDVlBTSG9LelZmNmNvSG1kNGMycjZTZENEWFR3Nk5uRU5YK3FDTU5ocjFIVjI1eXIvd28zZzFQalAvSlRNZkoxQVVqTjJoeTVkLzRjK0NFT0kzaDRRcVFnZ2hoQUFBT0w0cFFjZ0JFdzBRcVFnWVlPTmZ6anl1NnZiNzVyTzFOMXRPZlhYLzlqOGJNNzU5Ymswc1VoTDIxMXZMa1lRWHRCOTU4ZEdjZ2NxaTFadW1RdmtMN1FDL1hOM1ErT2tneFMvM2QzL2xOTkxUVHZKcDhwUTFxWVQrUVNnVVhtd0cvTjZqdTlMVFZtWXV2emR2NnZqQ1ZVUjJpcy9Za1N0UW1ibjgzcnhwRXdvK0I2SnpKODRQN01oY0Zuam04bnN2VFprUW1jR2c5NG5oOUc0Yk95MG9la2NzMzNqZVNpZzlpWTMvekw3dVI5K1pXeE9MVEE2Ymp5VDhpOStmb3ZNTDdLU1NPM3ZiV2g3UDlkNHExemN0WUdOQ2ZXMnRQMSt5cW5FR1F5K1lNR25PVXdpU0YxQVRjNkpodTlJcVB0Uy9jK3ViaTljL1VKeG45RWRPYy9EUHg3cTNwcGVnM3JCQlYxMmF2NUlObHlVRDgvV2pSeC9QQ2xUbTMzSmZZV0ZoNlBkaFZGdi9qaTBqeFgrak5YOVNRbUY3UysrMjVyK3Vxb3N0WlQ5NEpiNXpLRkNwcVhHcThsWXVNNzVOOVhVOWRCZ0FLdXU5UlVIZ0g5M1RQVFIxcWlibVZJWDlTZ2FWZ2UzM00wY2dsVzZJaFNLWC9QV0crWDBWbU81NDF5TlpSWUhMYXI5WTRJQ1dHczgrbXg5eUY3TU5qb3dFS2dBdEtiMXJ0dU9iMG5QdmRUOXJndVF0SUFUVzhrR3RhQ296VFNlNk1ub2xxNmJLNklkc1FzQk03NEhoTVRnOStnRGtBS3lJMDZNVXdLUkJQRHhLUVRIZ0RJOUIrSmNRVVNFSWhhTWYzRWM5eTQ5NlNFZm1OMWZ2Yzh6RHZicHlpaHArVDhPTjZhOHE0M3RvU2tkQmV2U3R5QTRhcm54RFk0T0lVUUhUbFVQR2hnd2o3Y092bUlidlFNWm9vVis0bGZ2SVh6dk1YanJRcENUQUtTWktnWkVDY1FwQUNrd3BnRk1nRElMdGMyOGVlZlhKZisrWExJVDQxWk5RUlFnaGhCQUFBSFo1MHREbUJRNFNwMGtwZ095WXlSanpHdTRKc3cxOTJBTGIrenNmSFJPb1JLTjN1eFFKYmlhbThZNml3MzF3aitXNlRuVnQ0eXgyc0pRTnY2UUs5RTBXNk8zZjJUS3kyZ3hObmxJVG1OUWhKMHdmMGtxLzFMc3J2WFJ5TkhxM3E0b2lTeGw4a3lGbjU5NXRzUU9aZlVlamQ3dGNsTDhHaHZtOGRyS21KUUZBeWJoSUpWc0tFYkhYMDlHeWEzVGIzSnBZQkVGUTZ5ZzkwYkxwN2V2NCtSdEFURTBPK1pVRWRTUVpLazVFT0ZqQmdmL2puTyt0YnZOTnhwaVpxYmRDejBaWGJycEd1YlF3RVFUNzl1OUlCeHVWRWE4VUlMKzNiV3YvVFhXeGlXRnJsdzM2UWZ2ck82Nk1KS2s0TzI4K08xZ0p4ZC9kbjJOYURXcGlUbUhZZkl3dHZ4SHYzREptZEF2Q0JjdVNRZkJDeGJyR1c0MDFmdi9PSXlPZlFUVDhvWlVBenZkMWJlMEhnTEw2cHZrYWF2SlpQL1FpQUVaTnpGbmkrRGNUMUZvMjNyZmpYWThjejd4MCtKSmRDYUlTWTZtcnY2czFLMUFCZ0RCRmxnZEVwN1hMaXozbDd0L1hHUnVlOG9PS2RZMVJiZW5EVm9YLzJ2aUpHNGhVbEMzN3hwakh0Y1plS0YzS2pIb1ExUkZvNm5ESWtNNVdlR2dzRVFNZ01OTUZ5OXdJZzM3cldPVWFxOWh4RkZ1cm1Ka2NxOVBiRGhPelZtQW1yYTFpZG9qWmFEQ0hMWkdyaUJ4cjRSTEJWWUNiM2lhWHlEcE1wTk1oRFdzUUtXYlNURkFLME14UWlqaTlUN0ZTVE5xbVIyOFVnSkVIb3FHcEtad0hJRzlvVkljTGtCNWFybHdEN0lDZ3dlUUE3QkNnR2V3QXlyMHlza01nL1RPUUlNQm53QWZCUTNyYkk4QUhwNzh5MkFQWUo1REh6RDdTSVlqUGdBZkFJMHB2S3d6dnN4NHplUVQyQVVxeXdpQUJBNWJ0QUxFYVpDWlBXUTZNTm9IRDdCdWpqZFljQk1ZR2ptc0NQd2dGSVdOOUx4d0VlU2FRK2o1Qy9BY2xvWW9RUWdnaDBpd1ZRUU5nbkIrYUpBRUMyZEdIRlBPRXJ3VE1QK3p2Yk5tWGVUcFBtbHFtZ0xsRWRINTN1M29GaU5uTVk4cHJZa1drYkZYQm9IcnlRc1JVRTh6WnZyYldudyszTDYxLzhOR1R5WXV0RThPRnRhN1M3YStNcXNWaVM2YVdBcnhhR2Z2Ti9zN210M085aFdES3hFVXUxTUxUbnY2TFk5MnhaTmIxVjIrdVZobzNLR3ZlN2UwSXZ6aTJOYVltUnV4dHhHb1NpUHY2Mmx0ZkJjQ0xWdDh3MVpKVEhFK3AzVlVSODd0QmN1Q0hlN3EvbHJYcXpPTFZEMXhueU16c2F3OXRYN1RhbTh5T1h0blRjZmpId3lObG9tdnVuNkRoWEgrV3ptMHJMWTJGd3VSVit5bmF0My9ubGVCa2JrMHM0b1RzNTlqMy9yNjM0K0dmWjE0RDZXRG1QMWxvMWRmaFBEVm1mMFBUSDlpTHlXZEM0L1NOWk1uRzI1dGZIcDdTVkZYZk5OOEduSWgzcEtkeVJlczJYYVBBcTN2YUQzMWorUFZWaHN3U3JlbkRTQ1MvRnM4eEFxaTZZZk50bHMxTjdOUDJmVjB0YjJTMkQxM25Jd0daQzBSNjBrVjJuajg2NnZPTDFtMjZSakY5TXVIYnIrN2ZFVHN4ZDM3WlBDSUNFVUlhR20vOGJOOWVBSHZUeTBxWGhtWXZWTGVSMWIrdEZHNGxvSWlCY1VTangyT3dZZVkzM3o2Nkx5dGMrdzNqWU9yVWNMRlg0T1JQRFRsK3luRmNyVndUZUk2anRhTVZ1VWFUb3dOeXJUVmFoY2cxQWJtc1NTdERMam5HWlVzT0VUbUtSa0tqZEMwUm13NlBSb2JLL05Lc1pWYUdpQTJ4TlphVUlVdldFaHVsT0JqZUI3TFdXbVdVVmNZb2E1UzFocFF5eHJCUlNobGxPVERXQmh5aWxHWHlYTUF6blBUc0FGTEpwUFhPbmcwbGdZUGV2OVdORlVLSWZ3MFNxZ2doaEJBQ0FNQ2tDNGEya2d4eUNRQXhwd09CTzJMNTVQbC9iQTJlNnQrKzlmbk1jeXZXM2pmZGNWQUJTMmQydDIvNXAremUweU1zM0hCUTVSdm5sVXZLSzlQS0dkZTdyZlduU0krQUdUK0JpK3QydHgvYUdLMWRVQVdEUTY5MFhIa2dYMXk3Y1lFbStsZ1FtSCtNYjIvTkdhaFVyR3FjbzZFL1lWTG1tOGU2bTdNQ2xlcmF4bG1XK0ZheTlPNzdseEl2QUsxalFwOGxhNUpMd000OFp0TWI3M3lvSDBNaFI4U3hLMWpaUFZWaDNHa28rS2M5M1Y4N245bjM0dlVQRkx0RzNaQk1obDRzcXgwb1VRaVZYUjVJdFEwSEZtVzFYeXhRY09vNW1YanVLQ2FaNkd6L1prdjg5dDZkclNQMWFNcHIvcmpJeVRPL1l5ejZUbDVPSGM2OFJtbHBMSlEzeTF0TFVOZjB0amQvZWZUKzhHeTdVbHQraVF0RGhZYU02bXZiT2xKSHBxSmg0MlJyK01hemdiczlmYTlqNDhuNkgrcHAzL3Ixa1dOV3gwb1ZtZFZnK25GUDk1Y3pSOGVvYU4ybWNnWnVJVVpYdkt2bFVQYmQzNkNqZFRjc3NXRHRXTzFlVHFWNmozYTNYQWxVYW1JbGhPQ1ByTFUvSEJsOVF6UThDaXFrQ0VWait6dm92WFVJMndGc256Vy9ZcnBtdTVLVlhjR3NLZ2dvQnlqSndIYkY5alIrOHdVNGNTSTRCK0RjdVYvaWFDR0VFTDlTRXFvSUlZUVFBZ0NneU9ZREdtQWtpUkFCQUV0a3NXR0Q1Z0gvWXdUMVRueDdjOVpLTjlHYVB5a2hKN3pHTW14S2U5MDVPMDhYTjcyTGlYWVRtV3ZZVWRmRXQyMzVDUURNWEw0aGJ6eUtiMHY1d2ZNVjlRdVd3c0xHdXc2UEZGNnRxTnU4eENIK2RPRDdUKytaZURScldXUU1CeW9oOVFYZjhuZjI3dHo2Wm1iNy9GdnVLNFJTcXkzb1BXVlNiWm5UZ3Fwcll4K3laRXJaMkhpOCtPakk4czhsWWJzK3NPcm5EdGxaYkZJOS9SMlBaSzNuTWEvaG5uREU2bHJQd3dzcTVCYzdGTGtwWUtmdnlJdXRsd0NndEhSREtFeVJsUWlDbnA3dWdwUFY2N0hLOS9qMG51MFBIYnpTUjJ5OFl2OTJBdXRreW5rK3g3UWxLcGdWM0FyU2szdEdCU29BRUpscEZzUGl2Q1Z6bHF5ektPVTVJelZXbHF4cW5LR3R2am53THU0NDF2MjFKQUFVR2Jzc1pjeEk4ZUdxdXNhbElGTU84TzdqRnk3dnoxeC9wN3EyY1FhVVdtV3RibzkzTlBmbHV2K0xWMTgvUjBFdE1aWlBCOXJzUGRqOTVaSDd0R2oxcHFua0J2L1ZHTnJldjcxMTVIeTJWcFBTR0ZwdFpVS3VmZ0hnN1NQOTd3SDRld0EvbW5wOVdZa2l6SXhvdm56UkRCNC9lL1JvVnMwZklZUVE0bGRKUWhVaGhCQkNBQUFVcTRKMFBVcE9nR2tTQ0NBbVUzVnAvaGNNOCtrZ3BaL0tQR2Rld3oxaHhmbjFZRXduUC9qbXF6c2V6dm0zOU9wMW16ODFZRXhYUkNIRWxpZnQ2ZHo2RElaR2NJUlUvcDhPdm5tb05XLzZndmtFTHU3dGROcUJIMWtBaURZMFhhK0FPNjN2LzEzL2prZXlIdmd4TkswR21qN0h5Y0dIOWc0VnU4MVVXQmhhYVJtUlZFcjl3OEh1UjhiVVBxaHNhTHpaSUxoSkdYVXMzdVh1SHJuMnVzMkxiV0RQT2NyTUlkKzgycnNqdXlnckFCU2g2UFAycEg0Q0UvemlzS1pvUE9IOEJOMnhrWlUveHMxZUVBWGorTzRkRDc5ZVdiZDVwUmZnK043dHJhT25yRkJ4a0txQTR5d09Cb0svT3JpckpTdTRLVnUvNlNZWVZQY1VIbjUwOVA2Rkt6ZGR3MHhGeWxkN0VlYmY2L1hVVjRhdlBmK1crd3JkTUMzbmsrOC91U2YraEE4QTBkcW1qeElIeDE3ZDhmRHJTSTlpS2JYQXRXUmg0eDFIZG1VVzlRVUFxOVFYWVBBUDhjNVl6a0FGMktERGJ1Z1RESHZrNU1YQnJ0R0JVUFNPV0Q0RjVyZUR3RHk1WjN2cm5qSDlFbHdGVmtTa21PM0VvU2xuV2RjZmZjcUpuKzg3Q2VEa0x6aEdDQ0dFK0pXU1VFVUlJWVFRQUFBbTVBK3QrSkVFc1FzUVF1T21Md1g0YVFYM1NMdzdsam50aFFxNWNJVUZKaHJvSCt6WjBYd21WNy9WOVp1cm1mSGFPQjFpYTd4Rk9IUDZXUUFjclltVlFBY3JldHUyeEphc2FwekJtbWZFMjF1MkRaOVhWaHVid2h4ODNGZzgwOWYxU000UktnQmdIV2VkWXZWQy9DcUJTbG50cGtWTTZ1YkFNOTg0Mk4wOEpsQ0pOalJkcnl3V1c0VTNlenUzYkIvZVAvK1crd3FKZVQ0Uk01aVA5QXlGRUdOdDBORzZoYmR5eWo2TkVtK0NnbHJvbStSMmREODJFcWhVMThTbUJiRGo2ZlQ3ZTZ2cW0rWmJZbmR2MjVFeFUzdkthbU0zV1FSbE5yRGIrb2VLOG82K3g1VzFteXVWb1UvM3RHKzViM1JEYVUxc1drR2UrUzAvb2I2bFFuNWRUOGZXUjBhMzV4ZEdsckpQdStQeEozd2dwc3JyVFpRVVhlN1oxcklIQUpZMXhHYjZiQ3FCWUREeDlzKytteG1vTEd1SWpRL1lmSUdCdlgyZHphL2t1cmZsTmJFaU4yenV0Y0QrZ1V2ZXM1a2piTWp6R3l6cDEvWnNEMlhWNEhIY2NTVXdTUWRnZ0tnSTgrWTVPSHIwRjRVcVFnZ2h4QWZPTDdXa25CQkNDQ0YrODdGRnVxWUtVUktnY0hwZmNOcENKK01kMmFNVUt0WTJSalhUUWlMczJ0TWV5NzNTejlwTjVZYXNKZ3ZQQkVIVndFRHdmRHoreEdCRnc4YkpGQW1XZWlwNER0aWczVEF0OXk4SEl3L3U1VFVQekEycDRQTWczdFhuNmIxWGU4M1J1cWIvcml3bDRoMWJuc3ZaWGh0YjRDcjkyNWJNdC9mdTNQcnU2TGFxMjV2bUUyTU5FMTZMSjV5ZG85dnl4NFdXV2FoaVpudWd0N04xZis2KzUxVUJ3UVhPUXdoS0xRNHVCL0Y5blkrTlRFZVpXeE9MSUdMcUhkL3ZwU2xUNXpPcjZjazNuUmRHaHhmUnVrMlZydklYRXFtM1RnME1aaFZjclZqWEdDVmxGL1ZtQkNyVjYyTFQ4dDJnOGh6T1ArNkViSFVLcVdkSHQxZldObjFZY1hBdTN2V2x0d0NnWXBVL1M4T0dlN2VsZzZQcXRadktmWnU2VnJHOWxFd0dMeDA4K0tNeHhVRG5OY1RHR3c3dUlyYUgrdG9QLzEzTzk3L20vZ2s2TC9oc1lNM3paNUxxNmN6bHM2dnJObi9LTUJXZFRhcTJ6S0xGWmJWZkxIQkM0NjhGZUhnOTMrTEpGMEp1cnVzSUlZUVFIMlF5VWtVSUlZUVFhWVI4QUdCV1JpdG5Gck1IRzNnbis5clZrNW1IUnRmY1AxdHBXbXRaN1l1M2JkbVRxN3ZLOVUwTHJlRWJ0TUhMckdsUlgySlhPMTdzRHFwci9uU2FaZWRUZk9yRVg3MGFmOEt2cnR2OFlGTDVqNy82UW5ycVVMVG1UMG9vei8wTWdLZjYybHIyNUpyeUF3RFJ1czIvRDdMbjR4M3VVd0N5VmhwYXZPTHp4UXJleDFJVS9QbStiWSsrTStiY2hxYnJHYWhWakhkNzJwM25Sei8wVjZ4cm5LTXMzYVlEOCtUdTdROGR5WG50TlpzWEEzeE5FSmlERHV3TjhWU29BeSswQktPUEtZa0V2M1hSZUcxNUtqU1JMRS9xNzlBN1IxOW44ZW9IcnJQS21lb1FwdHRCOWIzTVVSN3piN212VUxIK1NPSXQxVExtNGpVeHh3OEdGd2ZXaVUrZ292L2llZW9uKzdvZkc1a1NVN2wrODBwcmNXNVBXK3RJM1JRS3FkdHg2c1QzQUdCcGJkTzFyTlFremZZNnE3RHpZSTZWZm9xc2Z6dVJ1bXhQbjN3cTE1UWdBSUJ5UDBOTXAvcTNoNTdOREUwcTFqNjRHc1NMKzFQT2wwWlBoUnFtVmY3TmpwczNMMGlRVGkrVmJJc0tDZ2FkVTFrVG40UVFRb2dQTmdsVmhCQkNDQUVBSUVxUFZBbmxGYy94RTZmUEVWR0puenIzWnVZRDg0TFZHeWRCcTNYTTl0MTRSOHN6dWZvcXI0L05KUnZNOGdaTWx6Tk9WWHIyMGl2bzdnNmlEVTNYQjZ6bTlyZHYrWXU1TmJGSWRHM1Q3U21WK3M2cnp6eDZEc01GWmNQaFR4cGpYK2p2M0hyVlFLV2lmdE5xQUNHY092VzN3Qk5aZ1FwcVlrNGtQL2dvVy94MFg5dllRR1ZSYmVNc0JsYUI4RVpQVzh0UFJyZEYxOXcvUVZuMTM0emx0dDNidC9abTlRdWdzaTQyVCt0Z1RtQ0MvZHFoYTA1Y1RPekVUMXRIQndkVXRXWnp1VEYyYjhTNFJDRTFPNVZVTDQ4SlZGWThVQnhXemdKRHlBc01kL2QzeDhaTVhhcW8yN3pFVVh6WDhmT1h2dlRPd2ErT2pDS0pSdTkyRWJhMXpPSDNYZGNzUWhCMDcrdHVIbmwvUzFadnZGRVoxbjN0TGJzd05JVXFwSUk3TGwxSy9mQkkvQW0vdXJaeEZvTVhXYklwaG4xbDlITFdJOWVvZS9CMmdLLzFrL3B2aG11eGpGWlcrOFVDUitYOWxnSXU5YlEzL3lEcnMybllXS3JZVk5zZ2VBemRqMlFHS2xSUjI3alNBZGNFL3VEYllHdEE1QUNxMkF1RjVQK2xRZ2doZnUzSUx5OGhoQkJDREtGOEFBZ0dUL2NBS0FjQkRJeVpGb0lORzNUQlJhZU9ZQVo3TzE3NmZxNWVwa2Z2emxka0YydlBIQW5sTzdjaG1YamhRUGRYejFhdjNWUnVyUzAybkh3WkFDWkh6R0lZZTNJNDlDaXIvV0pCaUVMM0c3YWQvWjc3MGxVRGxkckdXeFZvcVc4VDM5Nlg0NkVmMktDakVmOFBEZU1NblRyMTR1aVd5alZOQzZGVnBRTGU0UlB2ZDQwNXJTYm1zR1B1TURCZGZaMnRPek43eFZBWUFnVHoyQ0NweUprNW1IUjYzL25wUTRtTVk0ckl0VE9aemFzT09kVkpWczhmN0k2TnJ1VkM0UUwzRGtQMExpeWY2KzlvSGpPOXFhSnU4eElGVTMzOGZPSkxXVFZLSmsycmdlTDN5RnJYc0Q0ZDcyeStVcDlsM2oxaHBlbjZTNWU4RjRaZnEwTkJaV29nK01jakx6NTZxYkl1Tm85MHNNQjRmRTRwU3ZXMHQyYlZPWW11Mjd5TXJMMkRrMDdybnV3YU9waGJFNHVFbGZrWUU3M2QwN2FsTGJPOXJQYUxVelNjV21Oc1YzL1hJeGZITk5iRW5LcXd2NTRaTXhLKytVdi84b21QRVlHR1dvdENuaVAvTHhWQ0NQRnJSMzU1Q1NHRUVBSUF3R3dMaUZSNjlSK28vUFJlU28wK3B2cjhnaFdzZVFZSDVnbWdPMnRhQndCTW56cnRQaDVVZjJuRDdtM3hqaTAvQm9EcXRSdHZZOGZKanc4OWlDOWR0L0ZHYS9tYTN1MnQ2UldGb25lN3JncmZTNWEvMGQrNTllMnJ2Y2JLMnFaVnBOUWFCUFRYKzdvZXk3a0tURVhkd28rU3NhbjQ5cGJ2amQ1ZlZoT2JxZHpnNHlBYzd0MldIUWhVUnJ4U3Nxb3c3b1d5Umw4TWkrUzdkeEhSY1EvOHpwNzI1cDVjeDRRS25mL3NjL0MwQTcyOHQ3TWxxeDVKZGQyRHZ4UDRacWQyZGZsZ1NvOHBBRnRhRXh1bllUZjBwa0t4ak5FdnFLcHZtdTk3NW9JRE42RVZUZWx0MzlJeHB2Mkc0czJEaWRNUEgzbng2d01BRU01emxqTnMvNnN2UEh4dTJlcE5VMWtIQzh4ZzRtWGs1OWYyYkd2T0NzVEs2eCtZU3hhZjRsTk9VendlRzh6MTNrcENxUTlidUtsNGprQmwzcko3eHJ1VTkwZFc4ZDcrSEtOOEtpUCtIV3hwNWhuUCtlYXg3bGp5MmdWTFhCQVJBQkM0MkhNa1ZCRkNDUEhyUjM1NUNTR0VFQ0tOUm9LVSt3RWVCeEJJWTZUd2F2VzZXRGxiZXljSDZtdnhycFlMbWFmUGE0aU5IOC9CR3VNbm4wQTRWQTVsbmdlQWFPM21aUlpCTXQ2V0xpWmJXZmZBUE12T2l0NzI1dThNWDdsNjh0UlBXNllYZXpxM1hEVlFxYWpidklUSUxsRGdmK3JwMnBKemVlT2xEVTJyREp1Rmc3Nzd0VEhucm11Y280eFpDMFovYjl1V2Jabm5WZGJIeW9qTVp3M3pFN2xxZ0pUVy9PRzR2RWh4ZzJXY1Y5YWMyTlBweHJNdUhyM2JyU3lac2hxR2Rpc1ZtczlCS3VNNkczUzBkbDZWWVcrZmNwd0tDMi8vd2U2SGgwZXdVR1h0QTVXT05oOGZTT2lITWw5RHRDWldBdXRkNTdwMGhyUXAyNzJ0K1lkWDd2czk0WWxjWEdOZy8vZkI3cThQekd1NEoxeHNKOXh1eUw3VDE5NTZ2THdtVmhTb1lBbGIreGJsNVcySWIyditxOHlYWGxiN3hRS1huVHN0NDRlNUFwVm9OSmF2SmdmMUZqUWwzbjdvRzduYXFkaXVaOEpGVXJwOWROdE5kYkdKZVRhMWdpMW1CUUgvK0ZoM0xJbjBhbE1PQWNPRmFndkpVbDdXUFJWQ0NDRSs0Q1JVRVVJSUlRU1FIaTJRRHhCQVZFS0FEK2FmSU1CN0dLcERBbXMrd2NUL0s5N1ZraDFvMU1TY0l1TXRZMHNuV2J2TC9jQytzSC9IUTZjcTZ4LzhtR1YrWFowK2N4QkROVDRVQlRmMmpqdjh0OE9uVmpkc2p2bk16KzdwT0x6cmFxK3RzcUZwRlFLYVFLUmY2K2xVMllFR2dHaHQwMGV0cGZGc3VPdGdkMndrRElxdXVYODJHNm9sNG5mNTFNbnRtZWRWckcyc0lqYmx4UFR5bnUySHM1Wk9MaTJOaFNMaFlBVUkwMkQxOXA3UlUyNUdYMy9xMUFYR0R5NDUycmsyY015dXZlMlBqQW1lcXVybnp5TkRFVjh6S1Rabitqb2VQanJ5R2hvMjNxcmdYSDh5OFhienNlNi9TWTQrYjI1TkxFSjU1aU93dE44d1Qrb2ZGYWdBd0hpdmNMNXhnbFB4OXRhZm95Ym1UQWlDMjZEbzdiNzIxZ1BsTmJFaUhUYnJtT3grc0pwK2dTNThCNW1pZDdzaHl2c2pLSHNJSjA5bXJmSVVqZDd0cXNsQlBWc3FPdVBwNytRcVhLdEtnbHN0VXdHQmY5TDc5SllEa2lHMkFBQU1wa2xFUVZTUlVPYW11bnNuaHRndWc5YlhnUERNM3M2V2tSV1l5TExEUkVOalZRQkhCVE1BdkpicjNnb2hoQkFmVkJLcUNDR0VFR0pZL3ZBR013SnIrV3R2SGQxM29LWW01bHhTWmdNWVA0aTN0MlFWTmdXQXFvamRZRm0vWTVqY3Zla3BQMVJWMy9SN2h2eW4rdHNmR2xuVHhWSEJpZ1E3M2ZoUitzRzh1bUh6ZzZsRTZwdjd1c2NXa3gwdFd2OC9WM2pHZXkvazBvMkR4L1F6bVlWek1UUkN4Yi9vN2Rianc1L3E2OWo2OHZEKzhyVk5ON0REZFFwNHY3ZXRKV3VFU3NYYSs2WXIwRVFvTmF1MzdVdmZ5blg5eUhTL1VoRXRTMWpuOFFPZHNiTzVqaW10aVkxREVGenZPcnF5cDYzNXdjejJCYXMzVHJLczFqaGt0MmxXcGFNTC9DNWUvY0IxeXVxYmV6c09QNVlyc0ppWTUzL2lZaUw1VkZHazRIYVBCN1BlZzNKMGVXOUg4M2NCb0Nyc1YvcFE3Kzd0YUQ0d3IrR2VjSWp0bmJ2Ym0vKzJzcjdwNHlrNDNVZmJIazlsbmgrZE5Qa3pBZHNUZTlxMlBwM3J2YUZrV3ExVlBDV2UxTi9LTllvbldyZHBQUWhoeFh5c0orbU0rZm1JSVA5VHJEaDUrYko5NnRDdTF1T2oyeXhVaU1BRUtKOUp2eERvSU9lOUZVSUlJVDdJSkZRUlFnZ2h4TEQ5ekJoSGhHc0FqaERSWFZPbmxyMTh5ZlhYS2FpVFBSM05CekpQbU5kd1QzaThIYmZVQW1jMWRKanlzV2ZtOG52enBrd292SlU5MjkyL014Mm96RngrYjk3VW9vSTZZaHc0MEJFN0M0Q2k2emJmRlJoKzZSY0ZLaFYxbTVkWXcyR1hWQlRHUEhud1lMT1hlVXhWWGVOU3crdzU0MEoxQ2MrTTFEQ3BXTDJ4VkNuN0lSajFUbTlueXo5bm5sZTkrb0hyMkhFcXdUaHQyZjl4cnV0WDEyK3V0b1FHUDJXZk9MQXpkNkFDZ1BKRFFUMXJYQlBBUEo3WnVIakZBOFZoUjYwN25YcnIyeVdSbWFzcytidUg3MTJSS2J3Vnl2bFFiL3VobGh5QkNsV3YzYlFFek84WGh2SldKSzE2Ymwvbll5TWpjTXByWWtWdW50M2dKOVNQQUtCNmJheWNLY2pmMjk2OEd3REdtd20zV0FUeHl0cW1EL3Qrc09mQWpwYXMxeCt0YjF4Qm9DbmVXODZmWjdZTmY0NWdPeStWc2o5QWQzTldvRkpXdTJrUmticHNpQlY3ZUcwNGRLbFllOTkwcGNJMWh1MCtyV0VPN1FxZEdOUDN6Smw1UkR5TGlCVEFpamk0WFpQK1l3Qy9lNVY3TElRUVFud2dTYWdpaEJCQ0NBQ0FqOVFmT0RiMFA2RG9BU0pTSVA1d3lYV0wzaU5OYi9hY092SGQ3RE5pYW9KSmxST3BLWUJOSkM5N3U4OWRUQ1duamMvL3BESEpIWDA3SDMwUFE5Tkh1TEJndFcrd2QxOW55eHNvM1JDcW1qMi94WnJnNmY2T295OWQ3ZlZVTkd5OHpUSFdOdzd5ZzRULzNMN3VSNDluSGxOVjEvZ0pHL0JyY0oxaUJONXorM2M4ZkFMcG9xNDFsdFcxelBiMVBzOTVQdk84eXZwTlpRdzEwUXlZNTFRK0xUMTVNZkZLNWpIVkRSdHZZNkFpYVFmKy9NRE9yMTUxRk1YU3VzMHJtTERNTS96MWZaMVhSdVZnYU9xT0c3RkxCNU9KN1pQQ3M1Y2o0T1A5WFErZExpMk5oU0t3bndTWlpHLzdsaTI1VmpvcXJmblRxYXhwSVlqOGxMRzc5dStJalJUbWpVYnZ6dGVoWU1XZ1o1L2EzOTE2dnFyMndiV1d2RFB4OXRidTlQdC84QzVyK1djQVpnWGEyZk5xWjB0V2NGV3hxbkVPa2JwVkdmNjdnd2RqWThLcWFQVHVmQzdJVzBuRUg3TEcrY2IrSGJFVG1lZEhhMklsSUc5T1lPeTdpdFM0L3AwdGJ3TkFXVzNUdGFUVWpRajRWYVZweHRtM090KzdkbjdxY2RDU3BHVk9BQUNCQ2dHNlkzUi9samtyK0JKQ0NDRSs2Q1JVRVVJSUlRUUE0TjNEaDgvTVhMQzQwd1Y5RHNCTUFrMU5YSG85ZXVDbjM4K2F6Z0lBMFZyY1NNb3R0OWE4MTllUm5scFR2cmJwaHQ2T2x2OHo1c0NwVXlzdHpEdjd0clcrRVkzZTdkS1V5YzJLbkcvMWJtdjUyZFZlUzJWdDB5ckx3YVdBbEVld050ZG9scXE2eGpzOWRuZUZ0UisyWktmMTdJZ2NBNERLdXRnOGEvMnBpbkMydDdNbGEybmtpb2FOazhHNGhrK2QzTWtUUzI2eWxrNWtMbDFjMGJCeE1raGZwMWwvNTBESFZ5OW05akZ5M0xyR09ZYjVMdDg0c1gyZHNhelZpQ2FGN1dyRmZNd0poZk1VOFl5ZXJ1Wm5BU0E4SS9rSklKVGYyN0gxZXprN0JwQ1hGL2s4REwxZ0hQT3ovVHRheDRRYWR2S2tKWmJwN2YwN1drOVUxVFV1WlFSbjRoMnRmVWdIU2g5UnlvOEhQazhJdEhONFgxc3M2OTdOcllsRm5JajVzdkhzbi9WMmJYMGpzMTFObkZyTm1wYWY5Vk4vOW5yWEkxbEZpUUhBdW5ZSnArd0JKK0xlMDl2ZS9DZkQ5MDB6clQxLzd0d1B4aGROK0hSZlI4czNaOTFZdGxKcjlXa0NUVkxEQlZReU1LTmJwMVJXK0NXRUVFSjgwRW1vSW9RUVFvZ1I3eHgrOWFXNTg1ZDhud2ozQVFDYjVOcHJiMXp5V1ZiMkxjTjhtUytmUDZBTEp6MnVXRTI0OFA2ek02MU52Y2ZHUHpObllmbEtXRTZkZSt0cGIvYkM4cFN5TmdYQUE2bkJ5NmY2cTFNRDcrKytkdjZTR3krcjR4VTRjeUpJbkgvOSt0a0xGODBocXdQTEhDakZnYlUyME96NjRlSjVOeVF1dktaOTcwSWliOXowOHNHenJ6ODdkMjdwdEtUam1aQ1hGeVFTeHA5ZVZsOXRndVJyRjQxN2NXSUVEWUZKdmdnOFpvR1lJbmpqV2F0VHZXMWJzZ09WZFkxemxPRkZpVlRvdWNGQ1Q1Y291cDVEYnNieXdCdTA0emx6cldQYWV6cGlWdzFVWmk2L044K3g2azYyNXV2Wmdjb0dIYTFiZUNzYmM4WVAzSGVkUEwrdXA2M2wvMktvNks4aVJmRzJMZC9NMWUvY210K0psRVJtMWxxTEEweWM3TisyOWMzUjdkRTE5ODltMWhQT3B0N3VyMXkvT2NyR2h1THRyVDBZR21GeU1abDRxVEJjc0RqaytzbmQ3UzFaZ1VscHpSK095NDhFZjJBRGZMK3Y2MHI5bWFIelhUdDUycTBHUEVzRi9PVHJYWS9rZlArVjladktZRzBldXpURFVQQnRESTk4TWJSNDhCMzlONFV6QzFlemRaNEJBTVgyTklIK21SbXJpT2phNFQ2WThSNkFYbWJlcTVUMzdUZU9IVHAvdFhzdGhCQkNmRkRsL25PQkVFSUlJZjdEbWx0YU00MVU0bEdZMUdjQkFNeVhHTGhJUklrTC9rQjB2RnR3akVERnYyeC96R3dKQ0FCWWtGSmdUakFRRU5nd3lCQnh3QXhEUkFFekIwcUZDaTM3NTBrNWVjeWNBQWVYaUdFWVpBQU9BQmp0Rmt3M3dlQ2JnQ0x0NUUwT3ZJSERBQ2VKdEhIYy9NTEFIM2lMR1lNTW13SW9CYUlra1FyY1VIR0pNWW5UTmhnOFI2UmQ3WTZMQk1senA2eFNob3l4cEpRQkhMRFdSS2xFd2lobFNGbWpqRFpHRzZPTU5vR3loZ0psaTJaVTNxb1k1dUtwQTkyR3ozc3B6ekhhQ1JzbjZabkk3RVhGSVYwOHlUdis1dUZ4MTVVdVUrUytNYnphejRMVkd5Y2QzdkhRbWF2ZHI3TDZwdmtob0liWi9pemU4ZHJ6bzJ1dGxOYkV4dVZIekdlQ3BQNmhtMmVXc0xXSjNnNjNkM1R4M21oOTR3cWJVcGY2bjIzZW02di95dm9INjdRMVJUMmRXLzgrbzRtaWF4OVlhNncvbVUxdzRlTHAvVDNldVhjRHoxVnVPT1JxMS9lY1FHdkhDUmVOeXkrZWMwdnkwdWxENFlLSkZRTm5YbnVGS0dYZFVNbGt6eDhZRElVTHBtcG4zSXpVNER0SEVCaXlSQTQ0ZUY5Qmx6RHBtd0JBQVo2RjMzdlJUL1NkZS8zMW5DTmhoQkJDaUY4SEVxb0lJWVFRSWhlYVBiL3NFMXFwcnpEekxDSXl6S3pTaFVYRi95OW1UaElRTUNFQXA4TWlBbndHQWlLbFFJcllCaGNCQ2dCcndCU0FFQkRwUExiV2gySUhUQnJNQUVFQjBBQTBrYzVuUUlGTlFBVEZEQTFBRWFBWnBJamdNc2dodHBaQm1naDV2N0wzREJ5ODZBOHNQM3YwNkZWSC93Z2hoQkMvYm1UNmp4QkNDQ0Z5NGJlTzdQdUhXUXVXWE5LRVQ3SGxVMFJZRDhZMEJnakVDa3lLaHJZWnBNQ3NDRkJJQnkveWY0eGZnSWdpR1A3cjFwVi9odjVsZ0Exb3BQNklHdlZuTUl0MHJFWHBmVmsxU3V4UWQwUDlqV3Fta2E4TUVNbGYxb1FRUW9oL0JmTDdWQWdoaEJEL29ybHo1MFpNdUhnUlUxRGdBR0JXaXBrVm1JbTFVaG9ndGxhQldiSFdwSmowNlBPWnJFT1dIQ2hXREVWRDV5cWxXREdyb1cxRmpQUitabGFzUnUxbkhscDZseFZJS1lDSldmMTZqWm9oeXdRd1FBd0N3MW9tSXB1ZXQwTU1JdVc0K1VVbU5YRFNBZ3lpOVBIV0FpQkxOT3BjZ0FuRTF0cWg3NGVPSmNzV3hMQlhqaVVRZ3d3VGtRV0lZUUFpd3dBeFEzczZWRmdNWW10U0EvK20wM0FZOXRLYlIvWTlqL1JVTU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WdnaGhCQkNDQ0dFRUVJSUlZUVFRZ2doaEJCQ0NDR0VFRUlJSVlRUVFnZ2hoQkJDQ0NHRUVFSUlJWVFRUXZ5NytuK1VwUWE1ZWM3SWFRQUFBQUJKUlU1RXJrSmdnZz09IiwKCSJUaGVtZSIgOiAiIiwKCSJUeXBlIiA6ICJmbG93IiwKCSJVc2VySWQiIDogIjE3NTM0OTY4MTYiLAoJIlZlcnNpb24iIDogIjU0Igp9Cg=="/>
    </extobj>
  </extobjs>
</s:customData>
</file>

<file path=customXml/itemProps160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</Words>
  <Application>WPS 演示</Application>
  <PresentationFormat>宽屏</PresentationFormat>
  <Paragraphs>58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苹方-简</vt:lpstr>
      <vt:lpstr>宋体</vt:lpstr>
      <vt:lpstr>汉仪书宋二KW</vt:lpstr>
      <vt:lpstr>微软雅黑</vt:lpstr>
      <vt:lpstr>汉仪旗黑</vt:lpstr>
      <vt:lpstr>Arial Unicode MS</vt:lpstr>
      <vt:lpstr>WPS</vt:lpstr>
      <vt:lpstr>1_WPS</vt:lpstr>
      <vt:lpstr>有限状态机实现敌人行为</vt:lpstr>
      <vt:lpstr>简单敌人行为：条件判断实现</vt:lpstr>
      <vt:lpstr>稍微复杂的行为:</vt:lpstr>
      <vt:lpstr>有限状态机（FSM）</vt:lpstr>
      <vt:lpstr>FSM实现敌人行为思路</vt:lpstr>
      <vt:lpstr>PowerPoint 演示文稿</vt:lpstr>
      <vt:lpstr>不同类型敌人：子状态机</vt:lpstr>
      <vt:lpstr>焚诀：用函数指针一次性更新所有角色</vt:lpstr>
      <vt:lpstr>总结：FSM的优劣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25072207</cp:lastModifiedBy>
  <cp:revision>163</cp:revision>
  <dcterms:created xsi:type="dcterms:W3CDTF">2026-03-18T10:40:17Z</dcterms:created>
  <dcterms:modified xsi:type="dcterms:W3CDTF">2026-03-18T10:40:17Z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2052-12.1.21861.21861</vt:lpwstr>
  </property>
  <property fmtid="{D5CDD505-2E9C-101B-9397-08002B2CF9AE}" pid="3" name="ICV">
    <vt:lpwstr>8167F6B2BAC55F896D40BA6903DCB612_41</vt:lpwstr>
  </property>
</Properties>
</file>